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510" r:id="rId3"/>
    <p:sldId id="513" r:id="rId4"/>
    <p:sldId id="634" r:id="rId5"/>
    <p:sldId id="631" r:id="rId6"/>
    <p:sldId id="632" r:id="rId7"/>
    <p:sldId id="633" r:id="rId8"/>
    <p:sldId id="639" r:id="rId9"/>
    <p:sldId id="635" r:id="rId10"/>
    <p:sldId id="636" r:id="rId11"/>
    <p:sldId id="637" r:id="rId12"/>
    <p:sldId id="566" r:id="rId13"/>
    <p:sldId id="567" r:id="rId14"/>
    <p:sldId id="622" r:id="rId15"/>
    <p:sldId id="623" r:id="rId16"/>
    <p:sldId id="624" r:id="rId17"/>
    <p:sldId id="625" r:id="rId18"/>
    <p:sldId id="569" r:id="rId19"/>
    <p:sldId id="626" r:id="rId20"/>
    <p:sldId id="627" r:id="rId21"/>
    <p:sldId id="628" r:id="rId22"/>
    <p:sldId id="629" r:id="rId23"/>
    <p:sldId id="592" r:id="rId24"/>
    <p:sldId id="593" r:id="rId25"/>
    <p:sldId id="638" r:id="rId26"/>
    <p:sldId id="615" r:id="rId27"/>
    <p:sldId id="616" r:id="rId28"/>
    <p:sldId id="617" r:id="rId29"/>
    <p:sldId id="609" r:id="rId30"/>
    <p:sldId id="618" r:id="rId31"/>
    <p:sldId id="619" r:id="rId32"/>
    <p:sldId id="620" r:id="rId33"/>
    <p:sldId id="62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8.png"/><Relationship Id="rId7" Type="http://schemas.openxmlformats.org/officeDocument/2006/relationships/image" Target="../media/image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1.png"/><Relationship Id="rId7" Type="http://schemas.openxmlformats.org/officeDocument/2006/relationships/image" Target="../media/image1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4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2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45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7.png"/><Relationship Id="rId7" Type="http://schemas.openxmlformats.org/officeDocument/2006/relationships/image" Target="../media/image3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48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0.png"/><Relationship Id="rId7" Type="http://schemas.openxmlformats.org/officeDocument/2006/relationships/image" Target="../media/image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51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3.png"/><Relationship Id="rId7" Type="http://schemas.openxmlformats.org/officeDocument/2006/relationships/image" Target="../media/image1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5.png"/><Relationship Id="rId10" Type="http://schemas.openxmlformats.org/officeDocument/2006/relationships/image" Target="../media/image18.png"/><Relationship Id="rId4" Type="http://schemas.openxmlformats.org/officeDocument/2006/relationships/image" Target="../media/image54.pn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7.png"/><Relationship Id="rId7" Type="http://schemas.openxmlformats.org/officeDocument/2006/relationships/image" Target="../media/image2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58.png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60.png"/><Relationship Id="rId7" Type="http://schemas.openxmlformats.org/officeDocument/2006/relationships/image" Target="../media/image3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62.png"/><Relationship Id="rId10" Type="http://schemas.openxmlformats.org/officeDocument/2006/relationships/image" Target="../media/image36.png"/><Relationship Id="rId4" Type="http://schemas.openxmlformats.org/officeDocument/2006/relationships/image" Target="../media/image61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4.png"/><Relationship Id="rId7" Type="http://schemas.openxmlformats.org/officeDocument/2006/relationships/image" Target="../media/image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65.png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7.png"/><Relationship Id="rId7" Type="http://schemas.openxmlformats.org/officeDocument/2006/relationships/image" Target="../media/image1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68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0.png"/><Relationship Id="rId7" Type="http://schemas.openxmlformats.org/officeDocument/2006/relationships/image" Target="../media/image2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71.png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3.png"/><Relationship Id="rId7" Type="http://schemas.openxmlformats.org/officeDocument/2006/relationships/image" Target="../media/image3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74.png"/><Relationship Id="rId9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76.png"/><Relationship Id="rId7" Type="http://schemas.openxmlformats.org/officeDocument/2006/relationships/image" Target="../media/image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77.png"/><Relationship Id="rId9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9.png"/><Relationship Id="rId7" Type="http://schemas.openxmlformats.org/officeDocument/2006/relationships/image" Target="../media/image15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80.png"/><Relationship Id="rId9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2.png"/><Relationship Id="rId7" Type="http://schemas.openxmlformats.org/officeDocument/2006/relationships/image" Target="../media/image2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83.png"/><Relationship Id="rId9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85.png"/><Relationship Id="rId7" Type="http://schemas.openxmlformats.org/officeDocument/2006/relationships/image" Target="../media/image33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86.png"/><Relationship Id="rId9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8.png"/><Relationship Id="rId7" Type="http://schemas.openxmlformats.org/officeDocument/2006/relationships/image" Target="../media/image90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89.png"/><Relationship Id="rId9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2.png"/><Relationship Id="rId7" Type="http://schemas.openxmlformats.org/officeDocument/2006/relationships/image" Target="../media/image15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93.png"/><Relationship Id="rId9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6.png"/><Relationship Id="rId7" Type="http://schemas.openxmlformats.org/officeDocument/2006/relationships/image" Target="../media/image2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97.png"/><Relationship Id="rId9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6.png"/><Relationship Id="rId3" Type="http://schemas.openxmlformats.org/officeDocument/2006/relationships/image" Target="../media/image100.png"/><Relationship Id="rId7" Type="http://schemas.openxmlformats.org/officeDocument/2006/relationships/image" Target="../media/image102.png"/><Relationship Id="rId12" Type="http://schemas.openxmlformats.org/officeDocument/2006/relationships/image" Target="../media/image35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image" Target="../media/image9.png"/><Relationship Id="rId4" Type="http://schemas.openxmlformats.org/officeDocument/2006/relationships/image" Target="../media/image101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3044279"/>
            <a:ext cx="4588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전체 강우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21763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67899"/>
              </p:ext>
            </p:extLst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5655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1420</a:t>
            </a:r>
            <a:r>
              <a:rPr lang="ko-KR" altLang="en-US" sz="1600" dirty="0"/>
              <a:t>개 中 </a:t>
            </a:r>
            <a:r>
              <a:rPr lang="en-US" altLang="ko-KR" sz="1600" dirty="0"/>
              <a:t>1408</a:t>
            </a:r>
            <a:r>
              <a:rPr lang="ko-KR" altLang="en-US" sz="1600" dirty="0"/>
              <a:t>개 데이터 파일 사용 </a:t>
            </a:r>
            <a:r>
              <a:rPr lang="en-US" altLang="ko-KR" sz="1600" dirty="0"/>
              <a:t>( </a:t>
            </a:r>
            <a:r>
              <a:rPr lang="ko-KR" altLang="en-US" sz="1600" dirty="0"/>
              <a:t>결측 </a:t>
            </a:r>
            <a:r>
              <a:rPr lang="en-US" altLang="ko-KR" sz="1600" dirty="0"/>
              <a:t>5</a:t>
            </a:r>
            <a:r>
              <a:rPr lang="ko-KR" altLang="en-US" sz="1600" dirty="0"/>
              <a:t>개 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7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개이벤트 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3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( 2</a:t>
            </a:r>
            <a:r>
              <a:rPr lang="ko-KR" altLang="en-US" sz="1600" dirty="0"/>
              <a:t>개이벤트 </a:t>
            </a:r>
            <a:r>
              <a:rPr lang="en-US" altLang="ko-KR" sz="1600" dirty="0"/>
              <a:t>)</a:t>
            </a:r>
            <a:r>
              <a:rPr lang="ko-KR" altLang="en-US" sz="1600" dirty="0"/>
              <a:t>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2022 67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( 986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~ 2024 97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( 282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~ 2025 109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( 140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754534" y="126666"/>
            <a:ext cx="3310468" cy="1987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 /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 / MAE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  <a:endParaRPr lang="en-US" altLang="ko-KR" sz="9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193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573" y="5414493"/>
            <a:ext cx="2133361" cy="111758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08" y="1400311"/>
            <a:ext cx="2141376" cy="111174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8882"/>
            <a:ext cx="2141986" cy="112326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18A818F-FB79-4D07-98E9-039F2C0D5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384699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0.8168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0.03872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0.1487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0.1967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0.6552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0.0136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0.0930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0.1169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0.6495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0.0980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0.2162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0.3131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DECBFE-A628-4FF9-BB34-CC58F4A3CA4C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94B40D-A048-4E00-A5A1-E2ED632B0C9E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all</a:t>
            </a:r>
            <a:r>
              <a:rPr lang="en-US" altLang="ko-KR" sz="1050" dirty="0" err="1">
                <a:latin typeface="+mj-ea"/>
              </a:rPr>
              <a:t>_mse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78642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392" y="5413421"/>
            <a:ext cx="2143724" cy="111972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729" y="1398250"/>
            <a:ext cx="2136333" cy="111586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265" y="3367384"/>
            <a:ext cx="2113749" cy="110626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41227"/>
            <a:ext cx="4431036" cy="67561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89B2F13-C65A-4689-AB5A-9BDA5B69D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839526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0.5333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0.0377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0.1245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0.1943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0.6917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0.1317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0.8467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0.0800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0.1039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2DD9CD-23CD-4CA1-8557-7B66A43B33A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337B4C-6B6B-431F-A663-8B5D5F7D8983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02012-C902-495D-A495-6CC2AA25796D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all</a:t>
            </a:r>
            <a:r>
              <a:rPr lang="en-US" altLang="ko-KR" sz="1050" dirty="0" err="1">
                <a:latin typeface="+mj-ea"/>
              </a:rPr>
              <a:t>_mse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81825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560" y="5414845"/>
            <a:ext cx="2123388" cy="111687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955" y="1401342"/>
            <a:ext cx="2113881" cy="110967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282" y="3365147"/>
            <a:ext cx="2111715" cy="11107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48E4F0D-FE03-455C-8A58-DB5ECB8E5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747858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0.8220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0.1085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0.2380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0.3294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0.1371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0.1208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0.3097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0.3476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0.6871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0.2847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0.4375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0.5335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2ABDC9-785B-4DE9-AF1E-BFD94D319A4D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DE0ED5-16E5-46F6-8A85-FDDC9E573873}"/>
              </a:ext>
            </a:extLst>
          </p:cNvPr>
          <p:cNvSpPr txBox="1"/>
          <p:nvPr/>
        </p:nvSpPr>
        <p:spPr>
          <a:xfrm>
            <a:off x="622385" y="850612"/>
            <a:ext cx="7914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=18,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16ED79-8B32-436F-8336-DCB0C92A7F1C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all</a:t>
            </a:r>
            <a:r>
              <a:rPr lang="en-US" altLang="ko-KR" sz="1050" dirty="0" err="1">
                <a:latin typeface="+mj-ea"/>
              </a:rPr>
              <a:t>_mse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58199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055" y="5423803"/>
            <a:ext cx="2114397" cy="109895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09" y="1400374"/>
            <a:ext cx="2121773" cy="111161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267" y="3371836"/>
            <a:ext cx="2117745" cy="10973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40550"/>
            <a:ext cx="4470398" cy="67696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7D75C2B-9F83-4910-9ED7-CF818E7E2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204779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-0.2634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0.2021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0.2450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0.8524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0.0681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0.2043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0.2610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0.7143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0.0991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0.2523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0.3148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720FE3-FD05-4DF5-91BA-759929D7746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0B0513-0B17-42F1-9B05-4EF232A736A2}"/>
              </a:ext>
            </a:extLst>
          </p:cNvPr>
          <p:cNvSpPr txBox="1"/>
          <p:nvPr/>
        </p:nvSpPr>
        <p:spPr>
          <a:xfrm>
            <a:off x="622385" y="850612"/>
            <a:ext cx="7914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=18,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F12331-170F-4874-8F72-E05209BB9029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all</a:t>
            </a:r>
            <a:r>
              <a:rPr lang="en-US" altLang="ko-KR" sz="1050" dirty="0" err="1">
                <a:latin typeface="+mj-ea"/>
              </a:rPr>
              <a:t>_mse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58285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573" y="5420559"/>
            <a:ext cx="2133361" cy="110544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08" y="1398624"/>
            <a:ext cx="2141376" cy="111511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63331"/>
            <a:ext cx="2141986" cy="11143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18A818F-FB79-4D07-98E9-039F2C0D5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962189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0.9110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0.1008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0.1372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0.5566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0.0175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0.1040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0.1040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0.7232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0.2122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0.2782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DECBFE-A628-4FF9-BB34-CC58F4A3CA4C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637B23-33F0-4C0C-ACBB-17A58C6E60A1}"/>
              </a:ext>
            </a:extLst>
          </p:cNvPr>
          <p:cNvSpPr txBox="1"/>
          <p:nvPr/>
        </p:nvSpPr>
        <p:spPr>
          <a:xfrm>
            <a:off x="622385" y="850612"/>
            <a:ext cx="82083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A9505F-F581-48FF-8536-6F0BDE996597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</a:t>
            </a:r>
            <a:r>
              <a:rPr lang="en-US" altLang="ko-KR" sz="1050" dirty="0">
                <a:latin typeface="+mj-ea"/>
              </a:rPr>
              <a:t>_</a:t>
            </a:r>
            <a:r>
              <a:rPr lang="en-US" altLang="ko-KR" sz="1050" dirty="0" err="1">
                <a:latin typeface="+mj-ea"/>
              </a:rPr>
              <a:t>all_mae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68644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392" y="5410555"/>
            <a:ext cx="2143724" cy="112545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842" y="1397143"/>
            <a:ext cx="2134107" cy="111807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265" y="3369006"/>
            <a:ext cx="2113749" cy="11030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41227"/>
            <a:ext cx="4431036" cy="67561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89B2F13-C65A-4689-AB5A-9BDA5B69D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65920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0.5535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0.0361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0.1023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0.1900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0.6694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0.0331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0.1517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0.1821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0.6832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0.1198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0.1494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2DD9CD-23CD-4CA1-8557-7B66A43B33A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3C94D9-52C5-4F93-81E6-39AEA60623C5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F69BEB-7F56-417E-B944-41BF0F816377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</a:t>
            </a:r>
            <a:r>
              <a:rPr lang="en-US" altLang="ko-KR" sz="1050" dirty="0">
                <a:latin typeface="+mj-ea"/>
              </a:rPr>
              <a:t>_</a:t>
            </a:r>
            <a:r>
              <a:rPr lang="en-US" altLang="ko-KR" sz="1050" dirty="0" err="1">
                <a:latin typeface="+mj-ea"/>
              </a:rPr>
              <a:t>all_mae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68482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6011"/>
            <a:ext cx="2144214" cy="111454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650" y="1401342"/>
            <a:ext cx="2124492" cy="110967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282" y="3367342"/>
            <a:ext cx="2111715" cy="110634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48E4F0D-FE03-455C-8A58-DB5ECB8E5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578325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0.9067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0.1824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0.2385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0.2335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0.1073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0.2582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0.3276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0.6120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0.3530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0.4811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0.5942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2ABDC9-785B-4DE9-AF1E-BFD94D319A4D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B12A09-7264-423B-B384-CDFA6203BEAA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2578D4-1F99-4345-8731-2C31D75217A3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</a:t>
            </a:r>
            <a:r>
              <a:rPr lang="en-US" altLang="ko-KR" sz="1050" dirty="0">
                <a:latin typeface="+mj-ea"/>
              </a:rPr>
              <a:t>_</a:t>
            </a:r>
            <a:r>
              <a:rPr lang="en-US" altLang="ko-KR" sz="1050" dirty="0" err="1">
                <a:latin typeface="+mj-ea"/>
              </a:rPr>
              <a:t>all_mae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270956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055" y="5419879"/>
            <a:ext cx="2114397" cy="110680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211" y="1404829"/>
            <a:ext cx="2117369" cy="110270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585" y="3364197"/>
            <a:ext cx="2115108" cy="11126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40550"/>
            <a:ext cx="4470398" cy="67696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7D75C2B-9F83-4910-9ED7-CF818E7E2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346262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0.0143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0.0468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0.1858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/>
                        <a:t>0.2164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0.8707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0.0596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0.1949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0.5747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0.1475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0.2976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</a:t>
                      </a:r>
                      <a:r>
                        <a:rPr lang="en-US" altLang="ko-KR" sz="1400" dirty="0"/>
                        <a:t>0.3841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720FE3-FD05-4DF5-91BA-759929D7746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B6060B-DB89-4809-A9CB-B709612F408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049263-2BBB-408D-8FA2-4B66E88AFBEA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</a:t>
            </a:r>
            <a:r>
              <a:rPr lang="en-US" altLang="ko-KR" sz="1050" dirty="0">
                <a:latin typeface="+mj-ea"/>
              </a:rPr>
              <a:t>_</a:t>
            </a:r>
            <a:r>
              <a:rPr lang="en-US" altLang="ko-KR" sz="1050" dirty="0" err="1">
                <a:latin typeface="+mj-ea"/>
              </a:rPr>
              <a:t>all_mae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301891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273387" y="3044279"/>
            <a:ext cx="7645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누적 강우 </a:t>
            </a:r>
            <a:r>
              <a:rPr lang="en-US" altLang="ko-KR" sz="4400" b="1" dirty="0">
                <a:latin typeface="+mj-ea"/>
                <a:ea typeface="+mj-ea"/>
              </a:rPr>
              <a:t>110mm </a:t>
            </a:r>
            <a:r>
              <a:rPr lang="ko-KR" altLang="en-US" sz="4400" b="1" dirty="0">
                <a:latin typeface="+mj-ea"/>
                <a:ea typeface="+mj-ea"/>
              </a:rPr>
              <a:t>이상 </a:t>
            </a:r>
            <a:r>
              <a:rPr lang="en-US" altLang="ko-KR" sz="4400" b="1" dirty="0">
                <a:latin typeface="+mj-ea"/>
                <a:ea typeface="+mj-ea"/>
              </a:rPr>
              <a:t>4 , 5</a:t>
            </a:r>
          </a:p>
        </p:txBody>
      </p:sp>
    </p:spTree>
    <p:extLst>
      <p:ext uri="{BB962C8B-B14F-4D97-AF65-F5344CB8AC3E}">
        <p14:creationId xmlns:p14="http://schemas.microsoft.com/office/powerpoint/2010/main" val="1601506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파일 단위 누적 강우 </a:t>
            </a:r>
            <a:r>
              <a:rPr lang="en-US" altLang="ko-KR" sz="1600" dirty="0"/>
              <a:t>110mm </a:t>
            </a:r>
            <a:r>
              <a:rPr lang="ko-KR" altLang="en-US" sz="1600" dirty="0"/>
              <a:t>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11</a:t>
            </a:r>
            <a:r>
              <a:rPr lang="ko-KR" altLang="en-US" sz="1600" dirty="0"/>
              <a:t>개 中 </a:t>
            </a:r>
            <a:r>
              <a:rPr lang="en-US" altLang="ko-KR" sz="1600" dirty="0"/>
              <a:t>9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2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+ 4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2024 ( 8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2022(39</a:t>
            </a:r>
            <a:r>
              <a:rPr lang="ko-KR" altLang="en-US" sz="900" b="1" dirty="0">
                <a:latin typeface="+mn-ea"/>
              </a:rPr>
              <a:t>번이벤트</a:t>
            </a:r>
            <a:r>
              <a:rPr lang="en-US" altLang="ko-KR" sz="900" b="1" dirty="0">
                <a:latin typeface="+mn-ea"/>
              </a:rPr>
              <a:t>) 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2022(66.67</a:t>
            </a:r>
            <a:r>
              <a:rPr lang="ko-KR" altLang="en-US" sz="900" b="1" dirty="0">
                <a:latin typeface="+mn-ea"/>
              </a:rPr>
              <a:t>번이벤트</a:t>
            </a:r>
            <a:r>
              <a:rPr lang="en-US" altLang="ko-KR" sz="900" b="1" dirty="0">
                <a:latin typeface="+mn-ea"/>
              </a:rPr>
              <a:t>)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627533" y="126666"/>
            <a:ext cx="3437469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C7D1CE-FB5B-4F7E-8396-2212B4056010}"/>
              </a:ext>
            </a:extLst>
          </p:cNvPr>
          <p:cNvSpPr/>
          <p:nvPr/>
        </p:nvSpPr>
        <p:spPr>
          <a:xfrm>
            <a:off x="3564468" y="553189"/>
            <a:ext cx="4483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같은 연도</a:t>
            </a:r>
            <a:r>
              <a:rPr lang="en-US" altLang="ko-KR" dirty="0"/>
              <a:t>·</a:t>
            </a:r>
            <a:r>
              <a:rPr lang="ko-KR" altLang="en-US" dirty="0"/>
              <a:t>다른 강우 패턴 대응 가능성 검증</a:t>
            </a:r>
          </a:p>
        </p:txBody>
      </p:sp>
    </p:spTree>
    <p:extLst>
      <p:ext uri="{BB962C8B-B14F-4D97-AF65-F5344CB8AC3E}">
        <p14:creationId xmlns:p14="http://schemas.microsoft.com/office/powerpoint/2010/main" val="2893282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573" y="5407728"/>
            <a:ext cx="2133361" cy="113111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08" y="1390626"/>
            <a:ext cx="2141376" cy="11311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7587"/>
            <a:ext cx="2141986" cy="11258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670CA9-EC85-4105-9F68-A7D9E5C52630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826AB7-9561-4061-AA40-5F05F7F5C1B3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/dg)_110_4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18A818F-FB79-4D07-98E9-039F2C0D5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888767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0.7237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0.0584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0.1572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0.2417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0.3192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0.0270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0.1369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0.1643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0.8533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0.0410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0.1509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0.2025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DECBFE-A628-4FF9-BB34-CC58F4A3CA4C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87017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392" y="5409145"/>
            <a:ext cx="2143724" cy="112827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5930"/>
            <a:ext cx="2138738" cy="112050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265" y="3361947"/>
            <a:ext cx="2113749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112" y="638495"/>
            <a:ext cx="4437902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D2056B-6846-4A6A-803A-D5B19B088A69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427209-2618-44DB-AF16-74FB30BC95C7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/dg)_110_4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89B2F13-C65A-4689-AB5A-9BDA5B69D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420058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0.7623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0.0851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0.1386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0.8108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0.1236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0.1377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0.8475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0.0815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0.1036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2DD9CD-23CD-4CA1-8557-7B66A43B33A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258455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4845"/>
            <a:ext cx="2144214" cy="111687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401342"/>
            <a:ext cx="2138738" cy="110967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282" y="3361947"/>
            <a:ext cx="2111715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35584E-3161-43BF-ACD1-5F803D749C36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95CF0B-9D7B-4963-A51C-326810BCFC2D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/dg)_110_4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48E4F0D-FE03-455C-8A58-DB5ECB8E5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319256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0.8350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0.1006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0.2683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0.3172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pt-BR" altLang="ko-KR" sz="1400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0.0424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0.1459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0.3414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0.3820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0.7456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0.2314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0.3847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0.4811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2ABDC9-785B-4DE9-AF1E-BFD94D319A4D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845172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055" y="5414986"/>
            <a:ext cx="2114397" cy="111659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09" y="1397588"/>
            <a:ext cx="2121773" cy="111718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267" y="3364197"/>
            <a:ext cx="2117745" cy="11126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382" y="638495"/>
            <a:ext cx="4470399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4FC2FF-47AD-4ACD-9D36-7BB2D0D8EC4A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35DA6F-8327-4BD4-8FE4-E4F8149F615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/dg)_110_4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7D75C2B-9F83-4910-9ED7-CF818E7E2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747119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0.0871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0.0434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0.1510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0.2083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0.8305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0.0782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0.1994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0.2797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0.5011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0.1731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0.3295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0.4160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720FE3-FD05-4DF5-91BA-759929D7746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598800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파일 단위 누적 강우 </a:t>
            </a:r>
            <a:r>
              <a:rPr lang="en-US" altLang="ko-KR" sz="1600" dirty="0"/>
              <a:t>110mm </a:t>
            </a:r>
            <a:r>
              <a:rPr lang="ko-KR" altLang="en-US" sz="1600" dirty="0"/>
              <a:t>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11</a:t>
            </a:r>
            <a:r>
              <a:rPr lang="ko-KR" altLang="en-US" sz="1600" dirty="0"/>
              <a:t>개 中 </a:t>
            </a:r>
            <a:r>
              <a:rPr lang="en-US" altLang="ko-KR" sz="1600" dirty="0"/>
              <a:t>9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2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+ 4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2024 ( 8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2022(35</a:t>
            </a:r>
            <a:r>
              <a:rPr lang="ko-KR" altLang="en-US" sz="900" b="1" dirty="0">
                <a:latin typeface="+mn-ea"/>
              </a:rPr>
              <a:t>번이벤트</a:t>
            </a:r>
            <a:r>
              <a:rPr lang="en-US" altLang="ko-KR" sz="900" b="1" dirty="0">
                <a:latin typeface="+mn-ea"/>
              </a:rPr>
              <a:t>) 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2022(66.67</a:t>
            </a:r>
            <a:r>
              <a:rPr lang="ko-KR" altLang="en-US" sz="900" b="1" dirty="0">
                <a:latin typeface="+mn-ea"/>
              </a:rPr>
              <a:t>번이벤트</a:t>
            </a:r>
            <a:r>
              <a:rPr lang="en-US" altLang="ko-KR" sz="900" b="1" dirty="0">
                <a:latin typeface="+mn-ea"/>
              </a:rPr>
              <a:t>)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627533" y="126666"/>
            <a:ext cx="3437469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 </a:t>
            </a:r>
          </a:p>
        </p:txBody>
      </p:sp>
    </p:spTree>
    <p:extLst>
      <p:ext uri="{BB962C8B-B14F-4D97-AF65-F5344CB8AC3E}">
        <p14:creationId xmlns:p14="http://schemas.microsoft.com/office/powerpoint/2010/main" val="1713821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2380"/>
            <a:ext cx="2144214" cy="112180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660" y="1392554"/>
            <a:ext cx="2152473" cy="112725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7587"/>
            <a:ext cx="2141986" cy="11258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A1C485-D69C-494B-B9BD-6079DEB98109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1DF0F8-18F4-42EB-9FB6-E43BC3ACF291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794749A-8B69-43FB-B67B-AC7E3EF4A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268121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0.8774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0.0259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0.1047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0.1609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0.0586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0.0373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0.1603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0.1932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0.8028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0.0851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0.1455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0.2349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8EFE15-F86F-496A-9C30-DF570E103380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51080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2597"/>
            <a:ext cx="2144214" cy="112137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067" y="1396151"/>
            <a:ext cx="2131657" cy="112006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63880"/>
            <a:ext cx="2141986" cy="11132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41227"/>
            <a:ext cx="4431036" cy="67561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E0AD17-C689-4B92-AFB6-3BFEE70CE1DE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3E724-5280-4C13-A67F-E6F684D955F8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9EFF83D-DF2F-48FB-872C-50CD69E21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781752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0.7051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0.0874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0.1544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0.7764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0.0224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0.1110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0.1497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0.8673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0.0093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0.0756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0.0967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5D16DBE5-60DF-495B-8CD1-DB4AC276776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400166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548" y="5410958"/>
            <a:ext cx="2135411" cy="112465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865" y="1395983"/>
            <a:ext cx="2132061" cy="112039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542" y="3361947"/>
            <a:ext cx="2111195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6F2D9-606A-4C46-9140-3BFFBB7A6F9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DDDDE8-C316-421E-8FCB-A7A0748355BC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9908A9E-1547-4AC0-90D2-BBED1B9B6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475663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0.9246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0.0460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0.1541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0.2144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pt-BR" altLang="ko-KR" sz="1400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0.1000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0.1540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0.3041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0.3924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0.8276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0.1568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0.3195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0.3961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951DF1-AA77-4303-BD7F-1A5C511C0AD0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197725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304" y="5414986"/>
            <a:ext cx="2123900" cy="111659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09" y="1398168"/>
            <a:ext cx="2121773" cy="111602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267" y="3364197"/>
            <a:ext cx="2117745" cy="11126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40550"/>
            <a:ext cx="4470398" cy="67696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C90A3-7465-4DB4-879E-A29359910C19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2750E6-0AE3-4197-816C-716BC541E9FC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A5F688B0-A841-47A1-95BF-5226AAE27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299182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0.5130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0.1419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0.1521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0.9577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0.0195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0.1145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0.1397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0.6115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0.1348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0.3007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0.3671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C91F68A4-0BD1-49A6-BBCF-DBBE93A7C28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705296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관심 수위 이상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65346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677941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825" y="5407728"/>
            <a:ext cx="2140858" cy="113111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660" y="1392322"/>
            <a:ext cx="2152473" cy="112771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5809"/>
            <a:ext cx="2141986" cy="11294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8FED2-F8F6-49BA-AF97-1E9007C8CF91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CF90643-C222-4143-9FDB-55C494E1ACE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0.9656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0.0072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0.0558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0.0852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0.4201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0.1139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0.1516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0.8622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0.0385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0.1486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0.1963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F849698A-7809-464B-946B-701ED27E3333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00855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0304"/>
            <a:ext cx="2144214" cy="112595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403711"/>
            <a:ext cx="2138738" cy="110494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64375"/>
            <a:ext cx="2141986" cy="111227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41227"/>
            <a:ext cx="4431036" cy="67561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D5D1C-9809-4303-96FC-619DAE6D885A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FA09D528-68C1-4E00-B740-1E8B99859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754682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0.7308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0.1475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0.0205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0.1435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0.0346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0.1446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0.1861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28A60B-580D-477C-897D-E296A914934A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164627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1703"/>
            <a:ext cx="2144214" cy="112315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8355"/>
            <a:ext cx="2138738" cy="111565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381" y="3361947"/>
            <a:ext cx="2123518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B3C5CA-35D6-453B-B2A0-8C33E7CF1056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2954EC9B-E0F1-4DF8-B7B6-0AA5A419F12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0.9086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0.0557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0.1438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0.2361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0.8939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0.0148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0.1218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0.0680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0.2035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0.2608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A70F720-33BC-4E79-99C1-39AC413364E1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106404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011" y="5414986"/>
            <a:ext cx="2122486" cy="111659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969" y="1403554"/>
            <a:ext cx="2117853" cy="110525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381" y="3369170"/>
            <a:ext cx="2123518" cy="11026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40550"/>
            <a:ext cx="4470398" cy="67696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4F539B-9632-4983-8850-7AAE8CF7E258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13956D11-1263-42BF-B188-F0DFD054E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875855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0.6749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0.0154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0.1243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0.9579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0.0194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0.0938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0.1393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0.7833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0.2001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0.2742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EF72717E-A50D-4F31-A0FE-2757E7F367C6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912127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85598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</a:t>
            </a:r>
            <a:r>
              <a:rPr lang="en-US" altLang="ko-KR" sz="1600" dirty="0"/>
              <a:t> 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Huber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1879424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2864"/>
            <a:ext cx="2144214" cy="112083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341" y="1390626"/>
            <a:ext cx="2149110" cy="11311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5592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5405"/>
            <a:ext cx="2141986" cy="113021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68718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2638010"/>
            <a:ext cx="4468718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2" y="4648144"/>
            <a:ext cx="4468717" cy="68978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9FE234-C56E-46FE-8AF6-E623016959A2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huber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D561D03-87A3-4C82-9658-157F38B10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78002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0.9436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0.0119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0.0800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0.1091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0.5280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0.0187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0.1057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0.1368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0.8739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0352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0.1445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0.1878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399E11-0E4A-4099-99DB-3342A9B87CD2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23753A1C-52BC-4C73-90AF-B45DE9CF60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A4F6B4C7-898F-4BAD-97B4-69803FF78E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8D2B7323-20F0-4314-9A8A-29951EC708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92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32" y="5409145"/>
            <a:ext cx="2134444" cy="112827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4234"/>
            <a:ext cx="2138738" cy="112389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64091"/>
            <a:ext cx="2141986" cy="11128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30" y="641227"/>
            <a:ext cx="4431035" cy="67561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30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30" y="4648144"/>
            <a:ext cx="4431036" cy="68978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70E481-046E-4B98-82EF-B0D0ED759E57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dirty="0">
                <a:latin typeface="+mj-ea"/>
              </a:rPr>
              <a:t>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0FD2CC-37E5-4142-8319-5EB445310AEE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huber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9D5A683-7D0B-47E4-BD1C-B937527C7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134256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0.7258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0.0855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0.1489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0.8570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0.0951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0.1197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0.6947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0.1217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0.1467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7E823A61-94CA-4EA3-A7A0-7BB3248FD102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58F65DA0-4EA8-40BF-9D12-4DD3D9DDC5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F78EEE0-55D4-445F-B4E5-B2A52E1489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BB3FB78-AEC1-440D-B727-8A714DBA34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480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79" y="5411703"/>
            <a:ext cx="2139350" cy="112315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8" y="1395920"/>
            <a:ext cx="2138736" cy="112052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788" y="3361947"/>
            <a:ext cx="2118703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92" y="638495"/>
            <a:ext cx="4470399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93" y="2638010"/>
            <a:ext cx="4470398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92" y="4626987"/>
            <a:ext cx="4470399" cy="68978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5472D-B23E-48E1-AD68-7714330415E7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huber</a:t>
            </a:r>
            <a:endParaRPr lang="ko-KR" altLang="en-US" sz="1050" dirty="0">
              <a:latin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8387AB-FE52-4C83-A7B2-B3DBB02C00B0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C38916C-0BFF-4A20-B514-C2C5CEC71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73259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0.8583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0.0864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0.1800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0.2939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0.9114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0.0123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0.0931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0.1113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0.8354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0.1497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0.2952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0.3870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60F6D5-68FA-4067-8B3B-14788F3865B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69ABB3DE-CA85-4681-9807-C54C13F283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B0D0F7A6-9609-4F28-8D11-9173362805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B61517F7-592B-47D7-B9D4-C91594A634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96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441" y="5411703"/>
            <a:ext cx="2129625" cy="112315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707" y="1399015"/>
            <a:ext cx="2114377" cy="111433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050" y="3369170"/>
            <a:ext cx="2080179" cy="11026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641817"/>
            <a:ext cx="4453671" cy="67443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53671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4626987"/>
            <a:ext cx="4453672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0006E6-4DC9-4D6B-A0F4-982942755965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huber</a:t>
            </a:r>
            <a:endParaRPr lang="ko-KR" altLang="en-US" sz="1050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AB4AB1-D0CB-489C-8F65-9813869AC487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9367729-6572-4303-8483-24437287B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595691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0.5169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0.1216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0.9566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0.1153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0.1414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0.7191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0.2343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0.3122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996F11D0-7D12-42A1-BB2E-042E0567CC40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C9444A97-0014-4E52-96D5-B6D91F4AA8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4A34667-D2C6-41BE-A6F2-E927AEDAB6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4ED9013-2921-4D6D-927D-4E4015FB48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29028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6061</TotalTime>
  <Words>2969</Words>
  <Application>Microsoft Office PowerPoint</Application>
  <PresentationFormat>와이드스크린</PresentationFormat>
  <Paragraphs>793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779</cp:revision>
  <dcterms:created xsi:type="dcterms:W3CDTF">2025-11-18T00:02:37Z</dcterms:created>
  <dcterms:modified xsi:type="dcterms:W3CDTF">2026-01-19T02:11:48Z</dcterms:modified>
</cp:coreProperties>
</file>