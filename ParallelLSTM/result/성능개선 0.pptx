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1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35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703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069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0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387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500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824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710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604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280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409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72759B8-7332-44BD-B1FF-13450B6DA7DC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753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4648899" y="3198167"/>
            <a:ext cx="2894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latin typeface="+mj-ea"/>
                <a:ea typeface="+mj-ea"/>
              </a:rPr>
              <a:t>수위 예측 </a:t>
            </a:r>
            <a:r>
              <a:rPr lang="en-US" altLang="ko-KR" sz="3600" b="1" dirty="0">
                <a:latin typeface="+mj-ea"/>
                <a:ea typeface="+mj-ea"/>
              </a:rPr>
              <a:t>AI</a:t>
            </a:r>
            <a:endParaRPr lang="ko-KR" altLang="en-US" sz="36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91215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AE686AD-B247-4E24-AF7D-A48D41C9EF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014576"/>
              </p:ext>
            </p:extLst>
          </p:nvPr>
        </p:nvGraphicFramePr>
        <p:xfrm>
          <a:off x="800836" y="1889775"/>
          <a:ext cx="7044111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2716078">
                  <a:extLst>
                    <a:ext uri="{9D8B030D-6E8A-4147-A177-3AD203B41FA5}">
                      <a16:colId xmlns:a16="http://schemas.microsoft.com/office/drawing/2014/main" val="33743963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testdata_220630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0.9334831558683871</a:t>
                      </a:r>
                    </a:p>
                    <a:p>
                      <a:pPr algn="ctr"/>
                      <a:r>
                        <a:rPr lang="pt-BR" altLang="ko-KR" sz="1400" dirty="0"/>
                        <a:t>mse : 0.014662755503537002</a:t>
                      </a:r>
                    </a:p>
                    <a:p>
                      <a:pPr algn="ctr"/>
                      <a:r>
                        <a:rPr lang="pt-BR" altLang="ko-KR" sz="1400" dirty="0"/>
                        <a:t>mae : 0.08591636021931968</a:t>
                      </a:r>
                    </a:p>
                    <a:p>
                      <a:pPr algn="ctr"/>
                      <a:r>
                        <a:rPr lang="pt-BR" altLang="ko-KR" sz="1400" dirty="0"/>
                        <a:t>rmse : 0.12108986540390984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0.8461369366287653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0.11212509555879795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0.28038430240419177 rmse : 0.33485085569369233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testdata_220808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0.9933156779676867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0.0061528580861704455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0.05965378244717913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0.07844015608201227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0.7864821009981524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0.11192937768607407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0.2791808260811699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0.33455848171294966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0.6786097511859852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0.03224258396157489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0.15377818557951184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0.17956220081513505 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0.7787861120789699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0.10215350102682166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0.23608912044101293 rmse : 0.319614613287349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0.8931957393452244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0.007529922885038036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0.07411362230777739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0.08677512826287286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0.6946340343597268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0.10599222036528559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0.2742249170939128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0.32556446422373186 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F8419745-3F23-4E52-9496-EA26CFACBC7B}"/>
              </a:ext>
            </a:extLst>
          </p:cNvPr>
          <p:cNvSpPr/>
          <p:nvPr/>
        </p:nvSpPr>
        <p:spPr>
          <a:xfrm>
            <a:off x="2320663" y="1889775"/>
            <a:ext cx="2694497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+mj-ea"/>
                <a:ea typeface="+mj-ea"/>
              </a:rPr>
              <a:t>수위예측 </a:t>
            </a:r>
            <a:endParaRPr lang="en-US" altLang="ko-KR" sz="2400" dirty="0">
              <a:latin typeface="+mj-ea"/>
              <a:ea typeface="+mj-ea"/>
            </a:endParaRPr>
          </a:p>
          <a:p>
            <a:r>
              <a:rPr lang="en-US" altLang="ko-K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smoothing = </a:t>
            </a:r>
            <a:r>
              <a:rPr lang="en-US" altLang="ko-KR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1</a:t>
            </a:r>
            <a:endParaRPr lang="ko-KR" altLang="en-US" sz="2400" dirty="0">
              <a:latin typeface="+mj-ea"/>
              <a:ea typeface="+mj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8EBF248-4EA7-4849-A403-DD48BF94B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2527" y="28263"/>
            <a:ext cx="3114651" cy="16373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CB9B733-6207-4D56-AF2C-CAFAFBD27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7260" y="1747466"/>
            <a:ext cx="3119918" cy="16373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8C1A1A-ED6F-42E2-A0E4-58F4A56011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7260" y="3467802"/>
            <a:ext cx="3119918" cy="164160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0D5D058-A3E1-4FB3-A1D3-BDFAE1886D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7260" y="5192439"/>
            <a:ext cx="3125488" cy="163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383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+mj-ea"/>
                <a:ea typeface="+mj-ea"/>
              </a:rPr>
              <a:t>수위예측 </a:t>
            </a:r>
            <a:endParaRPr lang="en-US" altLang="ko-KR" sz="2400" dirty="0">
              <a:latin typeface="+mj-ea"/>
              <a:ea typeface="+mj-ea"/>
            </a:endParaRPr>
          </a:p>
          <a:p>
            <a:r>
              <a:rPr lang="en-US" altLang="ko-K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smoothing = </a:t>
            </a:r>
            <a:r>
              <a:rPr lang="en-US" altLang="ko-KR" sz="2400" dirty="0">
                <a:latin typeface="+mj-ea"/>
                <a:ea typeface="+mj-ea"/>
              </a:rPr>
              <a:t>2</a:t>
            </a:r>
            <a:endParaRPr lang="ko-KR" altLang="en-US" sz="2400" dirty="0">
              <a:latin typeface="+mj-ea"/>
              <a:ea typeface="+mj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AE686AD-B247-4E24-AF7D-A48D41C9EF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265580"/>
              </p:ext>
            </p:extLst>
          </p:nvPr>
        </p:nvGraphicFramePr>
        <p:xfrm>
          <a:off x="861503" y="1898242"/>
          <a:ext cx="6928210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769298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2709334">
                  <a:extLst>
                    <a:ext uri="{9D8B030D-6E8A-4147-A177-3AD203B41FA5}">
                      <a16:colId xmlns:a16="http://schemas.microsoft.com/office/drawing/2014/main" val="33743963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testdata_220630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0.7088730596475936 </a:t>
                      </a:r>
                    </a:p>
                    <a:p>
                      <a:pPr algn="ctr"/>
                      <a:r>
                        <a:rPr lang="pt-BR" altLang="ko-KR" sz="1400" dirty="0"/>
                        <a:t>mse : 0.06417507027894874 </a:t>
                      </a:r>
                    </a:p>
                    <a:p>
                      <a:pPr algn="ctr"/>
                      <a:r>
                        <a:rPr lang="pt-BR" altLang="ko-KR" sz="1400" dirty="0"/>
                        <a:t>mae : 0.19718893157111278 </a:t>
                      </a:r>
                    </a:p>
                    <a:p>
                      <a:pPr algn="ctr"/>
                      <a:r>
                        <a:rPr lang="pt-BR" altLang="ko-KR" sz="1400" dirty="0"/>
                        <a:t>rmse : 0.2533279895292834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0.9004934548421246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0.07251370562948573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 mae : 0.22338981760872734 rmse : 0.2692836898690408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testdata_220808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0.9773663276419933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0.020834091073780862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0.10682662063174778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0.1443401921634472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0.8118272173611429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0.09864307656025555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0.2750794050428602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0.3140749537296082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0.5100765623979442 </a:t>
                      </a:r>
                    </a:p>
                    <a:p>
                      <a:pPr algn="ctr"/>
                      <a:r>
                        <a:rPr lang="pt-BR" altLang="ko-KR" sz="1400" dirty="0"/>
                        <a:t>mse : 0.049150207978988454 </a:t>
                      </a:r>
                    </a:p>
                    <a:p>
                      <a:pPr algn="ctr"/>
                      <a:r>
                        <a:rPr lang="pt-BR" altLang="ko-KR" sz="1400" dirty="0"/>
                        <a:t>mae : 0.16626809497674305 </a:t>
                      </a:r>
                    </a:p>
                    <a:p>
                      <a:pPr algn="ctr"/>
                      <a:r>
                        <a:rPr lang="pt-BR" altLang="ko-KR" sz="1400" dirty="0"/>
                        <a:t>rmse : 0.22169846183270747</a:t>
                      </a:r>
                      <a:endParaRPr lang="pt-BR" altLang="ko-KR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0.8130232584048014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0.08634326236947386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0.21145669579505919 rmse : 0.29384224061471126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0.8737931172772833 </a:t>
                      </a:r>
                    </a:p>
                    <a:p>
                      <a:pPr algn="ctr"/>
                      <a:r>
                        <a:rPr lang="pt-BR" altLang="ko-KR" sz="1400" dirty="0"/>
                        <a:t>mse : 0.008897848162957201 </a:t>
                      </a:r>
                    </a:p>
                    <a:p>
                      <a:pPr algn="ctr"/>
                      <a:r>
                        <a:rPr lang="pt-BR" altLang="ko-KR" sz="1400" dirty="0"/>
                        <a:t>mae : 0.06456567585468291 </a:t>
                      </a:r>
                    </a:p>
                    <a:p>
                      <a:pPr algn="ctr"/>
                      <a:r>
                        <a:rPr lang="pt-BR" altLang="ko-KR" sz="1400" dirty="0"/>
                        <a:t>rmse : 0.09432840591760894 </a:t>
                      </a:r>
                      <a:endParaRPr lang="pt-BR" altLang="ko-KR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0.7407194444433576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0.08999602075290633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0.2423573001225789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0.29999336784820146 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98A85FAC-E9EC-4BD6-8012-EE328AE5DE65}"/>
              </a:ext>
            </a:extLst>
          </p:cNvPr>
          <p:cNvSpPr/>
          <p:nvPr/>
        </p:nvSpPr>
        <p:spPr>
          <a:xfrm>
            <a:off x="5097312" y="1898242"/>
            <a:ext cx="2694497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7A7E5A8-BE8C-4AEE-867A-ACFED0F8C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2600" y="35150"/>
            <a:ext cx="3066914" cy="161777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6964AE-29E8-45B3-B3B8-D80FF829DA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81" r="-1"/>
          <a:stretch/>
        </p:blipFill>
        <p:spPr>
          <a:xfrm>
            <a:off x="8603569" y="1747607"/>
            <a:ext cx="3085945" cy="163729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9B433F9-A470-444B-AB9E-C72555D29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4561" y="3479802"/>
            <a:ext cx="3120191" cy="163729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937A78D-1E6D-4F07-84A5-14731233A9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1685" y="5175505"/>
            <a:ext cx="3097829" cy="163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881381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424</TotalTime>
  <Words>232</Words>
  <Application>Microsoft Office PowerPoint</Application>
  <PresentationFormat>와이드스크린</PresentationFormat>
  <Paragraphs>77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맑은 고딕</vt:lpstr>
      <vt:lpstr>Calibri</vt:lpstr>
      <vt:lpstr>Calibri Light</vt:lpstr>
      <vt:lpstr>Wingdings 2</vt:lpstr>
      <vt:lpstr>HDOfficeLightV0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magpie</dc:creator>
  <cp:lastModifiedBy>magpie</cp:lastModifiedBy>
  <cp:revision>83</cp:revision>
  <dcterms:created xsi:type="dcterms:W3CDTF">2025-11-18T00:02:37Z</dcterms:created>
  <dcterms:modified xsi:type="dcterms:W3CDTF">2025-12-11T04:12:54Z</dcterms:modified>
</cp:coreProperties>
</file>