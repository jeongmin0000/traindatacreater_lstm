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60" r:id="rId2"/>
    <p:sldId id="511" r:id="rId3"/>
    <p:sldId id="510" r:id="rId4"/>
    <p:sldId id="593" r:id="rId5"/>
    <p:sldId id="793" r:id="rId6"/>
    <p:sldId id="666" r:id="rId7"/>
    <p:sldId id="724" r:id="rId8"/>
    <p:sldId id="729" r:id="rId9"/>
    <p:sldId id="721" r:id="rId10"/>
    <p:sldId id="763" r:id="rId11"/>
    <p:sldId id="774" r:id="rId12"/>
    <p:sldId id="776" r:id="rId13"/>
    <p:sldId id="777" r:id="rId14"/>
    <p:sldId id="719" r:id="rId15"/>
    <p:sldId id="778" r:id="rId16"/>
    <p:sldId id="779" r:id="rId17"/>
    <p:sldId id="726" r:id="rId18"/>
    <p:sldId id="727" r:id="rId19"/>
    <p:sldId id="757" r:id="rId20"/>
    <p:sldId id="772" r:id="rId21"/>
    <p:sldId id="725" r:id="rId22"/>
    <p:sldId id="730" r:id="rId23"/>
    <p:sldId id="723" r:id="rId24"/>
    <p:sldId id="764" r:id="rId25"/>
    <p:sldId id="775" r:id="rId26"/>
    <p:sldId id="732" r:id="rId27"/>
    <p:sldId id="734" r:id="rId28"/>
    <p:sldId id="720" r:id="rId29"/>
    <p:sldId id="780" r:id="rId30"/>
    <p:sldId id="781" r:id="rId31"/>
    <p:sldId id="728" r:id="rId32"/>
    <p:sldId id="758" r:id="rId33"/>
    <p:sldId id="509" r:id="rId34"/>
    <p:sldId id="782" r:id="rId35"/>
    <p:sldId id="794" r:id="rId36"/>
    <p:sldId id="783" r:id="rId37"/>
    <p:sldId id="768" r:id="rId38"/>
    <p:sldId id="785" r:id="rId39"/>
    <p:sldId id="789" r:id="rId40"/>
    <p:sldId id="787" r:id="rId41"/>
    <p:sldId id="791" r:id="rId42"/>
    <p:sldId id="784" r:id="rId43"/>
    <p:sldId id="769" r:id="rId44"/>
    <p:sldId id="786" r:id="rId45"/>
    <p:sldId id="790" r:id="rId46"/>
    <p:sldId id="788" r:id="rId47"/>
    <p:sldId id="792" r:id="rId48"/>
    <p:sldId id="773" r:id="rId49"/>
    <p:sldId id="663" r:id="rId50"/>
    <p:sldId id="771" r:id="rId51"/>
    <p:sldId id="797" r:id="rId52"/>
    <p:sldId id="796" r:id="rId53"/>
    <p:sldId id="798" r:id="rId54"/>
    <p:sldId id="731" r:id="rId55"/>
    <p:sldId id="733" r:id="rId56"/>
    <p:sldId id="739" r:id="rId57"/>
    <p:sldId id="740" r:id="rId58"/>
    <p:sldId id="741" r:id="rId59"/>
    <p:sldId id="742" r:id="rId60"/>
    <p:sldId id="743" r:id="rId61"/>
    <p:sldId id="745" r:id="rId62"/>
    <p:sldId id="746" r:id="rId63"/>
    <p:sldId id="747" r:id="rId64"/>
    <p:sldId id="748" r:id="rId65"/>
    <p:sldId id="749" r:id="rId6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gpie" initials="m" lastIdx="2" clrIdx="0">
    <p:extLst>
      <p:ext uri="{19B8F6BF-5375-455C-9EA6-DF929625EA0E}">
        <p15:presenceInfo xmlns:p15="http://schemas.microsoft.com/office/powerpoint/2012/main" userId="magpie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7C8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2DE63D5-997A-4646-A377-4702673A728D}" styleName="밝은 스타일 2 - 강조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1FECB4D8-DB02-4DC6-A0A2-4F2EBAE1DC90}" styleName="보통 스타일 1 - 강조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0505E3EF-67EA-436B-97B2-0124C06EBD24}" styleName="보통 스타일 4 - 강조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5A111915-BE36-4E01-A7E5-04B1672EAD32}" styleName="밝은 스타일 2 - 강조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838" autoAdjust="0"/>
    <p:restoredTop sz="96336" autoAdjust="0"/>
  </p:normalViewPr>
  <p:slideViewPr>
    <p:cSldViewPr snapToGrid="0">
      <p:cViewPr varScale="1">
        <p:scale>
          <a:sx n="113" d="100"/>
          <a:sy n="113" d="100"/>
        </p:scale>
        <p:origin x="52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commentAuthors" Target="commentAuthor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4530"/>
            <a:ext cx="9144000" cy="2387600"/>
          </a:xfrm>
        </p:spPr>
        <p:txBody>
          <a:bodyPr anchor="b">
            <a:normAutofit/>
          </a:bodyPr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8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2026-02-06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103549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2026-02-06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097031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12423"/>
            <a:ext cx="10515600" cy="2851208"/>
          </a:xfrm>
        </p:spPr>
        <p:txBody>
          <a:bodyPr anchor="b">
            <a:normAutofit/>
          </a:bodyPr>
          <a:lstStyle>
            <a:lvl1pPr>
              <a:defRPr sz="60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52633"/>
            <a:ext cx="10515600" cy="1500187"/>
          </a:xfrm>
        </p:spPr>
        <p:txBody>
          <a:bodyPr anchor="t">
            <a:normAutofit/>
          </a:bodyPr>
          <a:lstStyle>
            <a:lvl1pPr marL="0" indent="0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2026-02-06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570693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45127" y="1828800"/>
            <a:ext cx="5181600" cy="4351337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8800"/>
            <a:ext cx="5181600" cy="4351337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2026-02-06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90867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5127" y="1681850"/>
            <a:ext cx="5156200" cy="825699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45127" y="2507550"/>
            <a:ext cx="5156200" cy="3680525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851"/>
            <a:ext cx="5181601" cy="825698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7550"/>
            <a:ext cx="5181601" cy="3680525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2026-02-06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13876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2026-02-06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45005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2026-02-06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048245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931920" cy="1600197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1600" y="990600"/>
            <a:ext cx="6172200" cy="48768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57399"/>
            <a:ext cx="3931920" cy="3810001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2026-02-06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667109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931920" cy="1600200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1600" y="990600"/>
            <a:ext cx="6172200" cy="4876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57400"/>
            <a:ext cx="3931920" cy="381000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2026-02-06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36044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2026-02-06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82803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0362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0362"/>
            <a:ext cx="7734300" cy="581183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2026-02-06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8409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45127" y="365760"/>
            <a:ext cx="10515600" cy="13255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5127" y="1828800"/>
            <a:ext cx="1051560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B72759B8-7332-44BD-B1FF-13450B6DA7DC}" type="datetimeFigureOut">
              <a:rPr lang="ko-KR" altLang="en-US" smtClean="0"/>
              <a:t>2026-02-06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7527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687531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Wingdings 2" pitchFamily="18" charset="2"/>
        <a:buChar char="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13" Type="http://schemas.openxmlformats.org/officeDocument/2006/relationships/image" Target="../media/image25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12" Type="http://schemas.openxmlformats.org/officeDocument/2006/relationships/image" Target="../media/image24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11" Type="http://schemas.openxmlformats.org/officeDocument/2006/relationships/image" Target="../media/image23.png"/><Relationship Id="rId5" Type="http://schemas.openxmlformats.org/officeDocument/2006/relationships/image" Target="../media/image17.png"/><Relationship Id="rId10" Type="http://schemas.openxmlformats.org/officeDocument/2006/relationships/image" Target="../media/image22.png"/><Relationship Id="rId4" Type="http://schemas.openxmlformats.org/officeDocument/2006/relationships/image" Target="../media/image16.png"/><Relationship Id="rId9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31.png"/><Relationship Id="rId3" Type="http://schemas.openxmlformats.org/officeDocument/2006/relationships/image" Target="../media/image3.png"/><Relationship Id="rId7" Type="http://schemas.openxmlformats.org/officeDocument/2006/relationships/image" Target="../media/image28.png"/><Relationship Id="rId12" Type="http://schemas.openxmlformats.org/officeDocument/2006/relationships/image" Target="../media/image3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11" Type="http://schemas.openxmlformats.org/officeDocument/2006/relationships/image" Target="../media/image29.png"/><Relationship Id="rId5" Type="http://schemas.openxmlformats.org/officeDocument/2006/relationships/image" Target="../media/image26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13" Type="http://schemas.openxmlformats.org/officeDocument/2006/relationships/image" Target="../media/image43.png"/><Relationship Id="rId3" Type="http://schemas.openxmlformats.org/officeDocument/2006/relationships/image" Target="../media/image33.png"/><Relationship Id="rId7" Type="http://schemas.openxmlformats.org/officeDocument/2006/relationships/image" Target="../media/image37.png"/><Relationship Id="rId12" Type="http://schemas.openxmlformats.org/officeDocument/2006/relationships/image" Target="../media/image42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.png"/><Relationship Id="rId11" Type="http://schemas.openxmlformats.org/officeDocument/2006/relationships/image" Target="../media/image41.png"/><Relationship Id="rId5" Type="http://schemas.openxmlformats.org/officeDocument/2006/relationships/image" Target="../media/image35.png"/><Relationship Id="rId10" Type="http://schemas.openxmlformats.org/officeDocument/2006/relationships/image" Target="../media/image40.png"/><Relationship Id="rId4" Type="http://schemas.openxmlformats.org/officeDocument/2006/relationships/image" Target="../media/image34.png"/><Relationship Id="rId9" Type="http://schemas.openxmlformats.org/officeDocument/2006/relationships/image" Target="../media/image39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49.png"/><Relationship Id="rId3" Type="http://schemas.openxmlformats.org/officeDocument/2006/relationships/image" Target="../media/image3.png"/><Relationship Id="rId7" Type="http://schemas.openxmlformats.org/officeDocument/2006/relationships/image" Target="../media/image46.png"/><Relationship Id="rId12" Type="http://schemas.openxmlformats.org/officeDocument/2006/relationships/image" Target="../media/image48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5.png"/><Relationship Id="rId11" Type="http://schemas.openxmlformats.org/officeDocument/2006/relationships/image" Target="../media/image47.png"/><Relationship Id="rId5" Type="http://schemas.openxmlformats.org/officeDocument/2006/relationships/image" Target="../media/image44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55.png"/><Relationship Id="rId3" Type="http://schemas.openxmlformats.org/officeDocument/2006/relationships/image" Target="../media/image3.png"/><Relationship Id="rId7" Type="http://schemas.openxmlformats.org/officeDocument/2006/relationships/image" Target="../media/image52.png"/><Relationship Id="rId12" Type="http://schemas.openxmlformats.org/officeDocument/2006/relationships/image" Target="../media/image5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1.png"/><Relationship Id="rId11" Type="http://schemas.openxmlformats.org/officeDocument/2006/relationships/image" Target="../media/image53.png"/><Relationship Id="rId5" Type="http://schemas.openxmlformats.org/officeDocument/2006/relationships/image" Target="../media/image50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61.png"/><Relationship Id="rId3" Type="http://schemas.openxmlformats.org/officeDocument/2006/relationships/image" Target="../media/image3.png"/><Relationship Id="rId7" Type="http://schemas.openxmlformats.org/officeDocument/2006/relationships/image" Target="../media/image58.png"/><Relationship Id="rId12" Type="http://schemas.openxmlformats.org/officeDocument/2006/relationships/image" Target="../media/image6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7.png"/><Relationship Id="rId11" Type="http://schemas.openxmlformats.org/officeDocument/2006/relationships/image" Target="../media/image59.png"/><Relationship Id="rId5" Type="http://schemas.openxmlformats.org/officeDocument/2006/relationships/image" Target="../media/image56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.png"/><Relationship Id="rId13" Type="http://schemas.openxmlformats.org/officeDocument/2006/relationships/image" Target="../media/image67.png"/><Relationship Id="rId3" Type="http://schemas.openxmlformats.org/officeDocument/2006/relationships/image" Target="../media/image3.png"/><Relationship Id="rId7" Type="http://schemas.openxmlformats.org/officeDocument/2006/relationships/image" Target="../media/image10.png"/><Relationship Id="rId12" Type="http://schemas.openxmlformats.org/officeDocument/2006/relationships/image" Target="../media/image6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11" Type="http://schemas.openxmlformats.org/officeDocument/2006/relationships/image" Target="../media/image65.png"/><Relationship Id="rId5" Type="http://schemas.openxmlformats.org/officeDocument/2006/relationships/image" Target="../media/image8.png"/><Relationship Id="rId10" Type="http://schemas.openxmlformats.org/officeDocument/2006/relationships/image" Target="../media/image64.png"/><Relationship Id="rId4" Type="http://schemas.openxmlformats.org/officeDocument/2006/relationships/image" Target="../media/image4.png"/><Relationship Id="rId9" Type="http://schemas.openxmlformats.org/officeDocument/2006/relationships/image" Target="../media/image63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8.png"/><Relationship Id="rId13" Type="http://schemas.openxmlformats.org/officeDocument/2006/relationships/image" Target="../media/image73.png"/><Relationship Id="rId18" Type="http://schemas.openxmlformats.org/officeDocument/2006/relationships/image" Target="../media/image78.png"/><Relationship Id="rId3" Type="http://schemas.openxmlformats.org/officeDocument/2006/relationships/image" Target="../media/image33.png"/><Relationship Id="rId7" Type="http://schemas.openxmlformats.org/officeDocument/2006/relationships/image" Target="../media/image42.png"/><Relationship Id="rId12" Type="http://schemas.openxmlformats.org/officeDocument/2006/relationships/image" Target="../media/image72.png"/><Relationship Id="rId17" Type="http://schemas.openxmlformats.org/officeDocument/2006/relationships/image" Target="../media/image77.png"/><Relationship Id="rId2" Type="http://schemas.openxmlformats.org/officeDocument/2006/relationships/image" Target="../media/image32.png"/><Relationship Id="rId16" Type="http://schemas.openxmlformats.org/officeDocument/2006/relationships/image" Target="../media/image7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11" Type="http://schemas.openxmlformats.org/officeDocument/2006/relationships/image" Target="../media/image71.png"/><Relationship Id="rId5" Type="http://schemas.openxmlformats.org/officeDocument/2006/relationships/image" Target="../media/image38.png"/><Relationship Id="rId15" Type="http://schemas.openxmlformats.org/officeDocument/2006/relationships/image" Target="../media/image75.png"/><Relationship Id="rId10" Type="http://schemas.openxmlformats.org/officeDocument/2006/relationships/image" Target="../media/image70.png"/><Relationship Id="rId19" Type="http://schemas.openxmlformats.org/officeDocument/2006/relationships/image" Target="../media/image79.png"/><Relationship Id="rId4" Type="http://schemas.openxmlformats.org/officeDocument/2006/relationships/image" Target="../media/image34.png"/><Relationship Id="rId9" Type="http://schemas.openxmlformats.org/officeDocument/2006/relationships/image" Target="../media/image69.png"/><Relationship Id="rId14" Type="http://schemas.openxmlformats.org/officeDocument/2006/relationships/image" Target="../media/image74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.png"/><Relationship Id="rId13" Type="http://schemas.openxmlformats.org/officeDocument/2006/relationships/image" Target="../media/image73.png"/><Relationship Id="rId18" Type="http://schemas.openxmlformats.org/officeDocument/2006/relationships/image" Target="../media/image78.png"/><Relationship Id="rId3" Type="http://schemas.openxmlformats.org/officeDocument/2006/relationships/image" Target="../media/image33.png"/><Relationship Id="rId7" Type="http://schemas.openxmlformats.org/officeDocument/2006/relationships/image" Target="../media/image42.png"/><Relationship Id="rId12" Type="http://schemas.openxmlformats.org/officeDocument/2006/relationships/image" Target="../media/image72.png"/><Relationship Id="rId17" Type="http://schemas.openxmlformats.org/officeDocument/2006/relationships/image" Target="../media/image77.png"/><Relationship Id="rId2" Type="http://schemas.openxmlformats.org/officeDocument/2006/relationships/image" Target="../media/image32.png"/><Relationship Id="rId16" Type="http://schemas.openxmlformats.org/officeDocument/2006/relationships/image" Target="../media/image8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11" Type="http://schemas.openxmlformats.org/officeDocument/2006/relationships/image" Target="../media/image71.png"/><Relationship Id="rId5" Type="http://schemas.openxmlformats.org/officeDocument/2006/relationships/image" Target="../media/image38.png"/><Relationship Id="rId15" Type="http://schemas.openxmlformats.org/officeDocument/2006/relationships/image" Target="../media/image84.png"/><Relationship Id="rId10" Type="http://schemas.openxmlformats.org/officeDocument/2006/relationships/image" Target="../media/image82.png"/><Relationship Id="rId19" Type="http://schemas.openxmlformats.org/officeDocument/2006/relationships/image" Target="../media/image79.png"/><Relationship Id="rId4" Type="http://schemas.openxmlformats.org/officeDocument/2006/relationships/image" Target="../media/image34.png"/><Relationship Id="rId9" Type="http://schemas.openxmlformats.org/officeDocument/2006/relationships/image" Target="../media/image81.png"/><Relationship Id="rId14" Type="http://schemas.openxmlformats.org/officeDocument/2006/relationships/image" Target="../media/image83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6.png"/><Relationship Id="rId13" Type="http://schemas.openxmlformats.org/officeDocument/2006/relationships/image" Target="../media/image91.png"/><Relationship Id="rId3" Type="http://schemas.openxmlformats.org/officeDocument/2006/relationships/image" Target="../media/image3.png"/><Relationship Id="rId7" Type="http://schemas.openxmlformats.org/officeDocument/2006/relationships/image" Target="../media/image10.png"/><Relationship Id="rId12" Type="http://schemas.openxmlformats.org/officeDocument/2006/relationships/image" Target="../media/image9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11" Type="http://schemas.openxmlformats.org/officeDocument/2006/relationships/image" Target="../media/image89.png"/><Relationship Id="rId5" Type="http://schemas.openxmlformats.org/officeDocument/2006/relationships/image" Target="../media/image8.png"/><Relationship Id="rId10" Type="http://schemas.openxmlformats.org/officeDocument/2006/relationships/image" Target="../media/image88.png"/><Relationship Id="rId4" Type="http://schemas.openxmlformats.org/officeDocument/2006/relationships/image" Target="../media/image4.png"/><Relationship Id="rId9" Type="http://schemas.openxmlformats.org/officeDocument/2006/relationships/image" Target="../media/image87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97.png"/><Relationship Id="rId3" Type="http://schemas.openxmlformats.org/officeDocument/2006/relationships/image" Target="../media/image3.png"/><Relationship Id="rId7" Type="http://schemas.openxmlformats.org/officeDocument/2006/relationships/image" Target="../media/image94.png"/><Relationship Id="rId12" Type="http://schemas.openxmlformats.org/officeDocument/2006/relationships/image" Target="../media/image9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3.png"/><Relationship Id="rId11" Type="http://schemas.openxmlformats.org/officeDocument/2006/relationships/image" Target="../media/image95.png"/><Relationship Id="rId5" Type="http://schemas.openxmlformats.org/officeDocument/2006/relationships/image" Target="../media/image92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13" Type="http://schemas.openxmlformats.org/officeDocument/2006/relationships/image" Target="../media/image42.png"/><Relationship Id="rId3" Type="http://schemas.openxmlformats.org/officeDocument/2006/relationships/image" Target="../media/image99.png"/><Relationship Id="rId7" Type="http://schemas.openxmlformats.org/officeDocument/2006/relationships/image" Target="../media/image103.png"/><Relationship Id="rId12" Type="http://schemas.openxmlformats.org/officeDocument/2006/relationships/image" Target="../media/image39.png"/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2.png"/><Relationship Id="rId11" Type="http://schemas.openxmlformats.org/officeDocument/2006/relationships/image" Target="../media/image38.png"/><Relationship Id="rId5" Type="http://schemas.openxmlformats.org/officeDocument/2006/relationships/image" Target="../media/image101.png"/><Relationship Id="rId10" Type="http://schemas.openxmlformats.org/officeDocument/2006/relationships/image" Target="../media/image34.png"/><Relationship Id="rId4" Type="http://schemas.openxmlformats.org/officeDocument/2006/relationships/image" Target="../media/image100.png"/><Relationship Id="rId9" Type="http://schemas.openxmlformats.org/officeDocument/2006/relationships/image" Target="../media/image33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0.png"/><Relationship Id="rId13" Type="http://schemas.openxmlformats.org/officeDocument/2006/relationships/image" Target="../media/image115.png"/><Relationship Id="rId3" Type="http://schemas.openxmlformats.org/officeDocument/2006/relationships/image" Target="../media/image105.png"/><Relationship Id="rId7" Type="http://schemas.openxmlformats.org/officeDocument/2006/relationships/image" Target="../media/image109.png"/><Relationship Id="rId12" Type="http://schemas.openxmlformats.org/officeDocument/2006/relationships/image" Target="../media/image114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8.png"/><Relationship Id="rId11" Type="http://schemas.openxmlformats.org/officeDocument/2006/relationships/image" Target="../media/image113.png"/><Relationship Id="rId5" Type="http://schemas.openxmlformats.org/officeDocument/2006/relationships/image" Target="../media/image107.png"/><Relationship Id="rId10" Type="http://schemas.openxmlformats.org/officeDocument/2006/relationships/image" Target="../media/image112.png"/><Relationship Id="rId4" Type="http://schemas.openxmlformats.org/officeDocument/2006/relationships/image" Target="../media/image106.png"/><Relationship Id="rId9" Type="http://schemas.openxmlformats.org/officeDocument/2006/relationships/image" Target="../media/image111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2.png"/><Relationship Id="rId13" Type="http://schemas.openxmlformats.org/officeDocument/2006/relationships/image" Target="../media/image127.png"/><Relationship Id="rId3" Type="http://schemas.openxmlformats.org/officeDocument/2006/relationships/image" Target="../media/image117.png"/><Relationship Id="rId7" Type="http://schemas.openxmlformats.org/officeDocument/2006/relationships/image" Target="../media/image121.png"/><Relationship Id="rId12" Type="http://schemas.openxmlformats.org/officeDocument/2006/relationships/image" Target="../media/image126.png"/><Relationship Id="rId2" Type="http://schemas.openxmlformats.org/officeDocument/2006/relationships/image" Target="../media/image11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0.png"/><Relationship Id="rId11" Type="http://schemas.openxmlformats.org/officeDocument/2006/relationships/image" Target="../media/image125.png"/><Relationship Id="rId5" Type="http://schemas.openxmlformats.org/officeDocument/2006/relationships/image" Target="../media/image119.png"/><Relationship Id="rId10" Type="http://schemas.openxmlformats.org/officeDocument/2006/relationships/image" Target="../media/image124.png"/><Relationship Id="rId4" Type="http://schemas.openxmlformats.org/officeDocument/2006/relationships/image" Target="../media/image118.png"/><Relationship Id="rId9" Type="http://schemas.openxmlformats.org/officeDocument/2006/relationships/image" Target="../media/image123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0.png"/><Relationship Id="rId13" Type="http://schemas.openxmlformats.org/officeDocument/2006/relationships/image" Target="../media/image133.png"/><Relationship Id="rId3" Type="http://schemas.openxmlformats.org/officeDocument/2006/relationships/image" Target="../media/image105.png"/><Relationship Id="rId7" Type="http://schemas.openxmlformats.org/officeDocument/2006/relationships/image" Target="../media/image130.png"/><Relationship Id="rId12" Type="http://schemas.openxmlformats.org/officeDocument/2006/relationships/image" Target="../media/image132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9.png"/><Relationship Id="rId11" Type="http://schemas.openxmlformats.org/officeDocument/2006/relationships/image" Target="../media/image131.png"/><Relationship Id="rId5" Type="http://schemas.openxmlformats.org/officeDocument/2006/relationships/image" Target="../media/image128.png"/><Relationship Id="rId10" Type="http://schemas.openxmlformats.org/officeDocument/2006/relationships/image" Target="../media/image112.png"/><Relationship Id="rId4" Type="http://schemas.openxmlformats.org/officeDocument/2006/relationships/image" Target="../media/image106.png"/><Relationship Id="rId9" Type="http://schemas.openxmlformats.org/officeDocument/2006/relationships/image" Target="../media/image111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0.png"/><Relationship Id="rId13" Type="http://schemas.openxmlformats.org/officeDocument/2006/relationships/image" Target="../media/image145.png"/><Relationship Id="rId3" Type="http://schemas.openxmlformats.org/officeDocument/2006/relationships/image" Target="../media/image135.png"/><Relationship Id="rId7" Type="http://schemas.openxmlformats.org/officeDocument/2006/relationships/image" Target="../media/image139.png"/><Relationship Id="rId12" Type="http://schemas.openxmlformats.org/officeDocument/2006/relationships/image" Target="../media/image144.png"/><Relationship Id="rId2" Type="http://schemas.openxmlformats.org/officeDocument/2006/relationships/image" Target="../media/image13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8.png"/><Relationship Id="rId11" Type="http://schemas.openxmlformats.org/officeDocument/2006/relationships/image" Target="../media/image143.png"/><Relationship Id="rId5" Type="http://schemas.openxmlformats.org/officeDocument/2006/relationships/image" Target="../media/image137.png"/><Relationship Id="rId10" Type="http://schemas.openxmlformats.org/officeDocument/2006/relationships/image" Target="../media/image142.png"/><Relationship Id="rId4" Type="http://schemas.openxmlformats.org/officeDocument/2006/relationships/image" Target="../media/image136.png"/><Relationship Id="rId9" Type="http://schemas.openxmlformats.org/officeDocument/2006/relationships/image" Target="../media/image141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0.png"/><Relationship Id="rId13" Type="http://schemas.openxmlformats.org/officeDocument/2006/relationships/image" Target="../media/image151.png"/><Relationship Id="rId3" Type="http://schemas.openxmlformats.org/officeDocument/2006/relationships/image" Target="../media/image105.png"/><Relationship Id="rId7" Type="http://schemas.openxmlformats.org/officeDocument/2006/relationships/image" Target="../media/image148.png"/><Relationship Id="rId12" Type="http://schemas.openxmlformats.org/officeDocument/2006/relationships/image" Target="../media/image150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7.png"/><Relationship Id="rId11" Type="http://schemas.openxmlformats.org/officeDocument/2006/relationships/image" Target="../media/image149.png"/><Relationship Id="rId5" Type="http://schemas.openxmlformats.org/officeDocument/2006/relationships/image" Target="../media/image146.png"/><Relationship Id="rId10" Type="http://schemas.openxmlformats.org/officeDocument/2006/relationships/image" Target="../media/image112.png"/><Relationship Id="rId4" Type="http://schemas.openxmlformats.org/officeDocument/2006/relationships/image" Target="../media/image106.png"/><Relationship Id="rId9" Type="http://schemas.openxmlformats.org/officeDocument/2006/relationships/image" Target="../media/image111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0.png"/><Relationship Id="rId13" Type="http://schemas.openxmlformats.org/officeDocument/2006/relationships/image" Target="../media/image157.png"/><Relationship Id="rId3" Type="http://schemas.openxmlformats.org/officeDocument/2006/relationships/image" Target="../media/image105.png"/><Relationship Id="rId7" Type="http://schemas.openxmlformats.org/officeDocument/2006/relationships/image" Target="../media/image154.png"/><Relationship Id="rId12" Type="http://schemas.openxmlformats.org/officeDocument/2006/relationships/image" Target="../media/image156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3.png"/><Relationship Id="rId11" Type="http://schemas.openxmlformats.org/officeDocument/2006/relationships/image" Target="../media/image155.png"/><Relationship Id="rId5" Type="http://schemas.openxmlformats.org/officeDocument/2006/relationships/image" Target="../media/image152.png"/><Relationship Id="rId10" Type="http://schemas.openxmlformats.org/officeDocument/2006/relationships/image" Target="../media/image112.png"/><Relationship Id="rId4" Type="http://schemas.openxmlformats.org/officeDocument/2006/relationships/image" Target="../media/image106.png"/><Relationship Id="rId9" Type="http://schemas.openxmlformats.org/officeDocument/2006/relationships/image" Target="../media/image111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0.png"/><Relationship Id="rId13" Type="http://schemas.openxmlformats.org/officeDocument/2006/relationships/image" Target="../media/image163.png"/><Relationship Id="rId3" Type="http://schemas.openxmlformats.org/officeDocument/2006/relationships/image" Target="../media/image105.png"/><Relationship Id="rId7" Type="http://schemas.openxmlformats.org/officeDocument/2006/relationships/image" Target="../media/image160.png"/><Relationship Id="rId12" Type="http://schemas.openxmlformats.org/officeDocument/2006/relationships/image" Target="../media/image162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9.png"/><Relationship Id="rId11" Type="http://schemas.openxmlformats.org/officeDocument/2006/relationships/image" Target="../media/image161.png"/><Relationship Id="rId5" Type="http://schemas.openxmlformats.org/officeDocument/2006/relationships/image" Target="../media/image158.png"/><Relationship Id="rId10" Type="http://schemas.openxmlformats.org/officeDocument/2006/relationships/image" Target="../media/image112.png"/><Relationship Id="rId4" Type="http://schemas.openxmlformats.org/officeDocument/2006/relationships/image" Target="../media/image106.png"/><Relationship Id="rId9" Type="http://schemas.openxmlformats.org/officeDocument/2006/relationships/image" Target="../media/image111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4.png"/><Relationship Id="rId13" Type="http://schemas.openxmlformats.org/officeDocument/2006/relationships/image" Target="../media/image169.png"/><Relationship Id="rId3" Type="http://schemas.openxmlformats.org/officeDocument/2006/relationships/image" Target="../media/image105.png"/><Relationship Id="rId7" Type="http://schemas.openxmlformats.org/officeDocument/2006/relationships/image" Target="../media/image112.png"/><Relationship Id="rId12" Type="http://schemas.openxmlformats.org/officeDocument/2006/relationships/image" Target="../media/image168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1.png"/><Relationship Id="rId11" Type="http://schemas.openxmlformats.org/officeDocument/2006/relationships/image" Target="../media/image167.png"/><Relationship Id="rId5" Type="http://schemas.openxmlformats.org/officeDocument/2006/relationships/image" Target="../media/image110.png"/><Relationship Id="rId10" Type="http://schemas.openxmlformats.org/officeDocument/2006/relationships/image" Target="../media/image166.png"/><Relationship Id="rId4" Type="http://schemas.openxmlformats.org/officeDocument/2006/relationships/image" Target="../media/image106.png"/><Relationship Id="rId9" Type="http://schemas.openxmlformats.org/officeDocument/2006/relationships/image" Target="../media/image165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6.png"/><Relationship Id="rId13" Type="http://schemas.openxmlformats.org/officeDocument/2006/relationships/image" Target="../media/image73.png"/><Relationship Id="rId18" Type="http://schemas.openxmlformats.org/officeDocument/2006/relationships/image" Target="../media/image78.png"/><Relationship Id="rId3" Type="http://schemas.openxmlformats.org/officeDocument/2006/relationships/image" Target="../media/image171.png"/><Relationship Id="rId7" Type="http://schemas.openxmlformats.org/officeDocument/2006/relationships/image" Target="../media/image175.png"/><Relationship Id="rId12" Type="http://schemas.openxmlformats.org/officeDocument/2006/relationships/image" Target="../media/image72.png"/><Relationship Id="rId17" Type="http://schemas.openxmlformats.org/officeDocument/2006/relationships/image" Target="../media/image77.png"/><Relationship Id="rId2" Type="http://schemas.openxmlformats.org/officeDocument/2006/relationships/image" Target="../media/image170.png"/><Relationship Id="rId16" Type="http://schemas.openxmlformats.org/officeDocument/2006/relationships/image" Target="../media/image18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4.png"/><Relationship Id="rId11" Type="http://schemas.openxmlformats.org/officeDocument/2006/relationships/image" Target="../media/image71.png"/><Relationship Id="rId5" Type="http://schemas.openxmlformats.org/officeDocument/2006/relationships/image" Target="../media/image173.png"/><Relationship Id="rId15" Type="http://schemas.openxmlformats.org/officeDocument/2006/relationships/image" Target="../media/image180.png"/><Relationship Id="rId10" Type="http://schemas.openxmlformats.org/officeDocument/2006/relationships/image" Target="../media/image178.png"/><Relationship Id="rId19" Type="http://schemas.openxmlformats.org/officeDocument/2006/relationships/image" Target="../media/image79.png"/><Relationship Id="rId4" Type="http://schemas.openxmlformats.org/officeDocument/2006/relationships/image" Target="../media/image172.png"/><Relationship Id="rId9" Type="http://schemas.openxmlformats.org/officeDocument/2006/relationships/image" Target="../media/image177.png"/><Relationship Id="rId14" Type="http://schemas.openxmlformats.org/officeDocument/2006/relationships/image" Target="../media/image179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2.png"/><Relationship Id="rId13" Type="http://schemas.openxmlformats.org/officeDocument/2006/relationships/image" Target="../media/image73.png"/><Relationship Id="rId18" Type="http://schemas.openxmlformats.org/officeDocument/2006/relationships/image" Target="../media/image78.png"/><Relationship Id="rId3" Type="http://schemas.openxmlformats.org/officeDocument/2006/relationships/image" Target="../media/image171.png"/><Relationship Id="rId7" Type="http://schemas.openxmlformats.org/officeDocument/2006/relationships/image" Target="../media/image175.png"/><Relationship Id="rId12" Type="http://schemas.openxmlformats.org/officeDocument/2006/relationships/image" Target="../media/image72.png"/><Relationship Id="rId17" Type="http://schemas.openxmlformats.org/officeDocument/2006/relationships/image" Target="../media/image77.png"/><Relationship Id="rId2" Type="http://schemas.openxmlformats.org/officeDocument/2006/relationships/image" Target="../media/image170.png"/><Relationship Id="rId16" Type="http://schemas.openxmlformats.org/officeDocument/2006/relationships/image" Target="../media/image18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4.png"/><Relationship Id="rId11" Type="http://schemas.openxmlformats.org/officeDocument/2006/relationships/image" Target="../media/image71.png"/><Relationship Id="rId5" Type="http://schemas.openxmlformats.org/officeDocument/2006/relationships/image" Target="../media/image173.png"/><Relationship Id="rId15" Type="http://schemas.openxmlformats.org/officeDocument/2006/relationships/image" Target="../media/image186.png"/><Relationship Id="rId10" Type="http://schemas.openxmlformats.org/officeDocument/2006/relationships/image" Target="../media/image184.png"/><Relationship Id="rId19" Type="http://schemas.openxmlformats.org/officeDocument/2006/relationships/image" Target="../media/image79.png"/><Relationship Id="rId4" Type="http://schemas.openxmlformats.org/officeDocument/2006/relationships/image" Target="../media/image172.png"/><Relationship Id="rId9" Type="http://schemas.openxmlformats.org/officeDocument/2006/relationships/image" Target="../media/image183.png"/><Relationship Id="rId14" Type="http://schemas.openxmlformats.org/officeDocument/2006/relationships/image" Target="../media/image185.pn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0.png"/><Relationship Id="rId13" Type="http://schemas.openxmlformats.org/officeDocument/2006/relationships/image" Target="../media/image193.png"/><Relationship Id="rId3" Type="http://schemas.openxmlformats.org/officeDocument/2006/relationships/image" Target="../media/image105.png"/><Relationship Id="rId7" Type="http://schemas.openxmlformats.org/officeDocument/2006/relationships/image" Target="../media/image190.png"/><Relationship Id="rId12" Type="http://schemas.openxmlformats.org/officeDocument/2006/relationships/image" Target="../media/image192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9.png"/><Relationship Id="rId11" Type="http://schemas.openxmlformats.org/officeDocument/2006/relationships/image" Target="../media/image191.png"/><Relationship Id="rId5" Type="http://schemas.openxmlformats.org/officeDocument/2006/relationships/image" Target="../media/image188.png"/><Relationship Id="rId10" Type="http://schemas.openxmlformats.org/officeDocument/2006/relationships/image" Target="../media/image112.png"/><Relationship Id="rId4" Type="http://schemas.openxmlformats.org/officeDocument/2006/relationships/image" Target="../media/image106.png"/><Relationship Id="rId9" Type="http://schemas.openxmlformats.org/officeDocument/2006/relationships/image" Target="../media/image111.pn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4.png"/><Relationship Id="rId13" Type="http://schemas.openxmlformats.org/officeDocument/2006/relationships/image" Target="../media/image142.png"/><Relationship Id="rId3" Type="http://schemas.openxmlformats.org/officeDocument/2006/relationships/image" Target="../media/image195.png"/><Relationship Id="rId7" Type="http://schemas.openxmlformats.org/officeDocument/2006/relationships/image" Target="../media/image199.png"/><Relationship Id="rId12" Type="http://schemas.openxmlformats.org/officeDocument/2006/relationships/image" Target="../media/image141.png"/><Relationship Id="rId2" Type="http://schemas.openxmlformats.org/officeDocument/2006/relationships/image" Target="../media/image19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8.png"/><Relationship Id="rId11" Type="http://schemas.openxmlformats.org/officeDocument/2006/relationships/image" Target="../media/image140.png"/><Relationship Id="rId5" Type="http://schemas.openxmlformats.org/officeDocument/2006/relationships/image" Target="../media/image197.png"/><Relationship Id="rId10" Type="http://schemas.openxmlformats.org/officeDocument/2006/relationships/image" Target="../media/image136.png"/><Relationship Id="rId4" Type="http://schemas.openxmlformats.org/officeDocument/2006/relationships/image" Target="../media/image196.png"/><Relationship Id="rId9" Type="http://schemas.openxmlformats.org/officeDocument/2006/relationships/image" Target="../media/image135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205.png"/><Relationship Id="rId3" Type="http://schemas.openxmlformats.org/officeDocument/2006/relationships/image" Target="../media/image3.png"/><Relationship Id="rId7" Type="http://schemas.openxmlformats.org/officeDocument/2006/relationships/image" Target="../media/image202.png"/><Relationship Id="rId12" Type="http://schemas.openxmlformats.org/officeDocument/2006/relationships/image" Target="../media/image20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1.png"/><Relationship Id="rId11" Type="http://schemas.openxmlformats.org/officeDocument/2006/relationships/image" Target="../media/image203.png"/><Relationship Id="rId5" Type="http://schemas.openxmlformats.org/officeDocument/2006/relationships/image" Target="../media/image200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211.png"/><Relationship Id="rId3" Type="http://schemas.openxmlformats.org/officeDocument/2006/relationships/image" Target="../media/image3.png"/><Relationship Id="rId7" Type="http://schemas.openxmlformats.org/officeDocument/2006/relationships/image" Target="../media/image208.png"/><Relationship Id="rId12" Type="http://schemas.openxmlformats.org/officeDocument/2006/relationships/image" Target="../media/image21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7.png"/><Relationship Id="rId11" Type="http://schemas.openxmlformats.org/officeDocument/2006/relationships/image" Target="../media/image209.png"/><Relationship Id="rId5" Type="http://schemas.openxmlformats.org/officeDocument/2006/relationships/image" Target="../media/image206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13" Type="http://schemas.openxmlformats.org/officeDocument/2006/relationships/image" Target="../media/image217.png"/><Relationship Id="rId3" Type="http://schemas.openxmlformats.org/officeDocument/2006/relationships/image" Target="../media/image33.png"/><Relationship Id="rId7" Type="http://schemas.openxmlformats.org/officeDocument/2006/relationships/image" Target="../media/image214.png"/><Relationship Id="rId12" Type="http://schemas.openxmlformats.org/officeDocument/2006/relationships/image" Target="../media/image42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3.png"/><Relationship Id="rId11" Type="http://schemas.openxmlformats.org/officeDocument/2006/relationships/image" Target="../media/image216.png"/><Relationship Id="rId5" Type="http://schemas.openxmlformats.org/officeDocument/2006/relationships/image" Target="../media/image212.png"/><Relationship Id="rId10" Type="http://schemas.openxmlformats.org/officeDocument/2006/relationships/image" Target="../media/image215.png"/><Relationship Id="rId4" Type="http://schemas.openxmlformats.org/officeDocument/2006/relationships/image" Target="../media/image34.png"/><Relationship Id="rId9" Type="http://schemas.openxmlformats.org/officeDocument/2006/relationships/image" Target="../media/image39.png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223.png"/><Relationship Id="rId3" Type="http://schemas.openxmlformats.org/officeDocument/2006/relationships/image" Target="../media/image3.png"/><Relationship Id="rId7" Type="http://schemas.openxmlformats.org/officeDocument/2006/relationships/image" Target="../media/image220.png"/><Relationship Id="rId12" Type="http://schemas.openxmlformats.org/officeDocument/2006/relationships/image" Target="../media/image222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9.png"/><Relationship Id="rId11" Type="http://schemas.openxmlformats.org/officeDocument/2006/relationships/image" Target="../media/image221.png"/><Relationship Id="rId5" Type="http://schemas.openxmlformats.org/officeDocument/2006/relationships/image" Target="../media/image218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13" Type="http://schemas.openxmlformats.org/officeDocument/2006/relationships/image" Target="../media/image42.png"/><Relationship Id="rId3" Type="http://schemas.openxmlformats.org/officeDocument/2006/relationships/image" Target="../media/image225.png"/><Relationship Id="rId7" Type="http://schemas.openxmlformats.org/officeDocument/2006/relationships/image" Target="../media/image229.png"/><Relationship Id="rId12" Type="http://schemas.openxmlformats.org/officeDocument/2006/relationships/image" Target="../media/image39.png"/><Relationship Id="rId2" Type="http://schemas.openxmlformats.org/officeDocument/2006/relationships/image" Target="../media/image22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8.png"/><Relationship Id="rId11" Type="http://schemas.openxmlformats.org/officeDocument/2006/relationships/image" Target="../media/image38.png"/><Relationship Id="rId5" Type="http://schemas.openxmlformats.org/officeDocument/2006/relationships/image" Target="../media/image227.png"/><Relationship Id="rId10" Type="http://schemas.openxmlformats.org/officeDocument/2006/relationships/image" Target="../media/image34.png"/><Relationship Id="rId4" Type="http://schemas.openxmlformats.org/officeDocument/2006/relationships/image" Target="../media/image226.png"/><Relationship Id="rId9" Type="http://schemas.openxmlformats.org/officeDocument/2006/relationships/image" Target="../media/image33.pn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0.png"/><Relationship Id="rId13" Type="http://schemas.openxmlformats.org/officeDocument/2006/relationships/image" Target="../media/image235.png"/><Relationship Id="rId3" Type="http://schemas.openxmlformats.org/officeDocument/2006/relationships/image" Target="../media/image105.png"/><Relationship Id="rId7" Type="http://schemas.openxmlformats.org/officeDocument/2006/relationships/image" Target="../media/image232.png"/><Relationship Id="rId12" Type="http://schemas.openxmlformats.org/officeDocument/2006/relationships/image" Target="../media/image234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1.png"/><Relationship Id="rId11" Type="http://schemas.openxmlformats.org/officeDocument/2006/relationships/image" Target="../media/image233.png"/><Relationship Id="rId5" Type="http://schemas.openxmlformats.org/officeDocument/2006/relationships/image" Target="../media/image230.png"/><Relationship Id="rId10" Type="http://schemas.openxmlformats.org/officeDocument/2006/relationships/image" Target="../media/image112.png"/><Relationship Id="rId4" Type="http://schemas.openxmlformats.org/officeDocument/2006/relationships/image" Target="../media/image106.png"/><Relationship Id="rId9" Type="http://schemas.openxmlformats.org/officeDocument/2006/relationships/image" Target="../media/image111.png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0.png"/><Relationship Id="rId13" Type="http://schemas.openxmlformats.org/officeDocument/2006/relationships/image" Target="../media/image241.png"/><Relationship Id="rId3" Type="http://schemas.openxmlformats.org/officeDocument/2006/relationships/image" Target="../media/image105.png"/><Relationship Id="rId7" Type="http://schemas.openxmlformats.org/officeDocument/2006/relationships/image" Target="../media/image238.png"/><Relationship Id="rId12" Type="http://schemas.openxmlformats.org/officeDocument/2006/relationships/image" Target="../media/image240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7.png"/><Relationship Id="rId11" Type="http://schemas.openxmlformats.org/officeDocument/2006/relationships/image" Target="../media/image239.png"/><Relationship Id="rId5" Type="http://schemas.openxmlformats.org/officeDocument/2006/relationships/image" Target="../media/image236.png"/><Relationship Id="rId10" Type="http://schemas.openxmlformats.org/officeDocument/2006/relationships/image" Target="../media/image112.png"/><Relationship Id="rId4" Type="http://schemas.openxmlformats.org/officeDocument/2006/relationships/image" Target="../media/image106.png"/><Relationship Id="rId9" Type="http://schemas.openxmlformats.org/officeDocument/2006/relationships/image" Target="../media/image111.png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0.png"/><Relationship Id="rId13" Type="http://schemas.openxmlformats.org/officeDocument/2006/relationships/image" Target="../media/image247.png"/><Relationship Id="rId3" Type="http://schemas.openxmlformats.org/officeDocument/2006/relationships/image" Target="../media/image135.png"/><Relationship Id="rId7" Type="http://schemas.openxmlformats.org/officeDocument/2006/relationships/image" Target="../media/image244.png"/><Relationship Id="rId12" Type="http://schemas.openxmlformats.org/officeDocument/2006/relationships/image" Target="../media/image246.png"/><Relationship Id="rId2" Type="http://schemas.openxmlformats.org/officeDocument/2006/relationships/image" Target="../media/image13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3.png"/><Relationship Id="rId11" Type="http://schemas.openxmlformats.org/officeDocument/2006/relationships/image" Target="../media/image245.png"/><Relationship Id="rId5" Type="http://schemas.openxmlformats.org/officeDocument/2006/relationships/image" Target="../media/image242.png"/><Relationship Id="rId10" Type="http://schemas.openxmlformats.org/officeDocument/2006/relationships/image" Target="../media/image142.png"/><Relationship Id="rId4" Type="http://schemas.openxmlformats.org/officeDocument/2006/relationships/image" Target="../media/image136.png"/><Relationship Id="rId9" Type="http://schemas.openxmlformats.org/officeDocument/2006/relationships/image" Target="../media/image141.png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0.png"/><Relationship Id="rId13" Type="http://schemas.openxmlformats.org/officeDocument/2006/relationships/image" Target="../media/image253.png"/><Relationship Id="rId3" Type="http://schemas.openxmlformats.org/officeDocument/2006/relationships/image" Target="../media/image105.png"/><Relationship Id="rId7" Type="http://schemas.openxmlformats.org/officeDocument/2006/relationships/image" Target="../media/image250.png"/><Relationship Id="rId12" Type="http://schemas.openxmlformats.org/officeDocument/2006/relationships/image" Target="../media/image252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9.png"/><Relationship Id="rId11" Type="http://schemas.openxmlformats.org/officeDocument/2006/relationships/image" Target="../media/image251.png"/><Relationship Id="rId5" Type="http://schemas.openxmlformats.org/officeDocument/2006/relationships/image" Target="../media/image248.png"/><Relationship Id="rId10" Type="http://schemas.openxmlformats.org/officeDocument/2006/relationships/image" Target="../media/image112.png"/><Relationship Id="rId4" Type="http://schemas.openxmlformats.org/officeDocument/2006/relationships/image" Target="../media/image106.png"/><Relationship Id="rId9" Type="http://schemas.openxmlformats.org/officeDocument/2006/relationships/image" Target="../media/image111.png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4.png"/><Relationship Id="rId13" Type="http://schemas.openxmlformats.org/officeDocument/2006/relationships/image" Target="../media/image142.png"/><Relationship Id="rId3" Type="http://schemas.openxmlformats.org/officeDocument/2006/relationships/image" Target="../media/image255.png"/><Relationship Id="rId7" Type="http://schemas.openxmlformats.org/officeDocument/2006/relationships/image" Target="../media/image259.png"/><Relationship Id="rId12" Type="http://schemas.openxmlformats.org/officeDocument/2006/relationships/image" Target="../media/image141.png"/><Relationship Id="rId2" Type="http://schemas.openxmlformats.org/officeDocument/2006/relationships/image" Target="../media/image25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8.png"/><Relationship Id="rId11" Type="http://schemas.openxmlformats.org/officeDocument/2006/relationships/image" Target="../media/image140.png"/><Relationship Id="rId5" Type="http://schemas.openxmlformats.org/officeDocument/2006/relationships/image" Target="../media/image257.png"/><Relationship Id="rId10" Type="http://schemas.openxmlformats.org/officeDocument/2006/relationships/image" Target="../media/image136.png"/><Relationship Id="rId4" Type="http://schemas.openxmlformats.org/officeDocument/2006/relationships/image" Target="../media/image256.png"/><Relationship Id="rId9" Type="http://schemas.openxmlformats.org/officeDocument/2006/relationships/image" Target="../media/image135.png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6.png"/><Relationship Id="rId13" Type="http://schemas.openxmlformats.org/officeDocument/2006/relationships/image" Target="../media/image271.png"/><Relationship Id="rId3" Type="http://schemas.openxmlformats.org/officeDocument/2006/relationships/image" Target="../media/image261.png"/><Relationship Id="rId7" Type="http://schemas.openxmlformats.org/officeDocument/2006/relationships/image" Target="../media/image265.png"/><Relationship Id="rId12" Type="http://schemas.openxmlformats.org/officeDocument/2006/relationships/image" Target="../media/image270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4.png"/><Relationship Id="rId11" Type="http://schemas.openxmlformats.org/officeDocument/2006/relationships/image" Target="../media/image269.png"/><Relationship Id="rId5" Type="http://schemas.openxmlformats.org/officeDocument/2006/relationships/image" Target="../media/image263.png"/><Relationship Id="rId10" Type="http://schemas.openxmlformats.org/officeDocument/2006/relationships/image" Target="../media/image268.png"/><Relationship Id="rId4" Type="http://schemas.openxmlformats.org/officeDocument/2006/relationships/image" Target="../media/image262.png"/><Relationship Id="rId9" Type="http://schemas.openxmlformats.org/officeDocument/2006/relationships/image" Target="../media/image267.png"/></Relationships>
</file>

<file path=ppt/slides/_rels/slide5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6.png"/><Relationship Id="rId13" Type="http://schemas.openxmlformats.org/officeDocument/2006/relationships/image" Target="../media/image281.png"/><Relationship Id="rId3" Type="http://schemas.openxmlformats.org/officeDocument/2006/relationships/image" Target="../media/image3.png"/><Relationship Id="rId7" Type="http://schemas.openxmlformats.org/officeDocument/2006/relationships/image" Target="../media/image275.png"/><Relationship Id="rId12" Type="http://schemas.openxmlformats.org/officeDocument/2006/relationships/image" Target="../media/image280.png"/><Relationship Id="rId2" Type="http://schemas.openxmlformats.org/officeDocument/2006/relationships/image" Target="../media/image27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3.png"/><Relationship Id="rId11" Type="http://schemas.openxmlformats.org/officeDocument/2006/relationships/image" Target="../media/image279.png"/><Relationship Id="rId5" Type="http://schemas.openxmlformats.org/officeDocument/2006/relationships/image" Target="../media/image274.png"/><Relationship Id="rId10" Type="http://schemas.openxmlformats.org/officeDocument/2006/relationships/image" Target="../media/image278.png"/><Relationship Id="rId4" Type="http://schemas.openxmlformats.org/officeDocument/2006/relationships/image" Target="../media/image273.png"/><Relationship Id="rId9" Type="http://schemas.openxmlformats.org/officeDocument/2006/relationships/image" Target="../media/image277.png"/></Relationships>
</file>

<file path=ppt/slides/_rels/slide5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8.png"/><Relationship Id="rId13" Type="http://schemas.openxmlformats.org/officeDocument/2006/relationships/image" Target="../media/image293.png"/><Relationship Id="rId3" Type="http://schemas.openxmlformats.org/officeDocument/2006/relationships/image" Target="../media/image283.png"/><Relationship Id="rId7" Type="http://schemas.openxmlformats.org/officeDocument/2006/relationships/image" Target="../media/image287.png"/><Relationship Id="rId12" Type="http://schemas.openxmlformats.org/officeDocument/2006/relationships/image" Target="../media/image292.png"/><Relationship Id="rId2" Type="http://schemas.openxmlformats.org/officeDocument/2006/relationships/image" Target="../media/image28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6.png"/><Relationship Id="rId11" Type="http://schemas.openxmlformats.org/officeDocument/2006/relationships/image" Target="../media/image291.png"/><Relationship Id="rId5" Type="http://schemas.openxmlformats.org/officeDocument/2006/relationships/image" Target="../media/image285.png"/><Relationship Id="rId10" Type="http://schemas.openxmlformats.org/officeDocument/2006/relationships/image" Target="../media/image290.png"/><Relationship Id="rId4" Type="http://schemas.openxmlformats.org/officeDocument/2006/relationships/image" Target="../media/image284.png"/><Relationship Id="rId9" Type="http://schemas.openxmlformats.org/officeDocument/2006/relationships/image" Target="../media/image289.png"/></Relationships>
</file>

<file path=ppt/slides/_rels/slide5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0.png"/><Relationship Id="rId13" Type="http://schemas.openxmlformats.org/officeDocument/2006/relationships/image" Target="../media/image305.png"/><Relationship Id="rId3" Type="http://schemas.openxmlformats.org/officeDocument/2006/relationships/image" Target="../media/image295.png"/><Relationship Id="rId7" Type="http://schemas.openxmlformats.org/officeDocument/2006/relationships/image" Target="../media/image299.png"/><Relationship Id="rId12" Type="http://schemas.openxmlformats.org/officeDocument/2006/relationships/image" Target="../media/image304.png"/><Relationship Id="rId2" Type="http://schemas.openxmlformats.org/officeDocument/2006/relationships/image" Target="../media/image29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8.png"/><Relationship Id="rId11" Type="http://schemas.openxmlformats.org/officeDocument/2006/relationships/image" Target="../media/image303.png"/><Relationship Id="rId5" Type="http://schemas.openxmlformats.org/officeDocument/2006/relationships/image" Target="../media/image297.png"/><Relationship Id="rId10" Type="http://schemas.openxmlformats.org/officeDocument/2006/relationships/image" Target="../media/image302.png"/><Relationship Id="rId4" Type="http://schemas.openxmlformats.org/officeDocument/2006/relationships/image" Target="../media/image296.png"/><Relationship Id="rId9" Type="http://schemas.openxmlformats.org/officeDocument/2006/relationships/image" Target="../media/image301.png"/></Relationships>
</file>

<file path=ppt/slides/_rels/slide5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2.png"/><Relationship Id="rId13" Type="http://schemas.openxmlformats.org/officeDocument/2006/relationships/image" Target="../media/image317.png"/><Relationship Id="rId3" Type="http://schemas.openxmlformats.org/officeDocument/2006/relationships/image" Target="../media/image307.png"/><Relationship Id="rId7" Type="http://schemas.openxmlformats.org/officeDocument/2006/relationships/image" Target="../media/image311.png"/><Relationship Id="rId12" Type="http://schemas.openxmlformats.org/officeDocument/2006/relationships/image" Target="../media/image316.png"/><Relationship Id="rId2" Type="http://schemas.openxmlformats.org/officeDocument/2006/relationships/image" Target="../media/image30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0.png"/><Relationship Id="rId11" Type="http://schemas.openxmlformats.org/officeDocument/2006/relationships/image" Target="../media/image315.png"/><Relationship Id="rId5" Type="http://schemas.openxmlformats.org/officeDocument/2006/relationships/image" Target="../media/image309.png"/><Relationship Id="rId10" Type="http://schemas.openxmlformats.org/officeDocument/2006/relationships/image" Target="../media/image314.png"/><Relationship Id="rId4" Type="http://schemas.openxmlformats.org/officeDocument/2006/relationships/image" Target="../media/image308.png"/><Relationship Id="rId9" Type="http://schemas.openxmlformats.org/officeDocument/2006/relationships/image" Target="../media/image313.png"/></Relationships>
</file>

<file path=ppt/slides/_rels/slide5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4.png"/><Relationship Id="rId13" Type="http://schemas.openxmlformats.org/officeDocument/2006/relationships/image" Target="../media/image329.png"/><Relationship Id="rId3" Type="http://schemas.openxmlformats.org/officeDocument/2006/relationships/image" Target="../media/image319.png"/><Relationship Id="rId7" Type="http://schemas.openxmlformats.org/officeDocument/2006/relationships/image" Target="../media/image323.png"/><Relationship Id="rId12" Type="http://schemas.openxmlformats.org/officeDocument/2006/relationships/image" Target="../media/image328.png"/><Relationship Id="rId2" Type="http://schemas.openxmlformats.org/officeDocument/2006/relationships/image" Target="../media/image31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2.png"/><Relationship Id="rId11" Type="http://schemas.openxmlformats.org/officeDocument/2006/relationships/image" Target="../media/image327.png"/><Relationship Id="rId5" Type="http://schemas.openxmlformats.org/officeDocument/2006/relationships/image" Target="../media/image321.png"/><Relationship Id="rId10" Type="http://schemas.openxmlformats.org/officeDocument/2006/relationships/image" Target="../media/image326.png"/><Relationship Id="rId4" Type="http://schemas.openxmlformats.org/officeDocument/2006/relationships/image" Target="../media/image320.png"/><Relationship Id="rId9" Type="http://schemas.openxmlformats.org/officeDocument/2006/relationships/image" Target="../media/image325.png"/></Relationships>
</file>

<file path=ppt/slides/_rels/slide6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6.png"/><Relationship Id="rId13" Type="http://schemas.openxmlformats.org/officeDocument/2006/relationships/image" Target="../media/image341.png"/><Relationship Id="rId3" Type="http://schemas.openxmlformats.org/officeDocument/2006/relationships/image" Target="../media/image331.png"/><Relationship Id="rId7" Type="http://schemas.openxmlformats.org/officeDocument/2006/relationships/image" Target="../media/image335.png"/><Relationship Id="rId12" Type="http://schemas.openxmlformats.org/officeDocument/2006/relationships/image" Target="../media/image340.png"/><Relationship Id="rId2" Type="http://schemas.openxmlformats.org/officeDocument/2006/relationships/image" Target="../media/image33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4.png"/><Relationship Id="rId11" Type="http://schemas.openxmlformats.org/officeDocument/2006/relationships/image" Target="../media/image339.png"/><Relationship Id="rId5" Type="http://schemas.openxmlformats.org/officeDocument/2006/relationships/image" Target="../media/image333.png"/><Relationship Id="rId10" Type="http://schemas.openxmlformats.org/officeDocument/2006/relationships/image" Target="../media/image338.png"/><Relationship Id="rId4" Type="http://schemas.openxmlformats.org/officeDocument/2006/relationships/image" Target="../media/image332.png"/><Relationship Id="rId9" Type="http://schemas.openxmlformats.org/officeDocument/2006/relationships/image" Target="../media/image337.png"/></Relationships>
</file>

<file path=ppt/slides/_rels/slide6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6.png"/><Relationship Id="rId13" Type="http://schemas.openxmlformats.org/officeDocument/2006/relationships/image" Target="../media/image351.png"/><Relationship Id="rId3" Type="http://schemas.openxmlformats.org/officeDocument/2006/relationships/image" Target="../media/image105.png"/><Relationship Id="rId7" Type="http://schemas.openxmlformats.org/officeDocument/2006/relationships/image" Target="../media/image345.png"/><Relationship Id="rId12" Type="http://schemas.openxmlformats.org/officeDocument/2006/relationships/image" Target="../media/image350.png"/><Relationship Id="rId2" Type="http://schemas.openxmlformats.org/officeDocument/2006/relationships/image" Target="../media/image34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9.png"/><Relationship Id="rId11" Type="http://schemas.openxmlformats.org/officeDocument/2006/relationships/image" Target="../media/image349.png"/><Relationship Id="rId5" Type="http://schemas.openxmlformats.org/officeDocument/2006/relationships/image" Target="../media/image344.png"/><Relationship Id="rId10" Type="http://schemas.openxmlformats.org/officeDocument/2006/relationships/image" Target="../media/image348.png"/><Relationship Id="rId4" Type="http://schemas.openxmlformats.org/officeDocument/2006/relationships/image" Target="../media/image343.png"/><Relationship Id="rId9" Type="http://schemas.openxmlformats.org/officeDocument/2006/relationships/image" Target="../media/image347.png"/></Relationships>
</file>

<file path=ppt/slides/_rels/slide6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8.png"/><Relationship Id="rId13" Type="http://schemas.openxmlformats.org/officeDocument/2006/relationships/image" Target="../media/image363.png"/><Relationship Id="rId3" Type="http://schemas.openxmlformats.org/officeDocument/2006/relationships/image" Target="../media/image353.png"/><Relationship Id="rId7" Type="http://schemas.openxmlformats.org/officeDocument/2006/relationships/image" Target="../media/image357.png"/><Relationship Id="rId12" Type="http://schemas.openxmlformats.org/officeDocument/2006/relationships/image" Target="../media/image362.png"/><Relationship Id="rId2" Type="http://schemas.openxmlformats.org/officeDocument/2006/relationships/image" Target="../media/image35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6.png"/><Relationship Id="rId11" Type="http://schemas.openxmlformats.org/officeDocument/2006/relationships/image" Target="../media/image361.png"/><Relationship Id="rId5" Type="http://schemas.openxmlformats.org/officeDocument/2006/relationships/image" Target="../media/image355.png"/><Relationship Id="rId10" Type="http://schemas.openxmlformats.org/officeDocument/2006/relationships/image" Target="../media/image360.png"/><Relationship Id="rId4" Type="http://schemas.openxmlformats.org/officeDocument/2006/relationships/image" Target="../media/image354.png"/><Relationship Id="rId9" Type="http://schemas.openxmlformats.org/officeDocument/2006/relationships/image" Target="../media/image359.png"/></Relationships>
</file>

<file path=ppt/slides/_rels/slide6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0.png"/><Relationship Id="rId13" Type="http://schemas.openxmlformats.org/officeDocument/2006/relationships/image" Target="../media/image375.png"/><Relationship Id="rId3" Type="http://schemas.openxmlformats.org/officeDocument/2006/relationships/image" Target="../media/image365.png"/><Relationship Id="rId7" Type="http://schemas.openxmlformats.org/officeDocument/2006/relationships/image" Target="../media/image369.png"/><Relationship Id="rId12" Type="http://schemas.openxmlformats.org/officeDocument/2006/relationships/image" Target="../media/image374.png"/><Relationship Id="rId2" Type="http://schemas.openxmlformats.org/officeDocument/2006/relationships/image" Target="../media/image36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8.png"/><Relationship Id="rId11" Type="http://schemas.openxmlformats.org/officeDocument/2006/relationships/image" Target="../media/image373.png"/><Relationship Id="rId5" Type="http://schemas.openxmlformats.org/officeDocument/2006/relationships/image" Target="../media/image367.png"/><Relationship Id="rId10" Type="http://schemas.openxmlformats.org/officeDocument/2006/relationships/image" Target="../media/image372.png"/><Relationship Id="rId4" Type="http://schemas.openxmlformats.org/officeDocument/2006/relationships/image" Target="../media/image366.png"/><Relationship Id="rId9" Type="http://schemas.openxmlformats.org/officeDocument/2006/relationships/image" Target="../media/image371.png"/></Relationships>
</file>

<file path=ppt/slides/_rels/slide6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2.png"/><Relationship Id="rId13" Type="http://schemas.openxmlformats.org/officeDocument/2006/relationships/image" Target="../media/image387.png"/><Relationship Id="rId3" Type="http://schemas.openxmlformats.org/officeDocument/2006/relationships/image" Target="../media/image377.png"/><Relationship Id="rId7" Type="http://schemas.openxmlformats.org/officeDocument/2006/relationships/image" Target="../media/image381.png"/><Relationship Id="rId12" Type="http://schemas.openxmlformats.org/officeDocument/2006/relationships/image" Target="../media/image386.png"/><Relationship Id="rId2" Type="http://schemas.openxmlformats.org/officeDocument/2006/relationships/image" Target="../media/image37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80.png"/><Relationship Id="rId11" Type="http://schemas.openxmlformats.org/officeDocument/2006/relationships/image" Target="../media/image385.png"/><Relationship Id="rId5" Type="http://schemas.openxmlformats.org/officeDocument/2006/relationships/image" Target="../media/image379.png"/><Relationship Id="rId10" Type="http://schemas.openxmlformats.org/officeDocument/2006/relationships/image" Target="../media/image384.png"/><Relationship Id="rId4" Type="http://schemas.openxmlformats.org/officeDocument/2006/relationships/image" Target="../media/image378.png"/><Relationship Id="rId9" Type="http://schemas.openxmlformats.org/officeDocument/2006/relationships/image" Target="../media/image383.png"/></Relationships>
</file>

<file path=ppt/slides/_rels/slide6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4.png"/><Relationship Id="rId13" Type="http://schemas.openxmlformats.org/officeDocument/2006/relationships/image" Target="../media/image399.png"/><Relationship Id="rId3" Type="http://schemas.openxmlformats.org/officeDocument/2006/relationships/image" Target="../media/image389.png"/><Relationship Id="rId7" Type="http://schemas.openxmlformats.org/officeDocument/2006/relationships/image" Target="../media/image393.png"/><Relationship Id="rId12" Type="http://schemas.openxmlformats.org/officeDocument/2006/relationships/image" Target="../media/image398.png"/><Relationship Id="rId2" Type="http://schemas.openxmlformats.org/officeDocument/2006/relationships/image" Target="../media/image38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2.png"/><Relationship Id="rId11" Type="http://schemas.openxmlformats.org/officeDocument/2006/relationships/image" Target="../media/image397.png"/><Relationship Id="rId5" Type="http://schemas.openxmlformats.org/officeDocument/2006/relationships/image" Target="../media/image391.png"/><Relationship Id="rId10" Type="http://schemas.openxmlformats.org/officeDocument/2006/relationships/image" Target="../media/image396.png"/><Relationship Id="rId4" Type="http://schemas.openxmlformats.org/officeDocument/2006/relationships/image" Target="../media/image390.png"/><Relationship Id="rId9" Type="http://schemas.openxmlformats.org/officeDocument/2006/relationships/image" Target="../media/image39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2747520" y="3044279"/>
            <a:ext cx="669695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dirty="0">
                <a:latin typeface="+mj-ea"/>
                <a:ea typeface="+mj-ea"/>
              </a:rPr>
              <a:t>AI </a:t>
            </a:r>
            <a:r>
              <a:rPr lang="ko-KR" altLang="en-US" sz="4400" b="1" dirty="0">
                <a:latin typeface="+mj-ea"/>
                <a:ea typeface="+mj-ea"/>
              </a:rPr>
              <a:t>모델 성능 개선 결과</a:t>
            </a:r>
            <a:endParaRPr lang="ko-KR" altLang="en-US" sz="2000" b="1" dirty="0">
              <a:latin typeface="+mj-ea"/>
              <a:ea typeface="+mj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5487A6-034B-4B57-86C1-9DF9807B642F}"/>
              </a:ext>
            </a:extLst>
          </p:cNvPr>
          <p:cNvSpPr txBox="1"/>
          <p:nvPr/>
        </p:nvSpPr>
        <p:spPr>
          <a:xfrm>
            <a:off x="2747519" y="3898386"/>
            <a:ext cx="669695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b="1" dirty="0">
                <a:latin typeface="+mj-ea"/>
                <a:ea typeface="+mj-ea"/>
              </a:rPr>
              <a:t>( </a:t>
            </a:r>
            <a:r>
              <a:rPr lang="ko-KR" altLang="en-US" sz="1000" b="1" dirty="0">
                <a:latin typeface="+mj-ea"/>
                <a:ea typeface="+mj-ea"/>
              </a:rPr>
              <a:t>관심 </a:t>
            </a:r>
            <a:r>
              <a:rPr lang="ko-KR" altLang="en-US" sz="1000" b="1">
                <a:latin typeface="+mj-ea"/>
                <a:ea typeface="+mj-ea"/>
              </a:rPr>
              <a:t>수위 이상 </a:t>
            </a:r>
            <a:r>
              <a:rPr lang="en-US" altLang="ko-KR" sz="1000" b="1">
                <a:latin typeface="+mj-ea"/>
                <a:ea typeface="+mj-ea"/>
              </a:rPr>
              <a:t>)</a:t>
            </a:r>
            <a:endParaRPr lang="ko-KR" altLang="en-US" sz="1000" b="1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6912154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622386" y="850612"/>
            <a:ext cx="15196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200" b="1" dirty="0">
                <a:latin typeface="+mj-ea"/>
                <a:ea typeface="+mj-ea"/>
              </a:rPr>
              <a:t>목차</a:t>
            </a:r>
            <a:endParaRPr lang="ko-KR" altLang="en-US" sz="1200" b="1" dirty="0">
              <a:latin typeface="+mj-ea"/>
              <a:ea typeface="+mj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F9DC680-F0CF-4BBD-BD62-C9B6103562BC}"/>
              </a:ext>
            </a:extLst>
          </p:cNvPr>
          <p:cNvSpPr txBox="1"/>
          <p:nvPr/>
        </p:nvSpPr>
        <p:spPr>
          <a:xfrm>
            <a:off x="6760720" y="2370666"/>
            <a:ext cx="4838614" cy="39482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250000"/>
              </a:lnSpc>
              <a:spcBef>
                <a:spcPts val="600"/>
              </a:spcBef>
              <a:spcAft>
                <a:spcPts val="600"/>
              </a:spcAft>
              <a:buAutoNum type="arabicPeriod"/>
            </a:pPr>
            <a:r>
              <a:rPr lang="en-US" altLang="ko-KR" sz="2000" b="1" dirty="0">
                <a:latin typeface="+mj-ea"/>
              </a:rPr>
              <a:t>Parallel</a:t>
            </a:r>
            <a:r>
              <a:rPr lang="ko-KR" altLang="en-US" sz="2000" b="1" dirty="0">
                <a:latin typeface="+mj-ea"/>
              </a:rPr>
              <a:t> </a:t>
            </a:r>
            <a:r>
              <a:rPr lang="en-US" altLang="ko-KR" sz="2000" b="1" dirty="0">
                <a:latin typeface="+mj-ea"/>
              </a:rPr>
              <a:t>LSTM </a:t>
            </a:r>
            <a:r>
              <a:rPr lang="ko-KR" altLang="en-US" sz="2000" b="1" dirty="0">
                <a:latin typeface="+mj-ea"/>
              </a:rPr>
              <a:t>성능 개선</a:t>
            </a:r>
            <a:endParaRPr lang="en-US" altLang="ko-KR" sz="2000" b="1" dirty="0">
              <a:latin typeface="+mj-ea"/>
            </a:endParaRPr>
          </a:p>
          <a:p>
            <a:pPr marL="457200" indent="-457200">
              <a:lnSpc>
                <a:spcPct val="250000"/>
              </a:lnSpc>
              <a:spcBef>
                <a:spcPts val="600"/>
              </a:spcBef>
              <a:spcAft>
                <a:spcPts val="600"/>
              </a:spcAft>
              <a:buAutoNum type="arabicPeriod"/>
            </a:pPr>
            <a:r>
              <a:rPr lang="ko-KR" altLang="en-US" sz="2000" b="1" dirty="0">
                <a:latin typeface="+mj-ea"/>
              </a:rPr>
              <a:t>단일 </a:t>
            </a:r>
            <a:r>
              <a:rPr lang="en-US" altLang="ko-KR" sz="2000" b="1" dirty="0">
                <a:latin typeface="+mj-ea"/>
              </a:rPr>
              <a:t>LSTM </a:t>
            </a:r>
            <a:r>
              <a:rPr lang="ko-KR" altLang="en-US" sz="2000" b="1" dirty="0">
                <a:latin typeface="+mj-ea"/>
              </a:rPr>
              <a:t>개발</a:t>
            </a:r>
            <a:endParaRPr lang="en-US" altLang="ko-KR" sz="2000" b="1" dirty="0">
              <a:latin typeface="+mj-ea"/>
            </a:endParaRPr>
          </a:p>
          <a:p>
            <a:pPr marL="457200" indent="-457200">
              <a:lnSpc>
                <a:spcPct val="250000"/>
              </a:lnSpc>
              <a:spcBef>
                <a:spcPts val="600"/>
              </a:spcBef>
              <a:spcAft>
                <a:spcPts val="600"/>
              </a:spcAft>
              <a:buAutoNum type="arabicPeriod"/>
            </a:pPr>
            <a:r>
              <a:rPr lang="ko-KR" altLang="en-US" sz="2000" b="1" dirty="0">
                <a:latin typeface="+mj-ea"/>
              </a:rPr>
              <a:t>결론</a:t>
            </a:r>
            <a:endParaRPr lang="en-US" altLang="ko-KR" sz="2000" b="1" dirty="0">
              <a:latin typeface="+mj-ea"/>
            </a:endParaRPr>
          </a:p>
          <a:p>
            <a:pPr marL="457200" indent="-457200">
              <a:lnSpc>
                <a:spcPct val="250000"/>
              </a:lnSpc>
              <a:spcBef>
                <a:spcPts val="600"/>
              </a:spcBef>
              <a:spcAft>
                <a:spcPts val="600"/>
              </a:spcAft>
              <a:buAutoNum type="arabicPeriod"/>
            </a:pPr>
            <a:r>
              <a:rPr lang="ko-KR" altLang="en-US" sz="2000" b="1" dirty="0">
                <a:latin typeface="+mj-ea"/>
                <a:ea typeface="+mj-ea"/>
              </a:rPr>
              <a:t>현재 기준 최적 모델 분석</a:t>
            </a:r>
            <a:br>
              <a:rPr lang="en-US" altLang="ko-KR" sz="2000" b="1" dirty="0">
                <a:latin typeface="+mj-ea"/>
                <a:ea typeface="+mj-ea"/>
              </a:rPr>
            </a:br>
            <a:r>
              <a:rPr lang="en-US" altLang="ko-KR" sz="1000" b="1" dirty="0">
                <a:latin typeface="+mj-ea"/>
                <a:ea typeface="+mj-ea"/>
              </a:rPr>
              <a:t>( 1 , 3 </a:t>
            </a:r>
            <a:r>
              <a:rPr lang="ko-KR" altLang="en-US" sz="1000" b="1" dirty="0">
                <a:latin typeface="+mj-ea"/>
                <a:ea typeface="+mj-ea"/>
              </a:rPr>
              <a:t>시간 뒤 시점 수위 오차 및 정확도 </a:t>
            </a:r>
            <a:r>
              <a:rPr lang="en-US" altLang="ko-KR" sz="1000" b="1" dirty="0">
                <a:latin typeface="+mj-ea"/>
                <a:ea typeface="+mj-ea"/>
              </a:rPr>
              <a:t>&amp;</a:t>
            </a:r>
            <a:r>
              <a:rPr lang="ko-KR" altLang="en-US" sz="1000" b="1" dirty="0">
                <a:latin typeface="+mj-ea"/>
                <a:ea typeface="+mj-ea"/>
              </a:rPr>
              <a:t> </a:t>
            </a:r>
            <a:r>
              <a:rPr lang="en-US" altLang="ko-KR" sz="1000" b="1" dirty="0">
                <a:latin typeface="+mj-ea"/>
                <a:ea typeface="+mj-ea"/>
              </a:rPr>
              <a:t>10</a:t>
            </a:r>
            <a:r>
              <a:rPr lang="ko-KR" altLang="en-US" sz="1000" b="1" dirty="0">
                <a:latin typeface="+mj-ea"/>
                <a:ea typeface="+mj-ea"/>
              </a:rPr>
              <a:t>분 단위 분석 </a:t>
            </a:r>
            <a:r>
              <a:rPr lang="en-US" altLang="ko-KR" sz="1000" b="1" dirty="0">
                <a:latin typeface="+mj-ea"/>
                <a:ea typeface="+mj-ea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1672147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3801708" y="2705725"/>
            <a:ext cx="458858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dirty="0">
                <a:latin typeface="+mj-ea"/>
                <a:ea typeface="+mj-ea"/>
              </a:rPr>
              <a:t>1. Parallel</a:t>
            </a:r>
            <a:r>
              <a:rPr lang="ko-KR" altLang="en-US" sz="4400" b="1" dirty="0">
                <a:latin typeface="+mj-ea"/>
                <a:ea typeface="+mj-ea"/>
              </a:rPr>
              <a:t> </a:t>
            </a:r>
            <a:r>
              <a:rPr lang="en-US" altLang="ko-KR" sz="4400" b="1" dirty="0">
                <a:latin typeface="+mj-ea"/>
                <a:ea typeface="+mj-ea"/>
              </a:rPr>
              <a:t>LSTM </a:t>
            </a:r>
            <a:r>
              <a:rPr lang="ko-KR" altLang="en-US" sz="4400" b="1" dirty="0">
                <a:latin typeface="+mj-ea"/>
                <a:ea typeface="+mj-ea"/>
              </a:rPr>
              <a:t>성능 개선 결과</a:t>
            </a:r>
            <a:endParaRPr lang="ko-KR" altLang="en-US" sz="2000" b="1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2217633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857663" y="802753"/>
            <a:ext cx="323841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  <a:ea typeface="+mj-ea"/>
              </a:rPr>
              <a:t> 학습데이터</a:t>
            </a:r>
            <a:endParaRPr lang="ko-KR" altLang="en-US" sz="1000" b="1" dirty="0">
              <a:latin typeface="+mj-ea"/>
              <a:ea typeface="+mj-ea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65E694D8-56B9-4A6D-921B-5623FCBBA9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119281"/>
              </p:ext>
            </p:extLst>
          </p:nvPr>
        </p:nvGraphicFramePr>
        <p:xfrm>
          <a:off x="857663" y="2449205"/>
          <a:ext cx="9564054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927418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6750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10814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4048918556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522523455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2162001719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38635649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4099286348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21081817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time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성남북초교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광주시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남한산초교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대장동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구미초교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/>
                        <a:t>한국학중앙연구원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2014-07-24 15:30</a:t>
                      </a:r>
                    </a:p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1.12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5.11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2.17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40.56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53AAD899-9E1E-4F1D-9D67-D7818219E8D5}"/>
              </a:ext>
            </a:extLst>
          </p:cNvPr>
          <p:cNvSpPr txBox="1"/>
          <p:nvPr/>
        </p:nvSpPr>
        <p:spPr>
          <a:xfrm>
            <a:off x="857663" y="1865185"/>
            <a:ext cx="595630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홍수통제소 </a:t>
            </a:r>
            <a:r>
              <a:rPr lang="en-US" altLang="ko-KR" sz="1400" b="1" dirty="0"/>
              <a:t>API </a:t>
            </a:r>
            <a:r>
              <a:rPr lang="ko-KR" altLang="en-US" sz="1400" b="1" dirty="0"/>
              <a:t>호출 → </a:t>
            </a:r>
            <a:r>
              <a:rPr lang="en-US" altLang="ko-KR" sz="1400" b="1" dirty="0"/>
              <a:t>MIET</a:t>
            </a:r>
            <a:r>
              <a:rPr lang="ko-KR" altLang="en-US" sz="1400" b="1" dirty="0"/>
              <a:t> 활용 강우 이벤트 추출 →</a:t>
            </a:r>
            <a:r>
              <a:rPr lang="en-US" altLang="ko-KR" sz="1400" b="1" dirty="0"/>
              <a:t> </a:t>
            </a:r>
            <a:r>
              <a:rPr lang="ko-KR" altLang="en-US" sz="1400" b="1" dirty="0"/>
              <a:t>관심 수위 이상 추출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286E06-873F-4900-8D69-44EA679B3BA9}"/>
              </a:ext>
            </a:extLst>
          </p:cNvPr>
          <p:cNvSpPr txBox="1"/>
          <p:nvPr/>
        </p:nvSpPr>
        <p:spPr>
          <a:xfrm>
            <a:off x="4128072" y="5920334"/>
            <a:ext cx="2213471" cy="7918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800" b="1" dirty="0">
                <a:latin typeface="+mn-ea"/>
              </a:rPr>
              <a:t>학습 </a:t>
            </a:r>
            <a:r>
              <a:rPr lang="en-US" altLang="ko-KR" sz="800" b="1" dirty="0">
                <a:latin typeface="+mn-ea"/>
              </a:rPr>
              <a:t>: 2014 ~ 20230629 ( 43</a:t>
            </a:r>
            <a:r>
              <a:rPr lang="ko-KR" altLang="en-US" sz="800" b="1" dirty="0">
                <a:latin typeface="+mn-ea"/>
              </a:rPr>
              <a:t>개 </a:t>
            </a:r>
            <a:r>
              <a:rPr lang="en-US" altLang="ko-KR" sz="8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800" b="1" dirty="0">
                <a:latin typeface="+mn-ea"/>
              </a:rPr>
              <a:t>검증 </a:t>
            </a:r>
            <a:r>
              <a:rPr lang="en-US" altLang="ko-KR" sz="800" b="1" dirty="0">
                <a:latin typeface="+mn-ea"/>
              </a:rPr>
              <a:t>: 20230713 ~ 250813 ( 12</a:t>
            </a:r>
            <a:r>
              <a:rPr lang="ko-KR" altLang="en-US" sz="800" b="1" dirty="0">
                <a:latin typeface="+mn-ea"/>
              </a:rPr>
              <a:t>개 </a:t>
            </a:r>
            <a:r>
              <a:rPr lang="en-US" altLang="ko-KR" sz="8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800" b="1" dirty="0">
                <a:latin typeface="+mn-ea"/>
              </a:rPr>
              <a:t>테스트 </a:t>
            </a:r>
            <a:r>
              <a:rPr lang="en-US" altLang="ko-KR" sz="800" b="1" dirty="0">
                <a:latin typeface="+mn-ea"/>
              </a:rPr>
              <a:t>: 2550916 ~ 251006</a:t>
            </a:r>
            <a:r>
              <a:rPr lang="ko-KR" altLang="en-US" sz="800" b="1" dirty="0">
                <a:latin typeface="+mn-ea"/>
              </a:rPr>
              <a:t> </a:t>
            </a:r>
            <a:r>
              <a:rPr lang="en-US" altLang="ko-KR" sz="800" b="1" dirty="0">
                <a:latin typeface="+mn-ea"/>
              </a:rPr>
              <a:t>( 6</a:t>
            </a:r>
            <a:r>
              <a:rPr lang="ko-KR" altLang="en-US" sz="800" b="1" dirty="0">
                <a:latin typeface="+mn-ea"/>
              </a:rPr>
              <a:t>개 </a:t>
            </a:r>
            <a:r>
              <a:rPr lang="en-US" altLang="ko-KR" sz="800" b="1" dirty="0">
                <a:latin typeface="+mn-ea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11B2DE-AE9B-4325-9947-5E17F10D700A}"/>
              </a:ext>
            </a:extLst>
          </p:cNvPr>
          <p:cNvSpPr txBox="1"/>
          <p:nvPr/>
        </p:nvSpPr>
        <p:spPr>
          <a:xfrm>
            <a:off x="8788400" y="145576"/>
            <a:ext cx="3318934" cy="20229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800" b="1" dirty="0">
                <a:latin typeface="+mn-ea"/>
              </a:rPr>
              <a:t>관심 수위 </a:t>
            </a:r>
            <a:r>
              <a:rPr lang="en-US" altLang="ko-KR" sz="800" b="1" dirty="0">
                <a:latin typeface="+mn-ea"/>
              </a:rPr>
              <a:t>: </a:t>
            </a:r>
            <a:r>
              <a:rPr lang="ko-KR" altLang="en-US" sz="800" b="1" dirty="0" err="1">
                <a:latin typeface="+mn-ea"/>
              </a:rPr>
              <a:t>궁내교</a:t>
            </a:r>
            <a:r>
              <a:rPr lang="ko-KR" altLang="en-US" sz="800" b="1" dirty="0">
                <a:latin typeface="+mn-ea"/>
              </a:rPr>
              <a:t> </a:t>
            </a:r>
            <a:r>
              <a:rPr lang="en-US" altLang="ko-KR" sz="800" b="1" dirty="0">
                <a:latin typeface="+mn-ea"/>
              </a:rPr>
              <a:t>( 2 )  </a:t>
            </a:r>
            <a:r>
              <a:rPr lang="ko-KR" altLang="en-US" sz="800" b="1" dirty="0" err="1">
                <a:latin typeface="+mn-ea"/>
              </a:rPr>
              <a:t>대곡교</a:t>
            </a:r>
            <a:r>
              <a:rPr lang="ko-KR" altLang="en-US" sz="800" b="1" dirty="0">
                <a:latin typeface="+mn-ea"/>
              </a:rPr>
              <a:t> </a:t>
            </a:r>
            <a:r>
              <a:rPr lang="en-US" altLang="ko-KR" sz="800" b="1" dirty="0">
                <a:latin typeface="+mn-ea"/>
              </a:rPr>
              <a:t>( 3.8 )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800" b="1" dirty="0">
                <a:latin typeface="+mn-ea"/>
              </a:rPr>
              <a:t>smoothing : </a:t>
            </a:r>
            <a:r>
              <a:rPr lang="ko-KR" altLang="en-US" sz="800" b="1" dirty="0" err="1">
                <a:latin typeface="+mn-ea"/>
              </a:rPr>
              <a:t>궁내교</a:t>
            </a:r>
            <a:r>
              <a:rPr lang="ko-KR" altLang="en-US" sz="800" b="1" dirty="0">
                <a:latin typeface="+mn-ea"/>
              </a:rPr>
              <a:t> </a:t>
            </a:r>
            <a:r>
              <a:rPr lang="en-US" altLang="ko-KR" sz="800" b="1" dirty="0">
                <a:latin typeface="+mn-ea"/>
              </a:rPr>
              <a:t>( 1 ) </a:t>
            </a:r>
            <a:r>
              <a:rPr lang="ko-KR" altLang="en-US" sz="800" b="1" dirty="0" err="1">
                <a:latin typeface="+mn-ea"/>
              </a:rPr>
              <a:t>대곡교</a:t>
            </a:r>
            <a:r>
              <a:rPr lang="ko-KR" altLang="en-US" sz="800" b="1" dirty="0">
                <a:latin typeface="+mn-ea"/>
              </a:rPr>
              <a:t> </a:t>
            </a:r>
            <a:r>
              <a:rPr lang="en-US" altLang="ko-KR" sz="800" b="1" dirty="0">
                <a:latin typeface="+mn-ea"/>
              </a:rPr>
              <a:t>( 2 )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800" b="1" dirty="0">
                <a:latin typeface="+mn-ea"/>
              </a:rPr>
              <a:t>그래프 스케일 고정 </a:t>
            </a:r>
            <a:r>
              <a:rPr lang="en-US" altLang="ko-KR" sz="800" b="1" dirty="0">
                <a:latin typeface="+mn-ea"/>
              </a:rPr>
              <a:t>: </a:t>
            </a:r>
            <a:r>
              <a:rPr lang="ko-KR" altLang="en-US" sz="800" b="1" dirty="0" err="1">
                <a:latin typeface="+mn-ea"/>
              </a:rPr>
              <a:t>궁내교</a:t>
            </a:r>
            <a:r>
              <a:rPr lang="ko-KR" altLang="en-US" sz="800" b="1" dirty="0">
                <a:latin typeface="+mn-ea"/>
              </a:rPr>
              <a:t> </a:t>
            </a:r>
            <a:r>
              <a:rPr lang="en-US" altLang="ko-KR" sz="800" b="1" dirty="0">
                <a:latin typeface="+mn-ea"/>
              </a:rPr>
              <a:t>( 0.7 - 3 ) </a:t>
            </a:r>
            <a:r>
              <a:rPr lang="ko-KR" altLang="en-US" sz="800" b="1" dirty="0" err="1">
                <a:latin typeface="+mn-ea"/>
              </a:rPr>
              <a:t>대곡교</a:t>
            </a:r>
            <a:r>
              <a:rPr lang="ko-KR" altLang="en-US" sz="800" b="1" dirty="0">
                <a:latin typeface="+mn-ea"/>
              </a:rPr>
              <a:t> </a:t>
            </a:r>
            <a:r>
              <a:rPr lang="en-US" altLang="ko-KR" sz="800" b="1" dirty="0">
                <a:latin typeface="+mn-ea"/>
              </a:rPr>
              <a:t>( 1.5 – 5.5 )</a:t>
            </a:r>
          </a:p>
          <a:p>
            <a:pPr>
              <a:lnSpc>
                <a:spcPct val="200000"/>
              </a:lnSpc>
            </a:pPr>
            <a:r>
              <a:rPr lang="en-US" altLang="ko-KR" sz="800" b="1" dirty="0">
                <a:latin typeface="+mn-ea"/>
              </a:rPr>
              <a:t>------------------------------------------------------------------------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800" b="1" dirty="0" err="1">
                <a:latin typeface="+mn-ea"/>
              </a:rPr>
              <a:t>learning_rate</a:t>
            </a:r>
            <a:r>
              <a:rPr lang="en-US" altLang="ko-KR" sz="800" b="1" dirty="0">
                <a:latin typeface="+mn-ea"/>
              </a:rPr>
              <a:t> = 0.0005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800" b="1" dirty="0" err="1">
                <a:latin typeface="+mn-ea"/>
              </a:rPr>
              <a:t>Loss_function</a:t>
            </a:r>
            <a:r>
              <a:rPr lang="ko-KR" altLang="en-US" sz="800" b="1" dirty="0">
                <a:latin typeface="+mn-ea"/>
              </a:rPr>
              <a:t> </a:t>
            </a:r>
            <a:r>
              <a:rPr lang="en-US" altLang="ko-KR" sz="800" b="1" dirty="0">
                <a:latin typeface="+mn-ea"/>
              </a:rPr>
              <a:t>=</a:t>
            </a:r>
            <a:r>
              <a:rPr lang="ko-KR" altLang="en-US" sz="800" b="1" dirty="0">
                <a:latin typeface="+mn-ea"/>
              </a:rPr>
              <a:t> </a:t>
            </a:r>
            <a:r>
              <a:rPr lang="en-US" altLang="ko-KR" sz="800" b="1" dirty="0">
                <a:latin typeface="+mn-ea"/>
              </a:rPr>
              <a:t>MAE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800" b="1" dirty="0" err="1">
                <a:latin typeface="+mn-ea"/>
              </a:rPr>
              <a:t>Seq_length</a:t>
            </a:r>
            <a:r>
              <a:rPr lang="ko-KR" altLang="en-US" sz="800" b="1" dirty="0">
                <a:latin typeface="+mn-ea"/>
              </a:rPr>
              <a:t> </a:t>
            </a:r>
            <a:r>
              <a:rPr lang="en-US" altLang="ko-KR" sz="800" b="1" dirty="0">
                <a:latin typeface="+mn-ea"/>
              </a:rPr>
              <a:t>=</a:t>
            </a:r>
            <a:r>
              <a:rPr lang="ko-KR" altLang="en-US" sz="800" b="1" dirty="0">
                <a:latin typeface="+mn-ea"/>
              </a:rPr>
              <a:t> </a:t>
            </a:r>
            <a:r>
              <a:rPr lang="en-US" altLang="ko-KR" sz="800" b="1" dirty="0">
                <a:latin typeface="+mn-ea"/>
              </a:rPr>
              <a:t>36 ( 6</a:t>
            </a:r>
            <a:r>
              <a:rPr lang="ko-KR" altLang="en-US" sz="800" b="1" dirty="0">
                <a:latin typeface="+mn-ea"/>
              </a:rPr>
              <a:t>시간 </a:t>
            </a:r>
            <a:r>
              <a:rPr lang="en-US" altLang="ko-KR" sz="800" b="1" dirty="0">
                <a:latin typeface="+mn-ea"/>
              </a:rPr>
              <a:t>) 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800" b="1" dirty="0" err="1">
                <a:latin typeface="+mn-ea"/>
              </a:rPr>
              <a:t>Num_of_layer</a:t>
            </a:r>
            <a:r>
              <a:rPr lang="en-US" altLang="ko-KR" sz="800" b="1" dirty="0">
                <a:latin typeface="+mn-ea"/>
              </a:rPr>
              <a:t> = 18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61F6F63-EC35-4D5E-9ECF-579EF628813A}"/>
              </a:ext>
            </a:extLst>
          </p:cNvPr>
          <p:cNvSpPr txBox="1"/>
          <p:nvPr/>
        </p:nvSpPr>
        <p:spPr>
          <a:xfrm>
            <a:off x="9783788" y="5920334"/>
            <a:ext cx="2213471" cy="7918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800" b="1" dirty="0">
                <a:latin typeface="+mn-ea"/>
              </a:rPr>
              <a:t>학습 </a:t>
            </a:r>
            <a:r>
              <a:rPr lang="en-US" altLang="ko-KR" sz="800" b="1" dirty="0">
                <a:latin typeface="+mn-ea"/>
              </a:rPr>
              <a:t>: 2020 ~ 20240920 ( 25</a:t>
            </a:r>
            <a:r>
              <a:rPr lang="ko-KR" altLang="en-US" sz="800" b="1" dirty="0">
                <a:latin typeface="+mn-ea"/>
              </a:rPr>
              <a:t>개 </a:t>
            </a:r>
            <a:r>
              <a:rPr lang="en-US" altLang="ko-KR" sz="8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800" b="1" dirty="0">
                <a:latin typeface="+mn-ea"/>
              </a:rPr>
              <a:t>검증 </a:t>
            </a:r>
            <a:r>
              <a:rPr lang="en-US" altLang="ko-KR" sz="800" b="1" dirty="0">
                <a:latin typeface="+mn-ea"/>
              </a:rPr>
              <a:t>: 20240921 ~ 250919 85</a:t>
            </a:r>
            <a:r>
              <a:rPr lang="ko-KR" altLang="en-US" sz="800" b="1" dirty="0">
                <a:latin typeface="+mn-ea"/>
              </a:rPr>
              <a:t>번</a:t>
            </a:r>
            <a:r>
              <a:rPr lang="en-US" altLang="ko-KR" sz="800" b="1" dirty="0">
                <a:latin typeface="+mn-ea"/>
              </a:rPr>
              <a:t> ( 7</a:t>
            </a:r>
            <a:r>
              <a:rPr lang="ko-KR" altLang="en-US" sz="800" b="1" dirty="0">
                <a:latin typeface="+mn-ea"/>
              </a:rPr>
              <a:t>개 </a:t>
            </a:r>
            <a:r>
              <a:rPr lang="en-US" altLang="ko-KR" sz="8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800" b="1" dirty="0">
                <a:latin typeface="+mn-ea"/>
              </a:rPr>
              <a:t>테스트 </a:t>
            </a:r>
            <a:r>
              <a:rPr lang="en-US" altLang="ko-KR" sz="800" b="1" dirty="0">
                <a:latin typeface="+mn-ea"/>
              </a:rPr>
              <a:t>: 250919 86</a:t>
            </a:r>
            <a:r>
              <a:rPr lang="ko-KR" altLang="en-US" sz="800" b="1" dirty="0">
                <a:latin typeface="+mn-ea"/>
              </a:rPr>
              <a:t>번</a:t>
            </a:r>
            <a:r>
              <a:rPr lang="en-US" altLang="ko-KR" sz="800" b="1" dirty="0">
                <a:latin typeface="+mn-ea"/>
              </a:rPr>
              <a:t> ~ 251006</a:t>
            </a:r>
            <a:r>
              <a:rPr lang="ko-KR" altLang="en-US" sz="800" b="1" dirty="0">
                <a:latin typeface="+mn-ea"/>
              </a:rPr>
              <a:t> </a:t>
            </a:r>
            <a:r>
              <a:rPr lang="en-US" altLang="ko-KR" sz="800" b="1" dirty="0">
                <a:latin typeface="+mn-ea"/>
              </a:rPr>
              <a:t>( 3</a:t>
            </a:r>
            <a:r>
              <a:rPr lang="ko-KR" altLang="en-US" sz="800" b="1" dirty="0">
                <a:latin typeface="+mn-ea"/>
              </a:rPr>
              <a:t>개 </a:t>
            </a:r>
            <a:r>
              <a:rPr lang="en-US" altLang="ko-KR" sz="800" b="1" dirty="0">
                <a:latin typeface="+mn-ea"/>
              </a:rPr>
              <a:t>)</a:t>
            </a:r>
          </a:p>
        </p:txBody>
      </p:sp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B16558E4-9DBF-4C30-B5A8-59F2C067E1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126017"/>
              </p:ext>
            </p:extLst>
          </p:nvPr>
        </p:nvGraphicFramePr>
        <p:xfrm>
          <a:off x="857663" y="3588855"/>
          <a:ext cx="10476674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927418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546573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728062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728062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37564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632814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10814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4048918556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522523455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2162001719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386356491"/>
                    </a:ext>
                  </a:extLst>
                </a:gridCol>
                <a:gridCol w="597095">
                  <a:extLst>
                    <a:ext uri="{9D8B030D-6E8A-4147-A177-3AD203B41FA5}">
                      <a16:colId xmlns:a16="http://schemas.microsoft.com/office/drawing/2014/main" val="4099286348"/>
                    </a:ext>
                  </a:extLst>
                </a:gridCol>
                <a:gridCol w="597095">
                  <a:extLst>
                    <a:ext uri="{9D8B030D-6E8A-4147-A177-3AD203B41FA5}">
                      <a16:colId xmlns:a16="http://schemas.microsoft.com/office/drawing/2014/main" val="2108181778"/>
                    </a:ext>
                  </a:extLst>
                </a:gridCol>
                <a:gridCol w="597095">
                  <a:extLst>
                    <a:ext uri="{9D8B030D-6E8A-4147-A177-3AD203B41FA5}">
                      <a16:colId xmlns:a16="http://schemas.microsoft.com/office/drawing/2014/main" val="2662403286"/>
                    </a:ext>
                  </a:extLst>
                </a:gridCol>
                <a:gridCol w="597095">
                  <a:extLst>
                    <a:ext uri="{9D8B030D-6E8A-4147-A177-3AD203B41FA5}">
                      <a16:colId xmlns:a16="http://schemas.microsoft.com/office/drawing/2014/main" val="180591977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time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성남북초교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광주시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남한산초교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대장동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구미초교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/>
                        <a:t>한국학중앙연구원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_</a:t>
                      </a:r>
                      <a:r>
                        <a:rPr lang="ko-KR" altLang="en-US" sz="800" dirty="0" err="1"/>
                        <a:t>누적강우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_</a:t>
                      </a:r>
                      <a:r>
                        <a:rPr lang="ko-KR" altLang="en-US" sz="800" dirty="0" err="1"/>
                        <a:t>누적강우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2014-07-24 15:30</a:t>
                      </a:r>
                    </a:p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1.12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5.11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2.17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40.56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7C403230-2D17-47A4-ADCE-A66D07152C36}"/>
              </a:ext>
            </a:extLst>
          </p:cNvPr>
          <p:cNvSpPr txBox="1"/>
          <p:nvPr/>
        </p:nvSpPr>
        <p:spPr>
          <a:xfrm>
            <a:off x="707056" y="4447794"/>
            <a:ext cx="4065694" cy="15822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1000" b="1" u="sng" dirty="0">
                <a:latin typeface="+mn-ea"/>
              </a:rPr>
              <a:t>관심 수위 전체 데이터</a:t>
            </a:r>
            <a:endParaRPr lang="en-US" altLang="ko-KR" sz="1000" b="1" u="sng" dirty="0">
              <a:latin typeface="+mn-ea"/>
            </a:endParaRPr>
          </a:p>
          <a:p>
            <a:pPr>
              <a:lnSpc>
                <a:spcPct val="200000"/>
              </a:lnSpc>
            </a:pPr>
            <a:endParaRPr lang="en-US" altLang="ko-KR" sz="1000" b="1" dirty="0">
              <a:latin typeface="+mn-ea"/>
            </a:endParaRP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000" b="1" dirty="0">
                <a:latin typeface="+mn-ea"/>
              </a:rPr>
              <a:t>학습 </a:t>
            </a:r>
            <a:r>
              <a:rPr lang="en-US" altLang="ko-KR" sz="1000" b="1" dirty="0">
                <a:latin typeface="+mn-ea"/>
              </a:rPr>
              <a:t>, </a:t>
            </a:r>
            <a:r>
              <a:rPr lang="ko-KR" altLang="en-US" sz="1000" b="1" dirty="0">
                <a:latin typeface="+mn-ea"/>
              </a:rPr>
              <a:t>검증 </a:t>
            </a:r>
            <a:r>
              <a:rPr lang="en-US" altLang="ko-KR" sz="1000" b="1" dirty="0">
                <a:latin typeface="+mn-ea"/>
              </a:rPr>
              <a:t>: </a:t>
            </a:r>
            <a:r>
              <a:rPr lang="ko-KR" altLang="en-US" sz="1000" b="1" dirty="0">
                <a:latin typeface="+mn-ea"/>
              </a:rPr>
              <a:t>총 </a:t>
            </a:r>
            <a:r>
              <a:rPr lang="en-US" altLang="ko-KR" sz="1000" b="1" dirty="0">
                <a:latin typeface="+mn-ea"/>
              </a:rPr>
              <a:t>67</a:t>
            </a:r>
            <a:r>
              <a:rPr lang="ko-KR" altLang="en-US" sz="1000" b="1" dirty="0">
                <a:latin typeface="+mn-ea"/>
              </a:rPr>
              <a:t>개 中 </a:t>
            </a:r>
            <a:r>
              <a:rPr lang="en-US" altLang="ko-KR" sz="1000" b="1" u="sng" dirty="0">
                <a:latin typeface="+mn-ea"/>
              </a:rPr>
              <a:t>61</a:t>
            </a:r>
            <a:r>
              <a:rPr lang="ko-KR" altLang="en-US" sz="1000" b="1" u="sng" dirty="0">
                <a:latin typeface="+mn-ea"/>
              </a:rPr>
              <a:t>개</a:t>
            </a:r>
            <a:r>
              <a:rPr lang="ko-KR" altLang="en-US" sz="1000" b="1" dirty="0">
                <a:latin typeface="+mn-ea"/>
              </a:rPr>
              <a:t> 데이터 파일 사용 </a:t>
            </a:r>
            <a:endParaRPr lang="en-US" altLang="ko-KR" sz="1000" b="1" dirty="0">
              <a:latin typeface="+mn-ea"/>
            </a:endParaRP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000" b="1" dirty="0">
                <a:latin typeface="+mn-ea"/>
              </a:rPr>
              <a:t>테스트  </a:t>
            </a:r>
            <a:r>
              <a:rPr lang="en-US" altLang="ko-KR" sz="1000" b="1" dirty="0">
                <a:latin typeface="+mn-ea"/>
              </a:rPr>
              <a:t>: </a:t>
            </a:r>
            <a:r>
              <a:rPr lang="ko-KR" altLang="en-US" sz="1000" b="1" dirty="0">
                <a:latin typeface="+mn-ea"/>
              </a:rPr>
              <a:t>학습 데이터에서 제외한 </a:t>
            </a:r>
            <a:r>
              <a:rPr lang="en-US" altLang="ko-KR" sz="1000" b="1" dirty="0">
                <a:latin typeface="+mn-ea"/>
              </a:rPr>
              <a:t>6</a:t>
            </a:r>
            <a:r>
              <a:rPr lang="ko-KR" altLang="en-US" sz="1000" b="1" dirty="0">
                <a:latin typeface="+mn-ea"/>
              </a:rPr>
              <a:t>개 데이터 파일 </a:t>
            </a:r>
            <a:r>
              <a:rPr lang="en-US" altLang="ko-KR" sz="1000" b="1" dirty="0">
                <a:latin typeface="+mn-ea"/>
              </a:rPr>
              <a:t>( 4</a:t>
            </a:r>
            <a:r>
              <a:rPr lang="ko-KR" altLang="en-US" sz="1000" b="1" dirty="0">
                <a:latin typeface="+mn-ea"/>
              </a:rPr>
              <a:t>개 이벤트 </a:t>
            </a:r>
            <a:r>
              <a:rPr lang="en-US" altLang="ko-KR" sz="1000" b="1" dirty="0">
                <a:latin typeface="+mn-ea"/>
              </a:rPr>
              <a:t>)</a:t>
            </a:r>
          </a:p>
          <a:p>
            <a:pPr>
              <a:lnSpc>
                <a:spcPct val="200000"/>
              </a:lnSpc>
            </a:pPr>
            <a:r>
              <a:rPr lang="en-US" altLang="ko-KR" sz="1000" b="1" dirty="0">
                <a:latin typeface="+mn-ea"/>
              </a:rPr>
              <a:t>               + </a:t>
            </a:r>
            <a:r>
              <a:rPr lang="ko-KR" altLang="en-US" sz="1000" b="1" dirty="0">
                <a:latin typeface="+mn-ea"/>
              </a:rPr>
              <a:t>학습에서 검증에 사용된 </a:t>
            </a:r>
            <a:r>
              <a:rPr lang="en-US" altLang="ko-KR" sz="1000" b="1" dirty="0">
                <a:latin typeface="+mn-ea"/>
              </a:rPr>
              <a:t>2</a:t>
            </a:r>
            <a:r>
              <a:rPr lang="ko-KR" altLang="en-US" sz="1000" b="1" dirty="0">
                <a:latin typeface="+mn-ea"/>
              </a:rPr>
              <a:t>개 이벤트 사용 </a:t>
            </a:r>
            <a:endParaRPr lang="en-US" altLang="ko-KR" sz="1000" b="1" dirty="0">
              <a:latin typeface="+mn-ea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A40F73D-47BD-4FE9-8346-62E0E3E6D5AE}"/>
              </a:ext>
            </a:extLst>
          </p:cNvPr>
          <p:cNvSpPr txBox="1"/>
          <p:nvPr/>
        </p:nvSpPr>
        <p:spPr>
          <a:xfrm>
            <a:off x="6354305" y="4447794"/>
            <a:ext cx="4065694" cy="15822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1000" b="1" u="sng" dirty="0">
                <a:latin typeface="+mn-ea"/>
              </a:rPr>
              <a:t>관심 수위 </a:t>
            </a:r>
            <a:r>
              <a:rPr lang="en-US" altLang="ko-KR" sz="1000" b="1" u="sng" dirty="0">
                <a:latin typeface="+mn-ea"/>
              </a:rPr>
              <a:t>20</a:t>
            </a:r>
            <a:r>
              <a:rPr lang="ko-KR" altLang="en-US" sz="1000" b="1" u="sng" dirty="0">
                <a:latin typeface="+mn-ea"/>
              </a:rPr>
              <a:t>년 이후 데이터</a:t>
            </a:r>
            <a:endParaRPr lang="en-US" altLang="ko-KR" sz="1000" b="1" u="sng" dirty="0">
              <a:latin typeface="+mn-ea"/>
            </a:endParaRPr>
          </a:p>
          <a:p>
            <a:pPr>
              <a:lnSpc>
                <a:spcPct val="200000"/>
              </a:lnSpc>
            </a:pPr>
            <a:endParaRPr lang="en-US" altLang="ko-KR" sz="1000" b="1" dirty="0">
              <a:latin typeface="+mn-ea"/>
            </a:endParaRP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000" b="1" dirty="0">
                <a:latin typeface="+mn-ea"/>
              </a:rPr>
              <a:t>학습 </a:t>
            </a:r>
            <a:r>
              <a:rPr lang="en-US" altLang="ko-KR" sz="1000" b="1" dirty="0">
                <a:latin typeface="+mn-ea"/>
              </a:rPr>
              <a:t>, </a:t>
            </a:r>
            <a:r>
              <a:rPr lang="ko-KR" altLang="en-US" sz="1000" b="1" dirty="0">
                <a:latin typeface="+mn-ea"/>
              </a:rPr>
              <a:t>검증 </a:t>
            </a:r>
            <a:r>
              <a:rPr lang="en-US" altLang="ko-KR" sz="1000" b="1" dirty="0">
                <a:latin typeface="+mn-ea"/>
              </a:rPr>
              <a:t>: </a:t>
            </a:r>
            <a:r>
              <a:rPr lang="ko-KR" altLang="en-US" sz="1000" b="1" dirty="0">
                <a:latin typeface="+mn-ea"/>
              </a:rPr>
              <a:t>총 </a:t>
            </a:r>
            <a:r>
              <a:rPr lang="en-US" altLang="ko-KR" sz="1000" b="1" dirty="0">
                <a:latin typeface="+mn-ea"/>
              </a:rPr>
              <a:t>40</a:t>
            </a:r>
            <a:r>
              <a:rPr lang="ko-KR" altLang="en-US" sz="1000" b="1" dirty="0">
                <a:latin typeface="+mn-ea"/>
              </a:rPr>
              <a:t>개 中 </a:t>
            </a:r>
            <a:r>
              <a:rPr lang="en-US" altLang="ko-KR" sz="1000" b="1" u="sng" dirty="0">
                <a:latin typeface="+mn-ea"/>
              </a:rPr>
              <a:t>35</a:t>
            </a:r>
            <a:r>
              <a:rPr lang="ko-KR" altLang="en-US" sz="1000" b="1" u="sng" dirty="0">
                <a:latin typeface="+mn-ea"/>
              </a:rPr>
              <a:t>개</a:t>
            </a:r>
            <a:r>
              <a:rPr lang="ko-KR" altLang="en-US" sz="1000" b="1" dirty="0">
                <a:latin typeface="+mn-ea"/>
              </a:rPr>
              <a:t> 데이터 파일 사용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000" b="1" dirty="0">
                <a:latin typeface="+mn-ea"/>
              </a:rPr>
              <a:t>테스트  </a:t>
            </a:r>
            <a:r>
              <a:rPr lang="en-US" altLang="ko-KR" sz="1000" b="1" dirty="0">
                <a:latin typeface="+mn-ea"/>
              </a:rPr>
              <a:t>: </a:t>
            </a:r>
            <a:r>
              <a:rPr lang="ko-KR" altLang="en-US" sz="1000" b="1" dirty="0">
                <a:latin typeface="+mn-ea"/>
              </a:rPr>
              <a:t>학습 데이터에서 제외한 </a:t>
            </a:r>
            <a:r>
              <a:rPr lang="en-US" altLang="ko-KR" sz="1000" b="1" dirty="0">
                <a:latin typeface="+mn-ea"/>
              </a:rPr>
              <a:t>5</a:t>
            </a:r>
            <a:r>
              <a:rPr lang="ko-KR" altLang="en-US" sz="1000" b="1" dirty="0">
                <a:latin typeface="+mn-ea"/>
              </a:rPr>
              <a:t>개 데이터 파일 </a:t>
            </a:r>
            <a:r>
              <a:rPr lang="en-US" altLang="ko-KR" sz="1000" b="1" dirty="0">
                <a:latin typeface="+mn-ea"/>
              </a:rPr>
              <a:t>( 4</a:t>
            </a:r>
            <a:r>
              <a:rPr lang="ko-KR" altLang="en-US" sz="1000" b="1" dirty="0">
                <a:latin typeface="+mn-ea"/>
              </a:rPr>
              <a:t>개 이벤트 </a:t>
            </a:r>
            <a:r>
              <a:rPr lang="en-US" altLang="ko-KR" sz="1000" b="1" dirty="0">
                <a:latin typeface="+mn-ea"/>
              </a:rPr>
              <a:t>)</a:t>
            </a:r>
          </a:p>
          <a:p>
            <a:pPr>
              <a:lnSpc>
                <a:spcPct val="200000"/>
              </a:lnSpc>
            </a:pPr>
            <a:r>
              <a:rPr lang="en-US" altLang="ko-KR" sz="1000" b="1" dirty="0">
                <a:latin typeface="+mn-ea"/>
              </a:rPr>
              <a:t>               + </a:t>
            </a:r>
            <a:r>
              <a:rPr lang="ko-KR" altLang="en-US" sz="1000" b="1" dirty="0">
                <a:latin typeface="+mn-ea"/>
              </a:rPr>
              <a:t>학습에서 검증에 사용된 </a:t>
            </a:r>
            <a:r>
              <a:rPr lang="en-US" altLang="ko-KR" sz="1000" b="1" dirty="0">
                <a:latin typeface="+mn-ea"/>
              </a:rPr>
              <a:t>2</a:t>
            </a:r>
            <a:r>
              <a:rPr lang="ko-KR" altLang="en-US" sz="1000" b="1" dirty="0">
                <a:latin typeface="+mn-ea"/>
              </a:rPr>
              <a:t>개 이벤트 사용 </a:t>
            </a:r>
            <a:endParaRPr lang="en-US" altLang="ko-KR" sz="1000" b="1" dirty="0">
              <a:latin typeface="+mn-ea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677E77F-53CF-413F-88B5-D02D20761D61}"/>
              </a:ext>
            </a:extLst>
          </p:cNvPr>
          <p:cNvSpPr txBox="1"/>
          <p:nvPr/>
        </p:nvSpPr>
        <p:spPr>
          <a:xfrm>
            <a:off x="857663" y="3340272"/>
            <a:ext cx="152147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/>
              <a:t>+) </a:t>
            </a:r>
            <a:r>
              <a:rPr lang="ko-KR" altLang="en-US" sz="800" b="1" dirty="0"/>
              <a:t>누적 강우 컬럼 추가</a:t>
            </a:r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D5A8E5B1-E565-4C29-98AC-392DCAF883A4}"/>
              </a:ext>
            </a:extLst>
          </p:cNvPr>
          <p:cNvCxnSpPr>
            <a:cxnSpLocks/>
          </p:cNvCxnSpPr>
          <p:nvPr/>
        </p:nvCxnSpPr>
        <p:spPr>
          <a:xfrm>
            <a:off x="6239934" y="4656667"/>
            <a:ext cx="0" cy="1811866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79414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857662" y="802753"/>
            <a:ext cx="391508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  <a:ea typeface="+mj-ea"/>
              </a:rPr>
              <a:t> </a:t>
            </a:r>
            <a:r>
              <a:rPr lang="ko-KR" altLang="en-US" sz="2000" b="1" dirty="0" err="1">
                <a:latin typeface="+mj-ea"/>
              </a:rPr>
              <a:t>누적강우</a:t>
            </a:r>
            <a:r>
              <a:rPr lang="ko-KR" altLang="en-US" sz="2000" b="1" dirty="0">
                <a:latin typeface="+mj-ea"/>
              </a:rPr>
              <a:t> </a:t>
            </a:r>
            <a:r>
              <a:rPr lang="en-US" altLang="ko-KR" sz="2000" b="1" dirty="0">
                <a:latin typeface="+mj-ea"/>
              </a:rPr>
              <a:t>110mm </a:t>
            </a:r>
            <a:r>
              <a:rPr lang="ko-KR" altLang="en-US" sz="2000" b="1" dirty="0">
                <a:latin typeface="+mj-ea"/>
                <a:ea typeface="+mj-ea"/>
              </a:rPr>
              <a:t>학습데이터</a:t>
            </a:r>
            <a:endParaRPr lang="ko-KR" altLang="en-US" sz="1000" b="1" dirty="0">
              <a:latin typeface="+mj-ea"/>
              <a:ea typeface="+mj-ea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65E694D8-56B9-4A6D-921B-5623FCBBA9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4139682"/>
              </p:ext>
            </p:extLst>
          </p:nvPr>
        </p:nvGraphicFramePr>
        <p:xfrm>
          <a:off x="857663" y="3168875"/>
          <a:ext cx="9564054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927418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6750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10814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4048918556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522523455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2162001719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38635649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4099286348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21081817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time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성남북초교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광주시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남한산초교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대장동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구미초교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/>
                        <a:t>한국학중앙연구원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2014-07-24 15:30</a:t>
                      </a:r>
                    </a:p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1.12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5.11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2.17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40.56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53AAD899-9E1E-4F1D-9D67-D7818219E8D5}"/>
              </a:ext>
            </a:extLst>
          </p:cNvPr>
          <p:cNvSpPr txBox="1"/>
          <p:nvPr/>
        </p:nvSpPr>
        <p:spPr>
          <a:xfrm>
            <a:off x="857663" y="2584855"/>
            <a:ext cx="72703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홍수통제소 </a:t>
            </a:r>
            <a:r>
              <a:rPr lang="en-US" altLang="ko-KR" sz="1400" b="1" dirty="0"/>
              <a:t>API </a:t>
            </a:r>
            <a:r>
              <a:rPr lang="ko-KR" altLang="en-US" sz="1400" b="1" dirty="0"/>
              <a:t>호출 → </a:t>
            </a:r>
            <a:r>
              <a:rPr lang="en-US" altLang="ko-KR" sz="1400" b="1" dirty="0"/>
              <a:t>MIET</a:t>
            </a:r>
            <a:r>
              <a:rPr lang="ko-KR" altLang="en-US" sz="1400" b="1" dirty="0"/>
              <a:t> 활용 강우 이벤트 추출 → 파일 단위 누적 강우</a:t>
            </a:r>
            <a:r>
              <a:rPr lang="en-US" altLang="ko-KR" sz="1400" b="1" dirty="0"/>
              <a:t>110mm </a:t>
            </a:r>
            <a:r>
              <a:rPr lang="ko-KR" altLang="en-US" sz="1400" b="1" dirty="0"/>
              <a:t>이상추출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286E06-873F-4900-8D69-44EA679B3BA9}"/>
              </a:ext>
            </a:extLst>
          </p:cNvPr>
          <p:cNvSpPr txBox="1"/>
          <p:nvPr/>
        </p:nvSpPr>
        <p:spPr>
          <a:xfrm>
            <a:off x="5821405" y="5105248"/>
            <a:ext cx="2213471" cy="7918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800" b="1" dirty="0">
                <a:latin typeface="+mn-ea"/>
              </a:rPr>
              <a:t>학습 </a:t>
            </a:r>
            <a:r>
              <a:rPr lang="en-US" altLang="ko-KR" sz="800" b="1" dirty="0">
                <a:latin typeface="+mn-ea"/>
              </a:rPr>
              <a:t>: 2014 ~ 2024 ( 8</a:t>
            </a:r>
            <a:r>
              <a:rPr lang="ko-KR" altLang="en-US" sz="800" b="1" dirty="0">
                <a:latin typeface="+mn-ea"/>
              </a:rPr>
              <a:t>개 </a:t>
            </a:r>
            <a:r>
              <a:rPr lang="en-US" altLang="ko-KR" sz="8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800" b="1" dirty="0">
                <a:latin typeface="+mn-ea"/>
              </a:rPr>
              <a:t>검증 </a:t>
            </a:r>
            <a:r>
              <a:rPr lang="en-US" altLang="ko-KR" sz="800" b="1" dirty="0">
                <a:latin typeface="+mn-ea"/>
              </a:rPr>
              <a:t>: 2022 ( 39</a:t>
            </a:r>
            <a:r>
              <a:rPr lang="ko-KR" altLang="en-US" sz="800" b="1" dirty="0">
                <a:latin typeface="+mn-ea"/>
              </a:rPr>
              <a:t>번 이벤트 </a:t>
            </a:r>
            <a:r>
              <a:rPr lang="en-US" altLang="ko-KR" sz="800" b="1" dirty="0">
                <a:latin typeface="+mn-ea"/>
              </a:rPr>
              <a:t>) ( 1</a:t>
            </a:r>
            <a:r>
              <a:rPr lang="ko-KR" altLang="en-US" sz="800" b="1" dirty="0">
                <a:latin typeface="+mn-ea"/>
              </a:rPr>
              <a:t>개 </a:t>
            </a:r>
            <a:r>
              <a:rPr lang="en-US" altLang="ko-KR" sz="8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800" b="1" dirty="0">
                <a:latin typeface="+mn-ea"/>
              </a:rPr>
              <a:t>테스트 </a:t>
            </a:r>
            <a:r>
              <a:rPr lang="en-US" altLang="ko-KR" sz="800" b="1" dirty="0">
                <a:latin typeface="+mn-ea"/>
              </a:rPr>
              <a:t>: 2022 ( 66.67</a:t>
            </a:r>
            <a:r>
              <a:rPr lang="ko-KR" altLang="en-US" sz="800" b="1" dirty="0">
                <a:latin typeface="+mn-ea"/>
              </a:rPr>
              <a:t>번 이벤트 </a:t>
            </a:r>
            <a:r>
              <a:rPr lang="en-US" altLang="ko-KR" sz="800" b="1" dirty="0">
                <a:latin typeface="+mn-ea"/>
              </a:rPr>
              <a:t>) ( 1</a:t>
            </a:r>
            <a:r>
              <a:rPr lang="ko-KR" altLang="en-US" sz="800" b="1" dirty="0">
                <a:latin typeface="+mn-ea"/>
              </a:rPr>
              <a:t>개 </a:t>
            </a:r>
            <a:r>
              <a:rPr lang="en-US" altLang="ko-KR" sz="800" b="1" dirty="0">
                <a:latin typeface="+mn-ea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11B2DE-AE9B-4325-9947-5E17F10D700A}"/>
              </a:ext>
            </a:extLst>
          </p:cNvPr>
          <p:cNvSpPr txBox="1"/>
          <p:nvPr/>
        </p:nvSpPr>
        <p:spPr>
          <a:xfrm>
            <a:off x="8788400" y="145576"/>
            <a:ext cx="3318934" cy="20229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800" b="1" dirty="0">
                <a:latin typeface="+mn-ea"/>
              </a:rPr>
              <a:t>관심 수위 </a:t>
            </a:r>
            <a:r>
              <a:rPr lang="en-US" altLang="ko-KR" sz="800" b="1" dirty="0">
                <a:latin typeface="+mn-ea"/>
              </a:rPr>
              <a:t>: </a:t>
            </a:r>
            <a:r>
              <a:rPr lang="ko-KR" altLang="en-US" sz="800" b="1" dirty="0" err="1">
                <a:latin typeface="+mn-ea"/>
              </a:rPr>
              <a:t>궁내교</a:t>
            </a:r>
            <a:r>
              <a:rPr lang="ko-KR" altLang="en-US" sz="800" b="1" dirty="0">
                <a:latin typeface="+mn-ea"/>
              </a:rPr>
              <a:t> </a:t>
            </a:r>
            <a:r>
              <a:rPr lang="en-US" altLang="ko-KR" sz="800" b="1" dirty="0">
                <a:latin typeface="+mn-ea"/>
              </a:rPr>
              <a:t>( 2 )  </a:t>
            </a:r>
            <a:r>
              <a:rPr lang="ko-KR" altLang="en-US" sz="800" b="1" dirty="0" err="1">
                <a:latin typeface="+mn-ea"/>
              </a:rPr>
              <a:t>대곡교</a:t>
            </a:r>
            <a:r>
              <a:rPr lang="ko-KR" altLang="en-US" sz="800" b="1" dirty="0">
                <a:latin typeface="+mn-ea"/>
              </a:rPr>
              <a:t> </a:t>
            </a:r>
            <a:r>
              <a:rPr lang="en-US" altLang="ko-KR" sz="800" b="1" dirty="0">
                <a:latin typeface="+mn-ea"/>
              </a:rPr>
              <a:t>( 3.8 )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800" b="1" dirty="0">
                <a:latin typeface="+mn-ea"/>
              </a:rPr>
              <a:t>smoothing : </a:t>
            </a:r>
            <a:r>
              <a:rPr lang="ko-KR" altLang="en-US" sz="800" b="1" dirty="0" err="1">
                <a:latin typeface="+mn-ea"/>
              </a:rPr>
              <a:t>궁내교</a:t>
            </a:r>
            <a:r>
              <a:rPr lang="ko-KR" altLang="en-US" sz="800" b="1" dirty="0">
                <a:latin typeface="+mn-ea"/>
              </a:rPr>
              <a:t> </a:t>
            </a:r>
            <a:r>
              <a:rPr lang="en-US" altLang="ko-KR" sz="800" b="1" dirty="0">
                <a:latin typeface="+mn-ea"/>
              </a:rPr>
              <a:t>( 1 ) </a:t>
            </a:r>
            <a:r>
              <a:rPr lang="ko-KR" altLang="en-US" sz="800" b="1" dirty="0" err="1">
                <a:latin typeface="+mn-ea"/>
              </a:rPr>
              <a:t>대곡교</a:t>
            </a:r>
            <a:r>
              <a:rPr lang="ko-KR" altLang="en-US" sz="800" b="1" dirty="0">
                <a:latin typeface="+mn-ea"/>
              </a:rPr>
              <a:t> </a:t>
            </a:r>
            <a:r>
              <a:rPr lang="en-US" altLang="ko-KR" sz="800" b="1" dirty="0">
                <a:latin typeface="+mn-ea"/>
              </a:rPr>
              <a:t>( 2 )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800" b="1" dirty="0">
                <a:latin typeface="+mn-ea"/>
              </a:rPr>
              <a:t>그래프 스케일 고정 </a:t>
            </a:r>
            <a:r>
              <a:rPr lang="en-US" altLang="ko-KR" sz="800" b="1" dirty="0">
                <a:latin typeface="+mn-ea"/>
              </a:rPr>
              <a:t>: </a:t>
            </a:r>
            <a:r>
              <a:rPr lang="ko-KR" altLang="en-US" sz="800" b="1" dirty="0" err="1">
                <a:latin typeface="+mn-ea"/>
              </a:rPr>
              <a:t>궁내교</a:t>
            </a:r>
            <a:r>
              <a:rPr lang="ko-KR" altLang="en-US" sz="800" b="1" dirty="0">
                <a:latin typeface="+mn-ea"/>
              </a:rPr>
              <a:t> </a:t>
            </a:r>
            <a:r>
              <a:rPr lang="en-US" altLang="ko-KR" sz="800" b="1" dirty="0">
                <a:latin typeface="+mn-ea"/>
              </a:rPr>
              <a:t>( 0.7 - 3 ) </a:t>
            </a:r>
            <a:r>
              <a:rPr lang="ko-KR" altLang="en-US" sz="800" b="1" dirty="0" err="1">
                <a:latin typeface="+mn-ea"/>
              </a:rPr>
              <a:t>대곡교</a:t>
            </a:r>
            <a:r>
              <a:rPr lang="ko-KR" altLang="en-US" sz="800" b="1" dirty="0">
                <a:latin typeface="+mn-ea"/>
              </a:rPr>
              <a:t> </a:t>
            </a:r>
            <a:r>
              <a:rPr lang="en-US" altLang="ko-KR" sz="800" b="1" dirty="0">
                <a:latin typeface="+mn-ea"/>
              </a:rPr>
              <a:t>( 1.5 – 5.5 )</a:t>
            </a:r>
          </a:p>
          <a:p>
            <a:pPr>
              <a:lnSpc>
                <a:spcPct val="200000"/>
              </a:lnSpc>
            </a:pPr>
            <a:r>
              <a:rPr lang="en-US" altLang="ko-KR" sz="800" b="1" dirty="0">
                <a:latin typeface="+mn-ea"/>
              </a:rPr>
              <a:t>------------------------------------------------------------------------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800" b="1" dirty="0" err="1">
                <a:latin typeface="+mn-ea"/>
              </a:rPr>
              <a:t>learning_rate</a:t>
            </a:r>
            <a:r>
              <a:rPr lang="en-US" altLang="ko-KR" sz="800" b="1" dirty="0">
                <a:latin typeface="+mn-ea"/>
              </a:rPr>
              <a:t> = 0.0005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800" b="1" dirty="0" err="1">
                <a:latin typeface="+mn-ea"/>
              </a:rPr>
              <a:t>Loss_function</a:t>
            </a:r>
            <a:r>
              <a:rPr lang="ko-KR" altLang="en-US" sz="800" b="1" dirty="0">
                <a:latin typeface="+mn-ea"/>
              </a:rPr>
              <a:t> </a:t>
            </a:r>
            <a:r>
              <a:rPr lang="en-US" altLang="ko-KR" sz="800" b="1" dirty="0">
                <a:latin typeface="+mn-ea"/>
              </a:rPr>
              <a:t>=</a:t>
            </a:r>
            <a:r>
              <a:rPr lang="ko-KR" altLang="en-US" sz="800" b="1" dirty="0">
                <a:latin typeface="+mn-ea"/>
              </a:rPr>
              <a:t> </a:t>
            </a:r>
            <a:r>
              <a:rPr lang="en-US" altLang="ko-KR" sz="800" b="1" dirty="0">
                <a:latin typeface="+mn-ea"/>
              </a:rPr>
              <a:t>MAE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800" b="1" dirty="0" err="1">
                <a:latin typeface="+mn-ea"/>
              </a:rPr>
              <a:t>Seq_length</a:t>
            </a:r>
            <a:r>
              <a:rPr lang="ko-KR" altLang="en-US" sz="800" b="1" dirty="0">
                <a:latin typeface="+mn-ea"/>
              </a:rPr>
              <a:t> </a:t>
            </a:r>
            <a:r>
              <a:rPr lang="en-US" altLang="ko-KR" sz="800" b="1" dirty="0">
                <a:latin typeface="+mn-ea"/>
              </a:rPr>
              <a:t>=</a:t>
            </a:r>
            <a:r>
              <a:rPr lang="ko-KR" altLang="en-US" sz="800" b="1" dirty="0">
                <a:latin typeface="+mn-ea"/>
              </a:rPr>
              <a:t> </a:t>
            </a:r>
            <a:r>
              <a:rPr lang="en-US" altLang="ko-KR" sz="800" b="1" dirty="0">
                <a:latin typeface="+mn-ea"/>
              </a:rPr>
              <a:t>36 ( 6</a:t>
            </a:r>
            <a:r>
              <a:rPr lang="ko-KR" altLang="en-US" sz="800" b="1" dirty="0">
                <a:latin typeface="+mn-ea"/>
              </a:rPr>
              <a:t>시간 </a:t>
            </a:r>
            <a:r>
              <a:rPr lang="en-US" altLang="ko-KR" sz="800" b="1" dirty="0">
                <a:latin typeface="+mn-ea"/>
              </a:rPr>
              <a:t>) 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800" b="1" dirty="0" err="1">
                <a:latin typeface="+mn-ea"/>
              </a:rPr>
              <a:t>Num_of_layer</a:t>
            </a:r>
            <a:r>
              <a:rPr lang="en-US" altLang="ko-KR" sz="800" b="1" dirty="0">
                <a:latin typeface="+mn-ea"/>
              </a:rPr>
              <a:t> = 18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C403230-2D17-47A4-ADCE-A66D07152C36}"/>
              </a:ext>
            </a:extLst>
          </p:cNvPr>
          <p:cNvSpPr txBox="1"/>
          <p:nvPr/>
        </p:nvSpPr>
        <p:spPr>
          <a:xfrm>
            <a:off x="707056" y="4447794"/>
            <a:ext cx="4065694" cy="15822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1000" b="1" u="sng" dirty="0">
                <a:latin typeface="+mn-ea"/>
              </a:rPr>
              <a:t>관심 수위 전체 데이터</a:t>
            </a:r>
            <a:endParaRPr lang="en-US" altLang="ko-KR" sz="1000" b="1" u="sng" dirty="0">
              <a:latin typeface="+mn-ea"/>
            </a:endParaRPr>
          </a:p>
          <a:p>
            <a:pPr>
              <a:lnSpc>
                <a:spcPct val="200000"/>
              </a:lnSpc>
            </a:pPr>
            <a:endParaRPr lang="en-US" altLang="ko-KR" sz="1000" b="1" dirty="0">
              <a:latin typeface="+mn-ea"/>
            </a:endParaRP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000" b="1" dirty="0">
                <a:latin typeface="+mn-ea"/>
              </a:rPr>
              <a:t>학습 </a:t>
            </a:r>
            <a:r>
              <a:rPr lang="en-US" altLang="ko-KR" sz="1000" b="1" dirty="0">
                <a:latin typeface="+mn-ea"/>
              </a:rPr>
              <a:t>, </a:t>
            </a:r>
            <a:r>
              <a:rPr lang="ko-KR" altLang="en-US" sz="1000" b="1" dirty="0">
                <a:latin typeface="+mn-ea"/>
              </a:rPr>
              <a:t>검증 </a:t>
            </a:r>
            <a:r>
              <a:rPr lang="en-US" altLang="ko-KR" sz="1000" b="1" dirty="0">
                <a:latin typeface="+mn-ea"/>
              </a:rPr>
              <a:t>: </a:t>
            </a:r>
            <a:r>
              <a:rPr lang="ko-KR" altLang="en-US" sz="1000" b="1" dirty="0">
                <a:latin typeface="+mn-ea"/>
              </a:rPr>
              <a:t>총 </a:t>
            </a:r>
            <a:r>
              <a:rPr lang="en-US" altLang="ko-KR" sz="1000" b="1" dirty="0">
                <a:latin typeface="+mn-ea"/>
              </a:rPr>
              <a:t>11</a:t>
            </a:r>
            <a:r>
              <a:rPr lang="ko-KR" altLang="en-US" sz="1000" b="1" dirty="0">
                <a:latin typeface="+mn-ea"/>
              </a:rPr>
              <a:t>개 中 </a:t>
            </a:r>
            <a:r>
              <a:rPr lang="en-US" altLang="ko-KR" sz="1000" b="1" u="sng" dirty="0">
                <a:latin typeface="+mn-ea"/>
              </a:rPr>
              <a:t>9</a:t>
            </a:r>
            <a:r>
              <a:rPr lang="ko-KR" altLang="en-US" sz="1000" b="1" u="sng" dirty="0">
                <a:latin typeface="+mn-ea"/>
              </a:rPr>
              <a:t>개</a:t>
            </a:r>
            <a:r>
              <a:rPr lang="ko-KR" altLang="en-US" sz="1000" b="1" dirty="0">
                <a:latin typeface="+mn-ea"/>
              </a:rPr>
              <a:t> 데이터 파일 사용 </a:t>
            </a:r>
            <a:endParaRPr lang="en-US" altLang="ko-KR" sz="1000" b="1" dirty="0">
              <a:latin typeface="+mn-ea"/>
            </a:endParaRP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000" b="1" dirty="0">
                <a:latin typeface="+mn-ea"/>
              </a:rPr>
              <a:t>테스트  </a:t>
            </a:r>
            <a:r>
              <a:rPr lang="en-US" altLang="ko-KR" sz="1000" b="1" dirty="0">
                <a:latin typeface="+mn-ea"/>
              </a:rPr>
              <a:t>: </a:t>
            </a:r>
            <a:r>
              <a:rPr lang="ko-KR" altLang="en-US" sz="1000" b="1" dirty="0">
                <a:latin typeface="+mn-ea"/>
              </a:rPr>
              <a:t>학습 데이터에서 제외한 </a:t>
            </a:r>
            <a:r>
              <a:rPr lang="en-US" altLang="ko-KR" sz="1000" b="1" dirty="0">
                <a:latin typeface="+mn-ea"/>
              </a:rPr>
              <a:t>2</a:t>
            </a:r>
            <a:r>
              <a:rPr lang="ko-KR" altLang="en-US" sz="1000" b="1" dirty="0">
                <a:latin typeface="+mn-ea"/>
              </a:rPr>
              <a:t>개 데이터 파일 </a:t>
            </a:r>
            <a:r>
              <a:rPr lang="en-US" altLang="ko-KR" sz="1000" b="1" dirty="0">
                <a:latin typeface="+mn-ea"/>
              </a:rPr>
              <a:t>( 2</a:t>
            </a:r>
            <a:r>
              <a:rPr lang="ko-KR" altLang="en-US" sz="1000" b="1" dirty="0">
                <a:latin typeface="+mn-ea"/>
              </a:rPr>
              <a:t>개 이벤트 </a:t>
            </a:r>
            <a:r>
              <a:rPr lang="en-US" altLang="ko-KR" sz="1000" b="1" dirty="0">
                <a:latin typeface="+mn-ea"/>
              </a:rPr>
              <a:t>)</a:t>
            </a:r>
          </a:p>
          <a:p>
            <a:pPr>
              <a:lnSpc>
                <a:spcPct val="200000"/>
              </a:lnSpc>
            </a:pPr>
            <a:r>
              <a:rPr lang="en-US" altLang="ko-KR" sz="1000" b="1" dirty="0">
                <a:latin typeface="+mn-ea"/>
              </a:rPr>
              <a:t>               + </a:t>
            </a:r>
            <a:r>
              <a:rPr lang="ko-KR" altLang="en-US" sz="1000" b="1" dirty="0">
                <a:latin typeface="+mn-ea"/>
              </a:rPr>
              <a:t>학습에서 검증에 사용된 </a:t>
            </a:r>
            <a:r>
              <a:rPr lang="en-US" altLang="ko-KR" sz="1000" b="1" dirty="0">
                <a:latin typeface="+mn-ea"/>
              </a:rPr>
              <a:t>4</a:t>
            </a:r>
            <a:r>
              <a:rPr lang="ko-KR" altLang="en-US" sz="1000" b="1" dirty="0">
                <a:latin typeface="+mn-ea"/>
              </a:rPr>
              <a:t>개 이벤트 사용 </a:t>
            </a:r>
            <a:endParaRPr lang="en-US" altLang="ko-KR" sz="1000" b="1" dirty="0">
              <a:latin typeface="+mn-ea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9CF5445-D64E-4E22-8BBD-232FFCA43AAB}"/>
              </a:ext>
            </a:extLst>
          </p:cNvPr>
          <p:cNvSpPr txBox="1"/>
          <p:nvPr/>
        </p:nvSpPr>
        <p:spPr>
          <a:xfrm>
            <a:off x="8788400" y="5105248"/>
            <a:ext cx="2213471" cy="7918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800" b="1" dirty="0">
                <a:latin typeface="+mn-ea"/>
              </a:rPr>
              <a:t>학습 </a:t>
            </a:r>
            <a:r>
              <a:rPr lang="en-US" altLang="ko-KR" sz="800" b="1" dirty="0">
                <a:latin typeface="+mn-ea"/>
              </a:rPr>
              <a:t>: 2014 ~ 2024 ( 8</a:t>
            </a:r>
            <a:r>
              <a:rPr lang="ko-KR" altLang="en-US" sz="800" b="1" dirty="0">
                <a:latin typeface="+mn-ea"/>
              </a:rPr>
              <a:t>개 </a:t>
            </a:r>
            <a:r>
              <a:rPr lang="en-US" altLang="ko-KR" sz="8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800" b="1" dirty="0">
                <a:latin typeface="+mn-ea"/>
              </a:rPr>
              <a:t>검증 </a:t>
            </a:r>
            <a:r>
              <a:rPr lang="en-US" altLang="ko-KR" sz="800" b="1" dirty="0">
                <a:latin typeface="+mn-ea"/>
              </a:rPr>
              <a:t>: 2022 ( 35</a:t>
            </a:r>
            <a:r>
              <a:rPr lang="ko-KR" altLang="en-US" sz="800" b="1" dirty="0">
                <a:latin typeface="+mn-ea"/>
              </a:rPr>
              <a:t>번 이벤트 </a:t>
            </a:r>
            <a:r>
              <a:rPr lang="en-US" altLang="ko-KR" sz="800" b="1" dirty="0">
                <a:latin typeface="+mn-ea"/>
              </a:rPr>
              <a:t>) ( 1</a:t>
            </a:r>
            <a:r>
              <a:rPr lang="ko-KR" altLang="en-US" sz="800" b="1" dirty="0">
                <a:latin typeface="+mn-ea"/>
              </a:rPr>
              <a:t>개 </a:t>
            </a:r>
            <a:r>
              <a:rPr lang="en-US" altLang="ko-KR" sz="8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800" b="1" dirty="0">
                <a:latin typeface="+mn-ea"/>
              </a:rPr>
              <a:t>테스트 </a:t>
            </a:r>
            <a:r>
              <a:rPr lang="en-US" altLang="ko-KR" sz="800" b="1" dirty="0">
                <a:latin typeface="+mn-ea"/>
              </a:rPr>
              <a:t>: 2022 ( 66.67</a:t>
            </a:r>
            <a:r>
              <a:rPr lang="ko-KR" altLang="en-US" sz="800" b="1" dirty="0">
                <a:latin typeface="+mn-ea"/>
              </a:rPr>
              <a:t>번 이벤트 </a:t>
            </a:r>
            <a:r>
              <a:rPr lang="en-US" altLang="ko-KR" sz="800" b="1" dirty="0">
                <a:latin typeface="+mn-ea"/>
              </a:rPr>
              <a:t>) ( 1</a:t>
            </a:r>
            <a:r>
              <a:rPr lang="ko-KR" altLang="en-US" sz="800" b="1" dirty="0">
                <a:latin typeface="+mn-ea"/>
              </a:rPr>
              <a:t>개 </a:t>
            </a:r>
            <a:r>
              <a:rPr lang="en-US" altLang="ko-KR" sz="800" b="1" dirty="0">
                <a:latin typeface="+mn-ea"/>
              </a:rPr>
              <a:t>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DF6E7F2-4FEE-4433-B023-CCFF03E0937A}"/>
              </a:ext>
            </a:extLst>
          </p:cNvPr>
          <p:cNvSpPr txBox="1"/>
          <p:nvPr/>
        </p:nvSpPr>
        <p:spPr>
          <a:xfrm>
            <a:off x="8788400" y="4572389"/>
            <a:ext cx="931333" cy="2993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800" b="1" u="sng" dirty="0">
                <a:latin typeface="+mn-ea"/>
              </a:rPr>
              <a:t>조합 </a:t>
            </a:r>
            <a:r>
              <a:rPr lang="en-US" altLang="ko-KR" sz="800" b="1" u="sng" dirty="0">
                <a:latin typeface="+mn-ea"/>
              </a:rPr>
              <a:t>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9BC78B3-4A2F-47FC-9E1A-C7814184C995}"/>
              </a:ext>
            </a:extLst>
          </p:cNvPr>
          <p:cNvSpPr txBox="1"/>
          <p:nvPr/>
        </p:nvSpPr>
        <p:spPr>
          <a:xfrm>
            <a:off x="5777846" y="4577883"/>
            <a:ext cx="931333" cy="2993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800" b="1" u="sng" dirty="0">
                <a:latin typeface="+mn-ea"/>
              </a:rPr>
              <a:t>조합 </a:t>
            </a:r>
            <a:r>
              <a:rPr lang="en-US" altLang="ko-KR" sz="800" b="1" u="sng" dirty="0">
                <a:latin typeface="+mn-ea"/>
              </a:rPr>
              <a:t>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C951947-B3BC-4559-9511-7170D1010FA1}"/>
              </a:ext>
            </a:extLst>
          </p:cNvPr>
          <p:cNvSpPr txBox="1"/>
          <p:nvPr/>
        </p:nvSpPr>
        <p:spPr>
          <a:xfrm>
            <a:off x="1156964" y="1426600"/>
            <a:ext cx="4284134" cy="5455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200000"/>
              </a:lnSpc>
            </a:pPr>
            <a:r>
              <a:rPr lang="en-US" altLang="ko-KR" sz="800" b="1" dirty="0">
                <a:latin typeface="+mn-ea"/>
              </a:rPr>
              <a:t>:  </a:t>
            </a:r>
            <a:r>
              <a:rPr lang="ko-KR" altLang="en-US" sz="800" b="1" dirty="0" err="1">
                <a:latin typeface="+mn-ea"/>
              </a:rPr>
              <a:t>누적강우</a:t>
            </a:r>
            <a:r>
              <a:rPr lang="en-US" altLang="ko-KR" sz="800" b="1" dirty="0">
                <a:latin typeface="+mn-ea"/>
              </a:rPr>
              <a:t>110mm </a:t>
            </a:r>
            <a:r>
              <a:rPr lang="ko-KR" altLang="en-US" sz="800" b="1" dirty="0">
                <a:latin typeface="+mn-ea"/>
              </a:rPr>
              <a:t>이상 </a:t>
            </a:r>
            <a:r>
              <a:rPr lang="en-US" altLang="ko-KR" sz="800" b="1" dirty="0">
                <a:latin typeface="+mn-ea"/>
              </a:rPr>
              <a:t>1 ~ 6</a:t>
            </a:r>
            <a:r>
              <a:rPr lang="ko-KR" altLang="en-US" sz="800" b="1" dirty="0">
                <a:latin typeface="+mn-ea"/>
              </a:rPr>
              <a:t>은</a:t>
            </a:r>
            <a:r>
              <a:rPr lang="en-US" altLang="ko-KR" sz="800" b="1" dirty="0">
                <a:latin typeface="+mn-ea"/>
              </a:rPr>
              <a:t>, </a:t>
            </a:r>
            <a:r>
              <a:rPr lang="ko-KR" altLang="en-US" sz="800" b="1" dirty="0">
                <a:latin typeface="+mn-ea"/>
              </a:rPr>
              <a:t>동일한 ‘ 집중호우 </a:t>
            </a:r>
            <a:r>
              <a:rPr lang="en-US" altLang="ko-KR" sz="800" b="1" dirty="0">
                <a:latin typeface="+mn-ea"/>
              </a:rPr>
              <a:t>(12</a:t>
            </a:r>
            <a:r>
              <a:rPr lang="ko-KR" altLang="en-US" sz="800" b="1" dirty="0">
                <a:latin typeface="+mn-ea"/>
              </a:rPr>
              <a:t>시간 </a:t>
            </a:r>
            <a:r>
              <a:rPr lang="en-US" altLang="ko-KR" sz="800" b="1" dirty="0">
                <a:latin typeface="+mn-ea"/>
              </a:rPr>
              <a:t>110mm </a:t>
            </a:r>
            <a:r>
              <a:rPr lang="ko-KR" altLang="en-US" sz="800" b="1" dirty="0">
                <a:latin typeface="+mn-ea"/>
              </a:rPr>
              <a:t>이상</a:t>
            </a:r>
            <a:r>
              <a:rPr lang="en-US" altLang="ko-KR" sz="800" b="1" dirty="0">
                <a:latin typeface="+mn-ea"/>
              </a:rPr>
              <a:t>) ’ </a:t>
            </a:r>
            <a:r>
              <a:rPr lang="ko-KR" altLang="en-US" sz="800" b="1" dirty="0">
                <a:latin typeface="+mn-ea"/>
              </a:rPr>
              <a:t>조건에서</a:t>
            </a:r>
          </a:p>
          <a:p>
            <a:pPr algn="ctr">
              <a:lnSpc>
                <a:spcPct val="200000"/>
              </a:lnSpc>
            </a:pPr>
            <a:r>
              <a:rPr lang="ko-KR" altLang="en-US" sz="800" b="1" dirty="0">
                <a:latin typeface="+mn-ea"/>
              </a:rPr>
              <a:t>    학습</a:t>
            </a:r>
            <a:r>
              <a:rPr lang="en-US" altLang="ko-KR" sz="800" b="1" dirty="0">
                <a:latin typeface="+mn-ea"/>
              </a:rPr>
              <a:t>· </a:t>
            </a:r>
            <a:r>
              <a:rPr lang="ko-KR" altLang="en-US" sz="800" b="1" dirty="0">
                <a:latin typeface="+mn-ea"/>
              </a:rPr>
              <a:t>검증 </a:t>
            </a:r>
            <a:r>
              <a:rPr lang="en-US" altLang="ko-KR" sz="800" b="1" dirty="0">
                <a:latin typeface="+mn-ea"/>
              </a:rPr>
              <a:t>· </a:t>
            </a:r>
            <a:r>
              <a:rPr lang="ko-KR" altLang="en-US" sz="800" b="1" dirty="0">
                <a:latin typeface="+mn-ea"/>
              </a:rPr>
              <a:t>테스트 데이터 </a:t>
            </a:r>
            <a:r>
              <a:rPr lang="ko-KR" altLang="en-US" sz="800" b="1" dirty="0" err="1">
                <a:latin typeface="+mn-ea"/>
              </a:rPr>
              <a:t>구성방식을달리한</a:t>
            </a:r>
            <a:r>
              <a:rPr lang="en-US" altLang="ko-KR" sz="800" b="1" dirty="0">
                <a:latin typeface="+mn-ea"/>
              </a:rPr>
              <a:t>6</a:t>
            </a:r>
            <a:r>
              <a:rPr lang="ko-KR" altLang="en-US" sz="800" b="1" dirty="0">
                <a:latin typeface="+mn-ea"/>
              </a:rPr>
              <a:t>가지실험시나리오中</a:t>
            </a:r>
            <a:r>
              <a:rPr lang="en-US" altLang="ko-KR" sz="800" b="1" dirty="0">
                <a:latin typeface="+mn-ea"/>
              </a:rPr>
              <a:t>4 , 5 </a:t>
            </a:r>
            <a:r>
              <a:rPr lang="ko-KR" altLang="en-US" sz="800" b="1" dirty="0">
                <a:latin typeface="+mn-ea"/>
              </a:rPr>
              <a:t>번째시나리오</a:t>
            </a:r>
          </a:p>
        </p:txBody>
      </p:sp>
    </p:spTree>
    <p:extLst>
      <p:ext uri="{BB962C8B-B14F-4D97-AF65-F5344CB8AC3E}">
        <p14:creationId xmlns:p14="http://schemas.microsoft.com/office/powerpoint/2010/main" val="37054358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3EE75E94-8FB8-4A98-A686-35BD1C52C7C5}"/>
              </a:ext>
            </a:extLst>
          </p:cNvPr>
          <p:cNvSpPr txBox="1"/>
          <p:nvPr/>
        </p:nvSpPr>
        <p:spPr>
          <a:xfrm>
            <a:off x="470684" y="3257983"/>
            <a:ext cx="15933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>
                <a:latin typeface="+mj-ea"/>
              </a:rPr>
              <a:t>12</a:t>
            </a:r>
            <a:r>
              <a:rPr lang="ko-KR" altLang="en-US" sz="1200" b="1" dirty="0">
                <a:latin typeface="+mj-ea"/>
              </a:rPr>
              <a:t>시간 예측</a:t>
            </a:r>
            <a:endParaRPr lang="en-US" altLang="ko-KR" sz="1200" b="1" dirty="0">
              <a:latin typeface="+mj-ea"/>
            </a:endParaRPr>
          </a:p>
        </p:txBody>
      </p:sp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0C768C90-0DD3-49D7-B6B6-D6D3689110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6792370"/>
              </p:ext>
            </p:extLst>
          </p:nvPr>
        </p:nvGraphicFramePr>
        <p:xfrm>
          <a:off x="470684" y="3565760"/>
          <a:ext cx="2154174" cy="294894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772414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690880">
                  <a:extLst>
                    <a:ext uri="{9D8B030D-6E8A-4147-A177-3AD203B41FA5}">
                      <a16:colId xmlns:a16="http://schemas.microsoft.com/office/drawing/2014/main" val="1089401187"/>
                    </a:ext>
                  </a:extLst>
                </a:gridCol>
                <a:gridCol w="690880">
                  <a:extLst>
                    <a:ext uri="{9D8B030D-6E8A-4147-A177-3AD203B41FA5}">
                      <a16:colId xmlns:a16="http://schemas.microsoft.com/office/drawing/2014/main" val="576727695"/>
                    </a:ext>
                  </a:extLst>
                </a:gridCol>
              </a:tblGrid>
              <a:tr h="3530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>
                          <a:solidFill>
                            <a:schemeClr val="bg1"/>
                          </a:solidFill>
                        </a:rPr>
                        <a:t>R2</a:t>
                      </a:r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 err="1">
                          <a:solidFill>
                            <a:schemeClr val="bg1"/>
                          </a:solidFill>
                        </a:rPr>
                        <a:t>궁내교</a:t>
                      </a:r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Test data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000" b="1" dirty="0"/>
                        <a:t>6</a:t>
                      </a:r>
                      <a:r>
                        <a:rPr lang="ko-KR" altLang="en-US" sz="1000" b="1" dirty="0"/>
                        <a:t>시간</a:t>
                      </a:r>
                      <a:endParaRPr lang="pt-BR" altLang="ko-KR" sz="10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000" b="1" dirty="0"/>
                        <a:t>3</a:t>
                      </a:r>
                      <a:r>
                        <a:rPr lang="ko-KR" altLang="en-US" sz="1000" b="1" dirty="0"/>
                        <a:t>시간</a:t>
                      </a:r>
                      <a:endParaRPr lang="pt-BR" altLang="ko-KR" sz="10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11457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20.08.02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0.8759</a:t>
                      </a:r>
                      <a:endParaRPr lang="pt-BR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0.7961</a:t>
                      </a:r>
                      <a:endParaRPr lang="pt-BR" altLang="ko-KR" sz="12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22.07.12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-1.9263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-1.3191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23.07.11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0.7968</a:t>
                      </a:r>
                      <a:endParaRPr lang="pt-BR" altLang="ko-KR" sz="12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0.7596</a:t>
                      </a:r>
                      <a:endParaRPr lang="pt-BR" altLang="ko-KR" sz="12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>
                          <a:solidFill>
                            <a:schemeClr val="tx1"/>
                          </a:solidFill>
                        </a:rPr>
                        <a:t>24.07.23</a:t>
                      </a:r>
                      <a:endParaRPr lang="ko-KR" altLang="en-US" sz="1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0.6043</a:t>
                      </a:r>
                      <a:endParaRPr lang="pt-BR" altLang="ko-KR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0.4878</a:t>
                      </a:r>
                      <a:endParaRPr lang="pt-BR" altLang="ko-KR" sz="1200" b="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896286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25.07.16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0.4520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0.4308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946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25.08.14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0.8114</a:t>
                      </a:r>
                      <a:endParaRPr lang="pt-BR" altLang="ko-KR" sz="12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0.2319</a:t>
                      </a:r>
                      <a:endParaRPr lang="pt-BR" altLang="ko-KR" sz="12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67107547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5D6EE5BE-F42F-456B-844D-95F45ACEAA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98228093"/>
              </p:ext>
            </p:extLst>
          </p:nvPr>
        </p:nvGraphicFramePr>
        <p:xfrm>
          <a:off x="2925448" y="3565756"/>
          <a:ext cx="3624263" cy="294894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719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  <a:gridCol w="811530">
                  <a:extLst>
                    <a:ext uri="{9D8B030D-6E8A-4147-A177-3AD203B41FA5}">
                      <a16:colId xmlns:a16="http://schemas.microsoft.com/office/drawing/2014/main" val="1089401187"/>
                    </a:ext>
                  </a:extLst>
                </a:gridCol>
                <a:gridCol w="813118">
                  <a:extLst>
                    <a:ext uri="{9D8B030D-6E8A-4147-A177-3AD203B41FA5}">
                      <a16:colId xmlns:a16="http://schemas.microsoft.com/office/drawing/2014/main" val="1109155258"/>
                    </a:ext>
                  </a:extLst>
                </a:gridCol>
                <a:gridCol w="635318">
                  <a:extLst>
                    <a:ext uri="{9D8B030D-6E8A-4147-A177-3AD203B41FA5}">
                      <a16:colId xmlns:a16="http://schemas.microsoft.com/office/drawing/2014/main" val="636005489"/>
                    </a:ext>
                  </a:extLst>
                </a:gridCol>
                <a:gridCol w="644842">
                  <a:extLst>
                    <a:ext uri="{9D8B030D-6E8A-4147-A177-3AD203B41FA5}">
                      <a16:colId xmlns:a16="http://schemas.microsoft.com/office/drawing/2014/main" val="1758973218"/>
                    </a:ext>
                  </a:extLst>
                </a:gridCol>
              </a:tblGrid>
              <a:tr h="353060">
                <a:tc gridSpan="5"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 err="1"/>
                        <a:t>궁내교</a:t>
                      </a:r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b="1" dirty="0"/>
                        <a:t>관심수위</a:t>
                      </a:r>
                      <a:endParaRPr lang="pt-BR" altLang="ko-KR" sz="10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000" b="1" dirty="0"/>
                        <a:t>+ </a:t>
                      </a:r>
                      <a:r>
                        <a:rPr lang="ko-KR" altLang="en-US" sz="1000" b="1" dirty="0" err="1"/>
                        <a:t>누적강우</a:t>
                      </a:r>
                      <a:endParaRPr lang="pt-BR" altLang="ko-KR" sz="10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000" b="1" dirty="0"/>
                        <a:t>3</a:t>
                      </a:r>
                      <a:r>
                        <a:rPr lang="ko-KR" altLang="en-US" sz="1000" b="1" dirty="0"/>
                        <a:t>시간 예측</a:t>
                      </a:r>
                      <a:endParaRPr lang="pt-BR" altLang="ko-KR" sz="10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000" b="1" dirty="0">
                          <a:latin typeface="+mj-ea"/>
                        </a:rPr>
                        <a:t>X 0.98 </a:t>
                      </a:r>
                      <a:endParaRPr lang="pt-BR" altLang="ko-KR" sz="10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000" b="1" dirty="0">
                          <a:latin typeface="+mj-ea"/>
                        </a:rPr>
                        <a:t>X 1.02</a:t>
                      </a:r>
                      <a:endParaRPr lang="pt-BR" altLang="ko-KR" sz="10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11457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0.9656</a:t>
                      </a:r>
                      <a:endParaRPr lang="pt-BR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0.8893</a:t>
                      </a:r>
                      <a:endParaRPr lang="pt-BR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0.8214</a:t>
                      </a:r>
                      <a:endParaRPr lang="pt-BR" altLang="ko-KR" sz="12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0.8492</a:t>
                      </a:r>
                      <a:endParaRPr lang="pt-BR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0.7922</a:t>
                      </a:r>
                      <a:endParaRPr lang="pt-BR" altLang="ko-KR" sz="12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0.4201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-0.6973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-0.3291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0.2864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0.0156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0.8622</a:t>
                      </a:r>
                      <a:endParaRPr lang="pt-BR" altLang="ko-KR" sz="12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0.9031</a:t>
                      </a:r>
                      <a:endParaRPr lang="pt-BR" altLang="ko-KR" sz="12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0.9196</a:t>
                      </a:r>
                      <a:endParaRPr lang="pt-BR" altLang="ko-KR" sz="12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0.8814</a:t>
                      </a:r>
                      <a:endParaRPr lang="pt-BR" altLang="ko-KR" sz="12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0.8994</a:t>
                      </a:r>
                      <a:endParaRPr lang="pt-BR" altLang="ko-KR" sz="12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0.7308</a:t>
                      </a:r>
                      <a:endParaRPr lang="pt-BR" altLang="ko-KR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0.8385</a:t>
                      </a:r>
                      <a:endParaRPr lang="pt-BR" altLang="ko-KR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0.7568</a:t>
                      </a:r>
                      <a:endParaRPr lang="pt-BR" altLang="ko-KR" sz="1200" b="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0.8244</a:t>
                      </a:r>
                      <a:endParaRPr lang="pt-BR" altLang="ko-KR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0.8400</a:t>
                      </a:r>
                      <a:endParaRPr lang="pt-BR" altLang="ko-KR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896286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0.7947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0.7659</a:t>
                      </a:r>
                      <a:endParaRPr lang="ko-KR" altLang="en-US" sz="1200" b="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0.9456</a:t>
                      </a:r>
                      <a:endParaRPr lang="ko-KR" altLang="en-US" sz="1200" b="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0.7627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0.8186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946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0.5087</a:t>
                      </a:r>
                      <a:endParaRPr lang="pt-BR" altLang="ko-KR" sz="12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200" dirty="0">
                          <a:solidFill>
                            <a:srgbClr val="FF0000"/>
                          </a:solidFill>
                        </a:rPr>
                        <a:t>0.6406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-0.9700</a:t>
                      </a:r>
                      <a:endParaRPr lang="pt-BR" altLang="ko-KR" sz="12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0.4144</a:t>
                      </a:r>
                      <a:endParaRPr lang="pt-BR" altLang="ko-KR" sz="12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0.4433</a:t>
                      </a:r>
                      <a:endParaRPr lang="pt-BR" altLang="ko-KR" sz="12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67107547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7981C971-C31C-4B79-AD72-BB1B92F2435C}"/>
              </a:ext>
            </a:extLst>
          </p:cNvPr>
          <p:cNvSpPr txBox="1"/>
          <p:nvPr/>
        </p:nvSpPr>
        <p:spPr>
          <a:xfrm>
            <a:off x="2925448" y="3257978"/>
            <a:ext cx="12111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>
                <a:latin typeface="+mj-ea"/>
              </a:rPr>
              <a:t>관심수위</a:t>
            </a:r>
            <a:endParaRPr lang="en-US" altLang="ko-KR" sz="1200" b="1" dirty="0">
              <a:latin typeface="+mj-ea"/>
            </a:endParaRPr>
          </a:p>
        </p:txBody>
      </p:sp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6FF0AEB6-95BA-4C70-ABFE-4364BC76F0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5037045"/>
              </p:ext>
            </p:extLst>
          </p:nvPr>
        </p:nvGraphicFramePr>
        <p:xfrm>
          <a:off x="10123711" y="3565756"/>
          <a:ext cx="1591310" cy="294894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779780">
                  <a:extLst>
                    <a:ext uri="{9D8B030D-6E8A-4147-A177-3AD203B41FA5}">
                      <a16:colId xmlns:a16="http://schemas.microsoft.com/office/drawing/2014/main" val="576727695"/>
                    </a:ext>
                  </a:extLst>
                </a:gridCol>
                <a:gridCol w="811530">
                  <a:extLst>
                    <a:ext uri="{9D8B030D-6E8A-4147-A177-3AD203B41FA5}">
                      <a16:colId xmlns:a16="http://schemas.microsoft.com/office/drawing/2014/main" val="2478809025"/>
                    </a:ext>
                  </a:extLst>
                </a:gridCol>
              </a:tblGrid>
              <a:tr h="35306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 err="1"/>
                        <a:t>궁내교</a:t>
                      </a:r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000" b="1" dirty="0"/>
                        <a:t>20</a:t>
                      </a:r>
                      <a:r>
                        <a:rPr lang="ko-KR" altLang="en-US" sz="1000" b="1" dirty="0"/>
                        <a:t>년 이후 </a:t>
                      </a:r>
                      <a:endParaRPr lang="pt-BR" altLang="ko-KR" sz="10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000" b="1" dirty="0"/>
                        <a:t>+ </a:t>
                      </a:r>
                      <a:r>
                        <a:rPr lang="ko-KR" altLang="en-US" sz="1000" b="1" dirty="0" err="1"/>
                        <a:t>누적강우</a:t>
                      </a:r>
                      <a:endParaRPr lang="pt-BR" altLang="ko-KR" sz="10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11457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0.9513</a:t>
                      </a:r>
                      <a:endParaRPr lang="pt-BR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0.9507</a:t>
                      </a:r>
                      <a:endParaRPr lang="pt-BR" altLang="ko-KR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-0.8548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0.2329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0.8751</a:t>
                      </a:r>
                      <a:endParaRPr lang="pt-BR" altLang="ko-KR" sz="12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0.8663</a:t>
                      </a:r>
                      <a:endParaRPr lang="pt-BR" altLang="ko-KR" sz="12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0.8136</a:t>
                      </a:r>
                      <a:endParaRPr lang="pt-BR" altLang="ko-KR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0.8524</a:t>
                      </a:r>
                      <a:endParaRPr lang="pt-BR" altLang="ko-KR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896286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0.8213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0.7764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946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0.7835</a:t>
                      </a:r>
                      <a:endParaRPr lang="pt-BR" altLang="ko-KR" sz="12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0.5660</a:t>
                      </a:r>
                      <a:endParaRPr lang="pt-BR" altLang="ko-KR" sz="12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67107547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206CEEFF-20C6-4110-BC2F-A5F4BD03E4A3}"/>
              </a:ext>
            </a:extLst>
          </p:cNvPr>
          <p:cNvSpPr txBox="1"/>
          <p:nvPr/>
        </p:nvSpPr>
        <p:spPr>
          <a:xfrm>
            <a:off x="10118235" y="3257979"/>
            <a:ext cx="138176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>
                <a:latin typeface="+mj-ea"/>
              </a:rPr>
              <a:t>20</a:t>
            </a:r>
            <a:r>
              <a:rPr lang="ko-KR" altLang="en-US" sz="1200" b="1" dirty="0">
                <a:latin typeface="+mj-ea"/>
              </a:rPr>
              <a:t>년 이후</a:t>
            </a:r>
            <a:endParaRPr lang="en-US" altLang="ko-KR" sz="1200" b="1" dirty="0">
              <a:latin typeface="+mj-ea"/>
            </a:endParaRP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A29AF4A3-25D0-4339-9118-81E774D35C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5221610"/>
              </p:ext>
            </p:extLst>
          </p:nvPr>
        </p:nvGraphicFramePr>
        <p:xfrm>
          <a:off x="6714834" y="3565756"/>
          <a:ext cx="690880" cy="294894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690880">
                  <a:extLst>
                    <a:ext uri="{9D8B030D-6E8A-4147-A177-3AD203B41FA5}">
                      <a16:colId xmlns:a16="http://schemas.microsoft.com/office/drawing/2014/main" val="1089401187"/>
                    </a:ext>
                  </a:extLst>
                </a:gridCol>
              </a:tblGrid>
              <a:tr h="3530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 err="1">
                          <a:solidFill>
                            <a:schemeClr val="bg1"/>
                          </a:solidFill>
                        </a:rPr>
                        <a:t>궁내교</a:t>
                      </a:r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b="1" dirty="0"/>
                        <a:t>유량</a:t>
                      </a:r>
                      <a:endParaRPr lang="pt-BR" altLang="ko-KR" sz="12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11457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0.9470</a:t>
                      </a:r>
                      <a:endParaRPr lang="pt-BR" altLang="ko-KR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-0.3192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0.9153</a:t>
                      </a:r>
                      <a:endParaRPr lang="pt-BR" altLang="ko-KR" sz="12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0.7854</a:t>
                      </a:r>
                      <a:endParaRPr lang="pt-BR" altLang="ko-KR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896286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0.7869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946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0.7481</a:t>
                      </a:r>
                      <a:endParaRPr lang="pt-BR" altLang="ko-KR" sz="12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67107547"/>
                  </a:ext>
                </a:extLst>
              </a:tr>
            </a:tbl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01D8C2B9-8FC1-456B-B4F9-3E31EE77E4A4}"/>
              </a:ext>
            </a:extLst>
          </p:cNvPr>
          <p:cNvSpPr txBox="1"/>
          <p:nvPr/>
        </p:nvSpPr>
        <p:spPr>
          <a:xfrm>
            <a:off x="6714834" y="3257977"/>
            <a:ext cx="6908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>
                <a:latin typeface="+mj-ea"/>
              </a:rPr>
              <a:t>유량</a:t>
            </a:r>
            <a:endParaRPr lang="en-US" altLang="ko-KR" sz="1200" b="1" dirty="0">
              <a:latin typeface="+mj-ea"/>
            </a:endParaRPr>
          </a:p>
        </p:txBody>
      </p:sp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57113604-EB83-4AC3-92EF-796491450A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7924078"/>
              </p:ext>
            </p:extLst>
          </p:nvPr>
        </p:nvGraphicFramePr>
        <p:xfrm>
          <a:off x="9118559" y="3565756"/>
          <a:ext cx="690880" cy="294894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690880">
                  <a:extLst>
                    <a:ext uri="{9D8B030D-6E8A-4147-A177-3AD203B41FA5}">
                      <a16:colId xmlns:a16="http://schemas.microsoft.com/office/drawing/2014/main" val="1089401187"/>
                    </a:ext>
                  </a:extLst>
                </a:gridCol>
              </a:tblGrid>
              <a:tr h="3530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 err="1">
                          <a:solidFill>
                            <a:schemeClr val="bg1"/>
                          </a:solidFill>
                        </a:rPr>
                        <a:t>궁내교</a:t>
                      </a:r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b="1" dirty="0"/>
                        <a:t>유량</a:t>
                      </a:r>
                      <a:endParaRPr lang="pt-BR" altLang="ko-KR" sz="12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11457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0.8253</a:t>
                      </a:r>
                      <a:endParaRPr lang="pt-BR" altLang="ko-KR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-1.2836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0.9267</a:t>
                      </a:r>
                      <a:endParaRPr lang="pt-BR" altLang="ko-KR" sz="12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0.7720</a:t>
                      </a:r>
                      <a:endParaRPr lang="pt-BR" altLang="ko-KR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896286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0.4997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946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0.7909</a:t>
                      </a:r>
                      <a:endParaRPr lang="pt-BR" altLang="ko-KR" sz="12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6710754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6942539A-8773-421D-BEC8-37D92B28AA3B}"/>
              </a:ext>
            </a:extLst>
          </p:cNvPr>
          <p:cNvSpPr txBox="1"/>
          <p:nvPr/>
        </p:nvSpPr>
        <p:spPr>
          <a:xfrm>
            <a:off x="9117720" y="3257976"/>
            <a:ext cx="119771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 err="1">
                <a:latin typeface="+mj-ea"/>
              </a:rPr>
              <a:t>대곡교</a:t>
            </a:r>
            <a:r>
              <a:rPr lang="ko-KR" altLang="en-US" sz="1200" b="1" dirty="0">
                <a:latin typeface="+mj-ea"/>
              </a:rPr>
              <a:t> 제외</a:t>
            </a:r>
            <a:endParaRPr lang="en-US" altLang="ko-KR" sz="1200" b="1" dirty="0">
              <a:latin typeface="+mj-ea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E8DEA75-6C7A-48E4-BF5B-CED3FB6DD84B}"/>
              </a:ext>
            </a:extLst>
          </p:cNvPr>
          <p:cNvSpPr txBox="1"/>
          <p:nvPr/>
        </p:nvSpPr>
        <p:spPr>
          <a:xfrm>
            <a:off x="7570837" y="3257976"/>
            <a:ext cx="15933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 err="1">
                <a:latin typeface="+mj-ea"/>
              </a:rPr>
              <a:t>누적강우</a:t>
            </a:r>
            <a:r>
              <a:rPr lang="ko-KR" altLang="en-US" sz="1200" b="1" dirty="0">
                <a:latin typeface="+mj-ea"/>
              </a:rPr>
              <a:t> </a:t>
            </a:r>
            <a:r>
              <a:rPr lang="en-US" altLang="ko-KR" sz="1200" b="1" dirty="0">
                <a:latin typeface="+mj-ea"/>
              </a:rPr>
              <a:t>110mm</a:t>
            </a: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2CCA84CD-C1FC-45A0-9D1F-3B0663B462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66611350"/>
              </p:ext>
            </p:extLst>
          </p:nvPr>
        </p:nvGraphicFramePr>
        <p:xfrm>
          <a:off x="7570837" y="3565756"/>
          <a:ext cx="1381760" cy="294894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690880">
                  <a:extLst>
                    <a:ext uri="{9D8B030D-6E8A-4147-A177-3AD203B41FA5}">
                      <a16:colId xmlns:a16="http://schemas.microsoft.com/office/drawing/2014/main" val="1418825472"/>
                    </a:ext>
                  </a:extLst>
                </a:gridCol>
                <a:gridCol w="690880">
                  <a:extLst>
                    <a:ext uri="{9D8B030D-6E8A-4147-A177-3AD203B41FA5}">
                      <a16:colId xmlns:a16="http://schemas.microsoft.com/office/drawing/2014/main" val="3977166896"/>
                    </a:ext>
                  </a:extLst>
                </a:gridCol>
              </a:tblGrid>
              <a:tr h="35306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 err="1"/>
                        <a:t>궁내교</a:t>
                      </a:r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000" b="1" dirty="0"/>
                        <a:t>4</a:t>
                      </a:r>
                      <a:r>
                        <a:rPr lang="ko-KR" altLang="en-US" sz="1000" b="1" dirty="0"/>
                        <a:t>번 조합</a:t>
                      </a:r>
                      <a:endParaRPr lang="pt-BR" altLang="ko-KR" sz="10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000" b="1" dirty="0"/>
                        <a:t>5</a:t>
                      </a:r>
                      <a:r>
                        <a:rPr lang="ko-KR" altLang="en-US" sz="1000" b="1" dirty="0"/>
                        <a:t>번 조합</a:t>
                      </a:r>
                      <a:endParaRPr lang="pt-BR" altLang="ko-KR" sz="10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11457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0.7237</a:t>
                      </a:r>
                      <a:endParaRPr lang="pt-BR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0.8774</a:t>
                      </a:r>
                      <a:endParaRPr lang="pt-BR" altLang="ko-KR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0.3192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0.0586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0.8533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0.8028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0.7623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0.7051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896286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0.8108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0.7764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946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0.8475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0.8673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67107547"/>
                  </a:ext>
                </a:extLst>
              </a:tr>
            </a:tbl>
          </a:graphicData>
        </a:graphic>
      </p:graphicFrame>
      <p:sp>
        <p:nvSpPr>
          <p:cNvPr id="28" name="TextBox 27">
            <a:extLst>
              <a:ext uri="{FF2B5EF4-FFF2-40B4-BE49-F238E27FC236}">
                <a16:creationId xmlns:a16="http://schemas.microsoft.com/office/drawing/2014/main" id="{E581E907-AD69-4D33-9927-380F4FE08FAD}"/>
              </a:ext>
            </a:extLst>
          </p:cNvPr>
          <p:cNvSpPr txBox="1"/>
          <p:nvPr/>
        </p:nvSpPr>
        <p:spPr>
          <a:xfrm>
            <a:off x="622385" y="850612"/>
            <a:ext cx="78996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latin typeface="+mj-ea"/>
              </a:rPr>
              <a:t>궁내교</a:t>
            </a:r>
            <a:endParaRPr lang="en-US" altLang="ko-KR" sz="2000" b="1" dirty="0">
              <a:latin typeface="+mj-ea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12B4992-2BCB-4C46-AB8E-862DCC1DD6B7}"/>
              </a:ext>
            </a:extLst>
          </p:cNvPr>
          <p:cNvSpPr txBox="1"/>
          <p:nvPr/>
        </p:nvSpPr>
        <p:spPr>
          <a:xfrm>
            <a:off x="499533" y="1389410"/>
            <a:ext cx="9037995" cy="142999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0" tIns="216000" rtlCol="0" anchor="t"/>
          <a:lstStyle>
            <a:defPPr>
              <a:defRPr lang="en-US"/>
            </a:defPPr>
            <a:lvl1pPr marL="363538" indent="-188913" defTabSz="1166646" eaLnBrk="0" hangingPunct="0">
              <a:spcAft>
                <a:spcPts val="526"/>
              </a:spcAft>
              <a:buSzPct val="100000"/>
              <a:buBlip>
                <a:blip r:embed="rId2"/>
              </a:buBlip>
              <a:defRPr sz="1400" b="1" kern="0" spc="-88">
                <a:ln>
                  <a:solidFill>
                    <a:srgbClr val="44546A">
                      <a:lumMod val="60000"/>
                      <a:lumOff val="40000"/>
                      <a:alpha val="0"/>
                    </a:srgbClr>
                  </a:solidFill>
                </a:ln>
                <a:solidFill>
                  <a:schemeClr val="accent1">
                    <a:lumMod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ko-KR" altLang="en-US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단일 이벤트 기준으로는 잘 맞는 것도 많지만 이벤트 간 분산이 큼</a:t>
            </a:r>
            <a:endParaRPr lang="en-US" altLang="ko-KR" dirty="0">
              <a:solidFill>
                <a:schemeClr val="bg2">
                  <a:lumMod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r>
              <a:rPr lang="en-US" altLang="ko-KR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22.07.12 : </a:t>
            </a:r>
            <a:r>
              <a:rPr lang="ko-KR" altLang="en-US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거의 모든 조합에서 </a:t>
            </a:r>
            <a:r>
              <a:rPr lang="en-US" altLang="ko-KR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R² </a:t>
            </a:r>
            <a:r>
              <a:rPr lang="ko-KR" altLang="en-US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음수 → 데이터 문제가 아니라 사상 특성 문제</a:t>
            </a:r>
            <a:endParaRPr lang="en-US" altLang="ko-KR" sz="1400" b="1" dirty="0">
              <a:solidFill>
                <a:schemeClr val="bg2">
                  <a:lumMod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7885049-CF89-428F-8947-2F5039D718F6}"/>
              </a:ext>
            </a:extLst>
          </p:cNvPr>
          <p:cNvSpPr txBox="1"/>
          <p:nvPr/>
        </p:nvSpPr>
        <p:spPr>
          <a:xfrm>
            <a:off x="470683" y="2819400"/>
            <a:ext cx="15933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>
                <a:latin typeface="+mj-ea"/>
              </a:rPr>
              <a:t>-</a:t>
            </a:r>
            <a:r>
              <a:rPr lang="ko-KR" altLang="en-US" sz="1200" b="1" dirty="0">
                <a:latin typeface="+mj-ea"/>
              </a:rPr>
              <a:t> </a:t>
            </a:r>
            <a:r>
              <a:rPr lang="en-US" altLang="ko-KR" sz="1200" b="1" dirty="0">
                <a:latin typeface="+mj-ea"/>
              </a:rPr>
              <a:t>R2 </a:t>
            </a:r>
            <a:r>
              <a:rPr lang="ko-KR" altLang="en-US" sz="1200" b="1" dirty="0">
                <a:latin typeface="+mj-ea"/>
              </a:rPr>
              <a:t>평가</a:t>
            </a:r>
            <a:endParaRPr lang="en-US" altLang="ko-KR" sz="1200" b="1" dirty="0">
              <a:latin typeface="+mj-ea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88B87BBA-8FB4-4E5C-AB43-7CAF29B36FC4}"/>
              </a:ext>
            </a:extLst>
          </p:cNvPr>
          <p:cNvSpPr/>
          <p:nvPr/>
        </p:nvSpPr>
        <p:spPr>
          <a:xfrm>
            <a:off x="10118235" y="3911600"/>
            <a:ext cx="795298" cy="260309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160554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3EE75E94-8FB8-4A98-A686-35BD1C52C7C5}"/>
              </a:ext>
            </a:extLst>
          </p:cNvPr>
          <p:cNvSpPr txBox="1"/>
          <p:nvPr/>
        </p:nvSpPr>
        <p:spPr>
          <a:xfrm>
            <a:off x="270933" y="230419"/>
            <a:ext cx="5689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rgbClr val="FF0000"/>
                </a:solidFill>
                <a:latin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</a:rPr>
              <a:t> </a:t>
            </a:r>
            <a:r>
              <a:rPr lang="en-US" altLang="ko-KR" sz="2000" b="1" dirty="0">
                <a:latin typeface="+mj-ea"/>
              </a:rPr>
              <a:t>- 12</a:t>
            </a:r>
            <a:r>
              <a:rPr lang="ko-KR" altLang="en-US" sz="2000" b="1" dirty="0">
                <a:latin typeface="+mj-ea"/>
              </a:rPr>
              <a:t>시간 예측</a:t>
            </a:r>
            <a:r>
              <a:rPr lang="en-US" altLang="ko-KR" sz="2000" b="1" dirty="0">
                <a:latin typeface="+mj-ea"/>
              </a:rPr>
              <a:t> ( 6</a:t>
            </a:r>
            <a:r>
              <a:rPr lang="ko-KR" altLang="en-US" sz="2000" b="1" dirty="0">
                <a:latin typeface="+mj-ea"/>
              </a:rPr>
              <a:t>시간 </a:t>
            </a:r>
            <a:r>
              <a:rPr lang="en-US" altLang="ko-KR" sz="2000" b="1" dirty="0">
                <a:latin typeface="+mj-ea"/>
              </a:rPr>
              <a:t>)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</a:p>
        </p:txBody>
      </p:sp>
      <p:pic>
        <p:nvPicPr>
          <p:cNvPr id="44" name="그림 43">
            <a:extLst>
              <a:ext uri="{FF2B5EF4-FFF2-40B4-BE49-F238E27FC236}">
                <a16:creationId xmlns:a16="http://schemas.microsoft.com/office/drawing/2014/main" id="{B677A664-900B-45EC-B7ED-FED2250F1E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9883" y="689483"/>
            <a:ext cx="3227450" cy="542588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12E4B6C2-35C2-4C27-9869-ABC58B1417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3" y="2689402"/>
            <a:ext cx="3227450" cy="551047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06F1A1F7-B882-4681-B942-265A6276DF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9262" y="4721949"/>
            <a:ext cx="3227450" cy="549525"/>
          </a:xfrm>
          <a:prstGeom prst="rect">
            <a:avLst/>
          </a:prstGeom>
        </p:spPr>
      </p:pic>
      <p:grpSp>
        <p:nvGrpSpPr>
          <p:cNvPr id="6" name="그룹 5">
            <a:extLst>
              <a:ext uri="{FF2B5EF4-FFF2-40B4-BE49-F238E27FC236}">
                <a16:creationId xmlns:a16="http://schemas.microsoft.com/office/drawing/2014/main" id="{FC6DAE30-9462-4ECD-ACBF-CFEBE398D720}"/>
              </a:ext>
            </a:extLst>
          </p:cNvPr>
          <p:cNvGrpSpPr/>
          <p:nvPr/>
        </p:nvGrpSpPr>
        <p:grpSpPr>
          <a:xfrm>
            <a:off x="6465564" y="1473154"/>
            <a:ext cx="1391446" cy="4647191"/>
            <a:chOff x="6465564" y="1473154"/>
            <a:chExt cx="1391446" cy="4647191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FA255B5-0345-410B-80F9-2AFF909E4C46}"/>
                </a:ext>
              </a:extLst>
            </p:cNvPr>
            <p:cNvSpPr txBox="1"/>
            <p:nvPr/>
          </p:nvSpPr>
          <p:spPr>
            <a:xfrm>
              <a:off x="6465564" y="5503969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testdata_250814</a:t>
              </a:r>
              <a:endParaRPr lang="ko-KR" altLang="en-US" sz="1200" b="1" dirty="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749A747-00BF-4A4A-A0D9-CB38768F9B9A}"/>
                </a:ext>
              </a:extLst>
            </p:cNvPr>
            <p:cNvSpPr txBox="1"/>
            <p:nvPr/>
          </p:nvSpPr>
          <p:spPr>
            <a:xfrm>
              <a:off x="6465564" y="3478697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250716</a:t>
              </a:r>
              <a:endParaRPr lang="ko-KR" altLang="en-US" sz="1200" b="1" dirty="0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3780478-A6EF-4462-AD5A-1F9DE5B39403}"/>
                </a:ext>
              </a:extLst>
            </p:cNvPr>
            <p:cNvSpPr txBox="1"/>
            <p:nvPr/>
          </p:nvSpPr>
          <p:spPr>
            <a:xfrm>
              <a:off x="6472432" y="147315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240723</a:t>
              </a:r>
              <a:endParaRPr lang="ko-KR" altLang="en-US" sz="1200" b="1" dirty="0"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CD13AD81-9D77-4840-BEEF-57179F7C5A87}"/>
                </a:ext>
              </a:extLst>
            </p:cNvPr>
            <p:cNvSpPr txBox="1"/>
            <p:nvPr/>
          </p:nvSpPr>
          <p:spPr>
            <a:xfrm>
              <a:off x="6465564" y="5843346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0.8114</a:t>
              </a:r>
              <a:endParaRPr lang="ko-KR" altLang="en-US" sz="1200" b="1" dirty="0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9A42ED54-E154-45FD-9E22-F3DB582A0E2E}"/>
                </a:ext>
              </a:extLst>
            </p:cNvPr>
            <p:cNvSpPr txBox="1"/>
            <p:nvPr/>
          </p:nvSpPr>
          <p:spPr>
            <a:xfrm>
              <a:off x="6465564" y="381807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0.4520</a:t>
              </a:r>
              <a:endParaRPr lang="ko-KR" altLang="en-US" sz="1200" b="1" dirty="0"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DFE82EB6-8861-41EE-940F-7D3C39D3265A}"/>
                </a:ext>
              </a:extLst>
            </p:cNvPr>
            <p:cNvSpPr txBox="1"/>
            <p:nvPr/>
          </p:nvSpPr>
          <p:spPr>
            <a:xfrm>
              <a:off x="6472432" y="1812531"/>
              <a:ext cx="138457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0.6043</a:t>
              </a:r>
              <a:endParaRPr lang="pt-BR" altLang="ko-KR" sz="1200" dirty="0"/>
            </a:p>
            <a:p>
              <a:pPr algn="ctr" latinLnBrk="1"/>
              <a:endParaRPr lang="ko-KR" altLang="en-US" sz="1200" b="1" dirty="0"/>
            </a:p>
          </p:txBody>
        </p:sp>
      </p:grpSp>
      <p:pic>
        <p:nvPicPr>
          <p:cNvPr id="2" name="그림 1">
            <a:extLst>
              <a:ext uri="{FF2B5EF4-FFF2-40B4-BE49-F238E27FC236}">
                <a16:creationId xmlns:a16="http://schemas.microsoft.com/office/drawing/2014/main" id="{B0427AF8-A21B-40FF-AA58-919893C3364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2162" y="1254012"/>
            <a:ext cx="3159110" cy="1315789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C8E7FF9E-DE29-4AC0-8F82-3948FDDFEB1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2163" y="3240449"/>
            <a:ext cx="3159110" cy="1356107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DA0938AC-6E22-4385-9FDE-48F6D147DC7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17802" y="5271474"/>
            <a:ext cx="3178910" cy="1356107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73A9FA09-4C55-4047-B157-8A89D4BA73F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3" y="716172"/>
            <a:ext cx="3227450" cy="492774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9FB5B3B8-D3C4-426E-A3EB-702A5203B43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3" y="2712227"/>
            <a:ext cx="3227450" cy="505397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6006C84D-618D-4489-8E29-C63A6FBD5D6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9662" y="4745885"/>
            <a:ext cx="3227450" cy="501653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B9D11161-F507-458B-AD75-9380CEEBB71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2563" y="1254012"/>
            <a:ext cx="3159110" cy="1315789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6992310A-AF00-4935-B2D8-4BBC37A613D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2564" y="3240449"/>
            <a:ext cx="3159110" cy="1356107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5414DBF1-66B4-428D-8122-CBEC2AC62BCA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8202" y="5271474"/>
            <a:ext cx="3178910" cy="1356107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CACBA84A-C766-4A99-A258-0B20ABAE2B3F}"/>
              </a:ext>
            </a:extLst>
          </p:cNvPr>
          <p:cNvGrpSpPr/>
          <p:nvPr/>
        </p:nvGrpSpPr>
        <p:grpSpPr>
          <a:xfrm>
            <a:off x="668867" y="1566310"/>
            <a:ext cx="1290420" cy="4587791"/>
            <a:chOff x="668867" y="1566310"/>
            <a:chExt cx="1290420" cy="4587791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FE13151-BA46-4219-A32A-22942F00BBFD}"/>
                </a:ext>
              </a:extLst>
            </p:cNvPr>
            <p:cNvSpPr txBox="1"/>
            <p:nvPr/>
          </p:nvSpPr>
          <p:spPr>
            <a:xfrm>
              <a:off x="668867" y="5537725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testdata_230711</a:t>
              </a:r>
              <a:endParaRPr lang="ko-KR" altLang="en-US" sz="1200" b="1" dirty="0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ADEB3EAB-0072-4095-8733-FFDDAD956D2E}"/>
                </a:ext>
              </a:extLst>
            </p:cNvPr>
            <p:cNvSpPr txBox="1"/>
            <p:nvPr/>
          </p:nvSpPr>
          <p:spPr>
            <a:xfrm>
              <a:off x="672354" y="35521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220712</a:t>
              </a:r>
              <a:endParaRPr lang="ko-KR" altLang="en-US" sz="1200" b="1" dirty="0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800CA63C-8DB7-46FE-A1FF-5C3332D9E9F6}"/>
                </a:ext>
              </a:extLst>
            </p:cNvPr>
            <p:cNvSpPr txBox="1"/>
            <p:nvPr/>
          </p:nvSpPr>
          <p:spPr>
            <a:xfrm>
              <a:off x="668867" y="15663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200802</a:t>
              </a:r>
              <a:endParaRPr lang="ko-KR" altLang="en-US" sz="1200" b="1" dirty="0"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F471D7EC-A786-472B-86DD-C4736DB62A39}"/>
                </a:ext>
              </a:extLst>
            </p:cNvPr>
            <p:cNvSpPr txBox="1"/>
            <p:nvPr/>
          </p:nvSpPr>
          <p:spPr>
            <a:xfrm>
              <a:off x="668867" y="5877102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0.7968</a:t>
              </a:r>
              <a:endParaRPr lang="ko-KR" altLang="en-US" sz="1200" b="1" dirty="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CD3DAA8C-A351-4E6A-A57B-AB46DE11A446}"/>
                </a:ext>
              </a:extLst>
            </p:cNvPr>
            <p:cNvSpPr txBox="1"/>
            <p:nvPr/>
          </p:nvSpPr>
          <p:spPr>
            <a:xfrm>
              <a:off x="672354" y="38914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-1.9263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53BFEBD7-87B5-494C-9DF1-3F7DF03D47F4}"/>
                </a:ext>
              </a:extLst>
            </p:cNvPr>
            <p:cNvSpPr txBox="1"/>
            <p:nvPr/>
          </p:nvSpPr>
          <p:spPr>
            <a:xfrm>
              <a:off x="668867" y="19056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0.8759</a:t>
              </a:r>
              <a:endParaRPr lang="ko-KR" altLang="en-US" sz="1200" b="1" dirty="0"/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9A2A58F6-1571-4C9A-BF15-77D7AAEEE80D}"/>
              </a:ext>
            </a:extLst>
          </p:cNvPr>
          <p:cNvSpPr txBox="1"/>
          <p:nvPr/>
        </p:nvSpPr>
        <p:spPr>
          <a:xfrm>
            <a:off x="9279466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</a:t>
            </a:r>
            <a:r>
              <a:rPr lang="en-US" altLang="ko-KR" sz="1050" b="1" dirty="0" err="1"/>
              <a:t>model_sungnam</a:t>
            </a:r>
            <a:r>
              <a:rPr lang="en-US" altLang="ko-KR" sz="1050" b="1" dirty="0"/>
              <a:t>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/dg)72</a:t>
            </a:r>
            <a:endParaRPr lang="ko-KR" altLang="en-US" sz="1050" b="1" dirty="0"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16726196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3EE75E94-8FB8-4A98-A686-35BD1C52C7C5}"/>
              </a:ext>
            </a:extLst>
          </p:cNvPr>
          <p:cNvSpPr txBox="1"/>
          <p:nvPr/>
        </p:nvSpPr>
        <p:spPr>
          <a:xfrm>
            <a:off x="270933" y="230419"/>
            <a:ext cx="5689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rgbClr val="FF0000"/>
                </a:solidFill>
                <a:latin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</a:rPr>
              <a:t> </a:t>
            </a:r>
            <a:r>
              <a:rPr lang="en-US" altLang="ko-KR" sz="2000" b="1" dirty="0">
                <a:latin typeface="+mj-ea"/>
              </a:rPr>
              <a:t>-</a:t>
            </a:r>
            <a:r>
              <a:rPr lang="en-US" altLang="ko-KR" sz="2000" b="1" dirty="0">
                <a:solidFill>
                  <a:srgbClr val="FF0000"/>
                </a:solidFill>
                <a:latin typeface="+mj-ea"/>
              </a:rPr>
              <a:t> </a:t>
            </a:r>
            <a:r>
              <a:rPr lang="en-US" altLang="ko-KR" sz="2000" b="1" dirty="0">
                <a:latin typeface="+mj-ea"/>
              </a:rPr>
              <a:t>12</a:t>
            </a:r>
            <a:r>
              <a:rPr lang="ko-KR" altLang="en-US" sz="2000" b="1" dirty="0">
                <a:latin typeface="+mj-ea"/>
              </a:rPr>
              <a:t>시간 예측</a:t>
            </a:r>
            <a:r>
              <a:rPr lang="en-US" altLang="ko-KR" sz="2000" b="1" dirty="0">
                <a:latin typeface="+mj-ea"/>
              </a:rPr>
              <a:t> ( 3</a:t>
            </a:r>
            <a:r>
              <a:rPr lang="ko-KR" altLang="en-US" sz="2000" b="1" dirty="0">
                <a:latin typeface="+mj-ea"/>
              </a:rPr>
              <a:t>시간 </a:t>
            </a:r>
            <a:r>
              <a:rPr lang="en-US" altLang="ko-KR" sz="2000" b="1" dirty="0">
                <a:latin typeface="+mj-ea"/>
              </a:rPr>
              <a:t>)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</a:p>
        </p:txBody>
      </p:sp>
      <p:pic>
        <p:nvPicPr>
          <p:cNvPr id="44" name="그림 43">
            <a:extLst>
              <a:ext uri="{FF2B5EF4-FFF2-40B4-BE49-F238E27FC236}">
                <a16:creationId xmlns:a16="http://schemas.microsoft.com/office/drawing/2014/main" id="{B677A664-900B-45EC-B7ED-FED2250F1E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3" y="689483"/>
            <a:ext cx="3192889" cy="542588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12E4B6C2-35C2-4C27-9869-ABC58B1417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3" y="2689402"/>
            <a:ext cx="3192889" cy="551047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06F1A1F7-B882-4681-B942-265A6276DF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9262" y="4721949"/>
            <a:ext cx="3227450" cy="549525"/>
          </a:xfrm>
          <a:prstGeom prst="rect">
            <a:avLst/>
          </a:prstGeom>
        </p:spPr>
      </p:pic>
      <p:grpSp>
        <p:nvGrpSpPr>
          <p:cNvPr id="6" name="그룹 5">
            <a:extLst>
              <a:ext uri="{FF2B5EF4-FFF2-40B4-BE49-F238E27FC236}">
                <a16:creationId xmlns:a16="http://schemas.microsoft.com/office/drawing/2014/main" id="{FC6DAE30-9462-4ECD-ACBF-CFEBE398D720}"/>
              </a:ext>
            </a:extLst>
          </p:cNvPr>
          <p:cNvGrpSpPr/>
          <p:nvPr/>
        </p:nvGrpSpPr>
        <p:grpSpPr>
          <a:xfrm>
            <a:off x="6465564" y="1473154"/>
            <a:ext cx="1391446" cy="4647191"/>
            <a:chOff x="6465564" y="1473154"/>
            <a:chExt cx="1391446" cy="4647191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FA255B5-0345-410B-80F9-2AFF909E4C46}"/>
                </a:ext>
              </a:extLst>
            </p:cNvPr>
            <p:cNvSpPr txBox="1"/>
            <p:nvPr/>
          </p:nvSpPr>
          <p:spPr>
            <a:xfrm>
              <a:off x="6465564" y="5503969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testdata_250814</a:t>
              </a:r>
              <a:endParaRPr lang="ko-KR" altLang="en-US" sz="1200" b="1" dirty="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749A747-00BF-4A4A-A0D9-CB38768F9B9A}"/>
                </a:ext>
              </a:extLst>
            </p:cNvPr>
            <p:cNvSpPr txBox="1"/>
            <p:nvPr/>
          </p:nvSpPr>
          <p:spPr>
            <a:xfrm>
              <a:off x="6465564" y="3478697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250716</a:t>
              </a:r>
              <a:endParaRPr lang="ko-KR" altLang="en-US" sz="1200" b="1" dirty="0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3780478-A6EF-4462-AD5A-1F9DE5B39403}"/>
                </a:ext>
              </a:extLst>
            </p:cNvPr>
            <p:cNvSpPr txBox="1"/>
            <p:nvPr/>
          </p:nvSpPr>
          <p:spPr>
            <a:xfrm>
              <a:off x="6472432" y="147315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240723</a:t>
              </a:r>
              <a:endParaRPr lang="ko-KR" altLang="en-US" sz="1200" b="1" dirty="0"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CD13AD81-9D77-4840-BEEF-57179F7C5A87}"/>
                </a:ext>
              </a:extLst>
            </p:cNvPr>
            <p:cNvSpPr txBox="1"/>
            <p:nvPr/>
          </p:nvSpPr>
          <p:spPr>
            <a:xfrm>
              <a:off x="6465564" y="5843346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0.2319</a:t>
              </a:r>
              <a:endParaRPr lang="ko-KR" altLang="en-US" sz="1200" b="1" dirty="0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9A42ED54-E154-45FD-9E22-F3DB582A0E2E}"/>
                </a:ext>
              </a:extLst>
            </p:cNvPr>
            <p:cNvSpPr txBox="1"/>
            <p:nvPr/>
          </p:nvSpPr>
          <p:spPr>
            <a:xfrm>
              <a:off x="6465564" y="381807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-2.8628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DFE82EB6-8861-41EE-940F-7D3C39D3265A}"/>
                </a:ext>
              </a:extLst>
            </p:cNvPr>
            <p:cNvSpPr txBox="1"/>
            <p:nvPr/>
          </p:nvSpPr>
          <p:spPr>
            <a:xfrm>
              <a:off x="6472432" y="1812531"/>
              <a:ext cx="138457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0.4878</a:t>
              </a:r>
              <a:endParaRPr lang="pt-BR" altLang="ko-KR" sz="1200" dirty="0">
                <a:solidFill>
                  <a:srgbClr val="FF0000"/>
                </a:solidFill>
              </a:endParaRPr>
            </a:p>
            <a:p>
              <a:pPr algn="ctr" latinLnBrk="1"/>
              <a:endParaRPr lang="ko-KR" altLang="en-US" sz="1200" b="1" dirty="0"/>
            </a:p>
          </p:txBody>
        </p:sp>
      </p:grpSp>
      <p:pic>
        <p:nvPicPr>
          <p:cNvPr id="2" name="그림 1">
            <a:extLst>
              <a:ext uri="{FF2B5EF4-FFF2-40B4-BE49-F238E27FC236}">
                <a16:creationId xmlns:a16="http://schemas.microsoft.com/office/drawing/2014/main" id="{B0427AF8-A21B-40FF-AA58-919893C3364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7602" y="1254012"/>
            <a:ext cx="3159110" cy="1315789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C8E7FF9E-DE29-4AC0-8F82-3948FDDFEB1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7603" y="3240449"/>
            <a:ext cx="3159109" cy="1356107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DA0938AC-6E22-4385-9FDE-48F6D147DC7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3" y="5271474"/>
            <a:ext cx="3192889" cy="1356107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73A9FA09-4C55-4047-B157-8A89D4BA73F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8784" y="716172"/>
            <a:ext cx="3192889" cy="492774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9FB5B3B8-D3C4-426E-A3EB-702A5203B43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4" y="2712227"/>
            <a:ext cx="3227450" cy="505397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6006C84D-618D-4489-8E29-C63A6FBD5D6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9662" y="4745885"/>
            <a:ext cx="3227450" cy="501653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B9D11161-F507-458B-AD75-9380CEEBB71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2564" y="1254012"/>
            <a:ext cx="3159110" cy="1315789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6992310A-AF00-4935-B2D8-4BBC37A613D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2564" y="3240449"/>
            <a:ext cx="3159109" cy="1356107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5414DBF1-66B4-428D-8122-CBEC2AC62BCA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3" y="5271474"/>
            <a:ext cx="3192889" cy="1356107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CACBA84A-C766-4A99-A258-0B20ABAE2B3F}"/>
              </a:ext>
            </a:extLst>
          </p:cNvPr>
          <p:cNvGrpSpPr/>
          <p:nvPr/>
        </p:nvGrpSpPr>
        <p:grpSpPr>
          <a:xfrm>
            <a:off x="668867" y="1566310"/>
            <a:ext cx="1290420" cy="4587791"/>
            <a:chOff x="668867" y="1566310"/>
            <a:chExt cx="1290420" cy="4587791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FE13151-BA46-4219-A32A-22942F00BBFD}"/>
                </a:ext>
              </a:extLst>
            </p:cNvPr>
            <p:cNvSpPr txBox="1"/>
            <p:nvPr/>
          </p:nvSpPr>
          <p:spPr>
            <a:xfrm>
              <a:off x="668867" y="5537725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testdata_230711</a:t>
              </a:r>
              <a:endParaRPr lang="ko-KR" altLang="en-US" sz="1200" b="1" dirty="0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ADEB3EAB-0072-4095-8733-FFDDAD956D2E}"/>
                </a:ext>
              </a:extLst>
            </p:cNvPr>
            <p:cNvSpPr txBox="1"/>
            <p:nvPr/>
          </p:nvSpPr>
          <p:spPr>
            <a:xfrm>
              <a:off x="672354" y="35521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220712</a:t>
              </a:r>
              <a:endParaRPr lang="ko-KR" altLang="en-US" sz="1200" b="1" dirty="0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800CA63C-8DB7-46FE-A1FF-5C3332D9E9F6}"/>
                </a:ext>
              </a:extLst>
            </p:cNvPr>
            <p:cNvSpPr txBox="1"/>
            <p:nvPr/>
          </p:nvSpPr>
          <p:spPr>
            <a:xfrm>
              <a:off x="668867" y="15663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200802</a:t>
              </a:r>
              <a:endParaRPr lang="ko-KR" altLang="en-US" sz="1200" b="1" dirty="0"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F471D7EC-A786-472B-86DD-C4736DB62A39}"/>
                </a:ext>
              </a:extLst>
            </p:cNvPr>
            <p:cNvSpPr txBox="1"/>
            <p:nvPr/>
          </p:nvSpPr>
          <p:spPr>
            <a:xfrm>
              <a:off x="668867" y="5877102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0.7596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CD3DAA8C-A351-4E6A-A57B-AB46DE11A446}"/>
                </a:ext>
              </a:extLst>
            </p:cNvPr>
            <p:cNvSpPr txBox="1"/>
            <p:nvPr/>
          </p:nvSpPr>
          <p:spPr>
            <a:xfrm>
              <a:off x="672354" y="38914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-1.3191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53BFEBD7-87B5-494C-9DF1-3F7DF03D47F4}"/>
                </a:ext>
              </a:extLst>
            </p:cNvPr>
            <p:cNvSpPr txBox="1"/>
            <p:nvPr/>
          </p:nvSpPr>
          <p:spPr>
            <a:xfrm>
              <a:off x="668867" y="19056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0.7961</a:t>
              </a:r>
              <a:endParaRPr lang="ko-KR" altLang="en-US" sz="1200" b="1" dirty="0"/>
            </a:p>
          </p:txBody>
        </p: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67AFBB60-82DB-4679-BCED-9171BDD709BE}"/>
              </a:ext>
            </a:extLst>
          </p:cNvPr>
          <p:cNvSpPr txBox="1"/>
          <p:nvPr/>
        </p:nvSpPr>
        <p:spPr>
          <a:xfrm>
            <a:off x="9279466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</a:t>
            </a:r>
            <a:r>
              <a:rPr lang="en-US" altLang="ko-KR" sz="1050" b="1" dirty="0" err="1"/>
              <a:t>model_sungnam</a:t>
            </a:r>
            <a:r>
              <a:rPr lang="en-US" altLang="ko-KR" sz="1050" b="1" dirty="0"/>
              <a:t>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/dg)72</a:t>
            </a:r>
            <a:endParaRPr lang="ko-KR" altLang="en-US" sz="1050" b="1" dirty="0"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3231080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3EE75E94-8FB8-4A98-A686-35BD1C52C7C5}"/>
              </a:ext>
            </a:extLst>
          </p:cNvPr>
          <p:cNvSpPr txBox="1"/>
          <p:nvPr/>
        </p:nvSpPr>
        <p:spPr>
          <a:xfrm>
            <a:off x="270933" y="230419"/>
            <a:ext cx="5689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rgbClr val="FF0000"/>
                </a:solidFill>
                <a:latin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</a:rPr>
              <a:t> </a:t>
            </a:r>
            <a:r>
              <a:rPr lang="en-US" altLang="ko-KR" sz="2000" b="1" dirty="0">
                <a:latin typeface="+mj-ea"/>
              </a:rPr>
              <a:t>- </a:t>
            </a:r>
            <a:r>
              <a:rPr lang="ko-KR" altLang="en-US" sz="2000" b="1" dirty="0">
                <a:latin typeface="+mj-ea"/>
              </a:rPr>
              <a:t>관심수위</a:t>
            </a:r>
            <a:r>
              <a:rPr lang="ko-KR" altLang="en-US" sz="2000" b="1" dirty="0">
                <a:latin typeface="+mj-ea"/>
                <a:ea typeface="+mj-ea"/>
              </a:rPr>
              <a:t> 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7A8DF26-3638-498C-8546-6762D0FA6823}"/>
              </a:ext>
            </a:extLst>
          </p:cNvPr>
          <p:cNvSpPr txBox="1"/>
          <p:nvPr/>
        </p:nvSpPr>
        <p:spPr>
          <a:xfrm>
            <a:off x="9279466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model_(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/dg)_wl18_3_2</a:t>
            </a:r>
            <a:endParaRPr lang="ko-KR" altLang="en-US" sz="1050" b="1" dirty="0">
              <a:latin typeface="+mj-ea"/>
            </a:endParaRPr>
          </a:p>
        </p:txBody>
      </p:sp>
      <p:pic>
        <p:nvPicPr>
          <p:cNvPr id="44" name="그림 43">
            <a:extLst>
              <a:ext uri="{FF2B5EF4-FFF2-40B4-BE49-F238E27FC236}">
                <a16:creationId xmlns:a16="http://schemas.microsoft.com/office/drawing/2014/main" id="{B677A664-900B-45EC-B7ED-FED2250F1E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9883" y="689483"/>
            <a:ext cx="3227450" cy="542588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12E4B6C2-35C2-4C27-9869-ABC58B1417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3" y="2689402"/>
            <a:ext cx="3227450" cy="551047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06F1A1F7-B882-4681-B942-265A6276DF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9262" y="4721949"/>
            <a:ext cx="3227450" cy="549525"/>
          </a:xfrm>
          <a:prstGeom prst="rect">
            <a:avLst/>
          </a:prstGeom>
        </p:spPr>
      </p:pic>
      <p:grpSp>
        <p:nvGrpSpPr>
          <p:cNvPr id="6" name="그룹 5">
            <a:extLst>
              <a:ext uri="{FF2B5EF4-FFF2-40B4-BE49-F238E27FC236}">
                <a16:creationId xmlns:a16="http://schemas.microsoft.com/office/drawing/2014/main" id="{FC6DAE30-9462-4ECD-ACBF-CFEBE398D720}"/>
              </a:ext>
            </a:extLst>
          </p:cNvPr>
          <p:cNvGrpSpPr/>
          <p:nvPr/>
        </p:nvGrpSpPr>
        <p:grpSpPr>
          <a:xfrm>
            <a:off x="6465564" y="1473154"/>
            <a:ext cx="1391446" cy="4647191"/>
            <a:chOff x="6465564" y="1473154"/>
            <a:chExt cx="1391446" cy="4647191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FA255B5-0345-410B-80F9-2AFF909E4C46}"/>
                </a:ext>
              </a:extLst>
            </p:cNvPr>
            <p:cNvSpPr txBox="1"/>
            <p:nvPr/>
          </p:nvSpPr>
          <p:spPr>
            <a:xfrm>
              <a:off x="6465564" y="5503969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testdata_250814</a:t>
              </a:r>
              <a:endParaRPr lang="ko-KR" altLang="en-US" sz="1200" b="1" dirty="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749A747-00BF-4A4A-A0D9-CB38768F9B9A}"/>
                </a:ext>
              </a:extLst>
            </p:cNvPr>
            <p:cNvSpPr txBox="1"/>
            <p:nvPr/>
          </p:nvSpPr>
          <p:spPr>
            <a:xfrm>
              <a:off x="6465564" y="3478697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250716</a:t>
              </a:r>
              <a:endParaRPr lang="ko-KR" altLang="en-US" sz="1200" b="1" dirty="0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3780478-A6EF-4462-AD5A-1F9DE5B39403}"/>
                </a:ext>
              </a:extLst>
            </p:cNvPr>
            <p:cNvSpPr txBox="1"/>
            <p:nvPr/>
          </p:nvSpPr>
          <p:spPr>
            <a:xfrm>
              <a:off x="6472432" y="147315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240723</a:t>
              </a:r>
              <a:endParaRPr lang="ko-KR" altLang="en-US" sz="1200" b="1" dirty="0"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CD13AD81-9D77-4840-BEEF-57179F7C5A87}"/>
                </a:ext>
              </a:extLst>
            </p:cNvPr>
            <p:cNvSpPr txBox="1"/>
            <p:nvPr/>
          </p:nvSpPr>
          <p:spPr>
            <a:xfrm>
              <a:off x="6465564" y="5843346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0.5087</a:t>
              </a:r>
              <a:endParaRPr lang="ko-KR" altLang="en-US" sz="1200" b="1" dirty="0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9A42ED54-E154-45FD-9E22-F3DB582A0E2E}"/>
                </a:ext>
              </a:extLst>
            </p:cNvPr>
            <p:cNvSpPr txBox="1"/>
            <p:nvPr/>
          </p:nvSpPr>
          <p:spPr>
            <a:xfrm>
              <a:off x="6465564" y="381807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0.7947</a:t>
              </a:r>
              <a:endParaRPr lang="ko-KR" altLang="en-US" sz="1200" b="1" dirty="0"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DFE82EB6-8861-41EE-940F-7D3C39D3265A}"/>
                </a:ext>
              </a:extLst>
            </p:cNvPr>
            <p:cNvSpPr txBox="1"/>
            <p:nvPr/>
          </p:nvSpPr>
          <p:spPr>
            <a:xfrm>
              <a:off x="6472432" y="1812531"/>
              <a:ext cx="138457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0.7308</a:t>
              </a:r>
              <a:endParaRPr lang="pt-BR" altLang="ko-KR" sz="1200" dirty="0"/>
            </a:p>
            <a:p>
              <a:pPr algn="ctr" latinLnBrk="1"/>
              <a:endParaRPr lang="ko-KR" altLang="en-US" sz="1200" b="1" dirty="0"/>
            </a:p>
          </p:txBody>
        </p:sp>
      </p:grpSp>
      <p:pic>
        <p:nvPicPr>
          <p:cNvPr id="2" name="그림 1">
            <a:extLst>
              <a:ext uri="{FF2B5EF4-FFF2-40B4-BE49-F238E27FC236}">
                <a16:creationId xmlns:a16="http://schemas.microsoft.com/office/drawing/2014/main" id="{B0427AF8-A21B-40FF-AA58-919893C3364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52520" y="1254012"/>
            <a:ext cx="3159110" cy="1315789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C8E7FF9E-DE29-4AC0-8F82-3948FDDFEB1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82616" y="3240449"/>
            <a:ext cx="3227152" cy="1356107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DA0938AC-6E22-4385-9FDE-48F6D147DC7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55778" y="5271474"/>
            <a:ext cx="3233530" cy="1356107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73A9FA09-4C55-4047-B157-8A89D4BA73F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3" y="716172"/>
            <a:ext cx="3227450" cy="492774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9FB5B3B8-D3C4-426E-A3EB-702A5203B43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3" y="2712227"/>
            <a:ext cx="3227450" cy="505397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6006C84D-618D-4489-8E29-C63A6FBD5D6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9662" y="4745885"/>
            <a:ext cx="3227450" cy="501653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B9D11161-F507-458B-AD75-9380CEEBB71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2563" y="1254012"/>
            <a:ext cx="3159110" cy="1315789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6992310A-AF00-4935-B2D8-4BBC37A613D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2564" y="3240449"/>
            <a:ext cx="3159110" cy="1356107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5414DBF1-66B4-428D-8122-CBEC2AC62BCA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3" y="5271474"/>
            <a:ext cx="3178910" cy="1356107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CACBA84A-C766-4A99-A258-0B20ABAE2B3F}"/>
              </a:ext>
            </a:extLst>
          </p:cNvPr>
          <p:cNvGrpSpPr/>
          <p:nvPr/>
        </p:nvGrpSpPr>
        <p:grpSpPr>
          <a:xfrm>
            <a:off x="668867" y="1566310"/>
            <a:ext cx="1290420" cy="4587791"/>
            <a:chOff x="668867" y="1566310"/>
            <a:chExt cx="1290420" cy="4587791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FE13151-BA46-4219-A32A-22942F00BBFD}"/>
                </a:ext>
              </a:extLst>
            </p:cNvPr>
            <p:cNvSpPr txBox="1"/>
            <p:nvPr/>
          </p:nvSpPr>
          <p:spPr>
            <a:xfrm>
              <a:off x="668867" y="5537725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testdata_230711</a:t>
              </a:r>
              <a:endParaRPr lang="ko-KR" altLang="en-US" sz="1200" b="1" dirty="0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ADEB3EAB-0072-4095-8733-FFDDAD956D2E}"/>
                </a:ext>
              </a:extLst>
            </p:cNvPr>
            <p:cNvSpPr txBox="1"/>
            <p:nvPr/>
          </p:nvSpPr>
          <p:spPr>
            <a:xfrm>
              <a:off x="672354" y="35521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220712</a:t>
              </a:r>
              <a:endParaRPr lang="ko-KR" altLang="en-US" sz="1200" b="1" dirty="0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800CA63C-8DB7-46FE-A1FF-5C3332D9E9F6}"/>
                </a:ext>
              </a:extLst>
            </p:cNvPr>
            <p:cNvSpPr txBox="1"/>
            <p:nvPr/>
          </p:nvSpPr>
          <p:spPr>
            <a:xfrm>
              <a:off x="668867" y="15663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200802</a:t>
              </a:r>
              <a:endParaRPr lang="ko-KR" altLang="en-US" sz="1200" b="1" dirty="0"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F471D7EC-A786-472B-86DD-C4736DB62A39}"/>
                </a:ext>
              </a:extLst>
            </p:cNvPr>
            <p:cNvSpPr txBox="1"/>
            <p:nvPr/>
          </p:nvSpPr>
          <p:spPr>
            <a:xfrm>
              <a:off x="668867" y="5877102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0.8622</a:t>
              </a:r>
              <a:endParaRPr lang="ko-KR" altLang="en-US" sz="1200" b="1" dirty="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CD3DAA8C-A351-4E6A-A57B-AB46DE11A446}"/>
                </a:ext>
              </a:extLst>
            </p:cNvPr>
            <p:cNvSpPr txBox="1"/>
            <p:nvPr/>
          </p:nvSpPr>
          <p:spPr>
            <a:xfrm>
              <a:off x="672354" y="38914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0.4201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53BFEBD7-87B5-494C-9DF1-3F7DF03D47F4}"/>
                </a:ext>
              </a:extLst>
            </p:cNvPr>
            <p:cNvSpPr txBox="1"/>
            <p:nvPr/>
          </p:nvSpPr>
          <p:spPr>
            <a:xfrm>
              <a:off x="668867" y="19056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0.9656</a:t>
              </a:r>
              <a:endParaRPr lang="ko-KR" altLang="en-US" sz="12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8924883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3EE75E94-8FB8-4A98-A686-35BD1C52C7C5}"/>
              </a:ext>
            </a:extLst>
          </p:cNvPr>
          <p:cNvSpPr txBox="1"/>
          <p:nvPr/>
        </p:nvSpPr>
        <p:spPr>
          <a:xfrm>
            <a:off x="270933" y="230419"/>
            <a:ext cx="5689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rgbClr val="FF0000"/>
                </a:solidFill>
                <a:latin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</a:rPr>
              <a:t> </a:t>
            </a:r>
            <a:r>
              <a:rPr lang="en-US" altLang="ko-KR" sz="2000" b="1" dirty="0">
                <a:latin typeface="+mj-ea"/>
              </a:rPr>
              <a:t>– </a:t>
            </a:r>
            <a:r>
              <a:rPr lang="ko-KR" altLang="en-US" sz="2000" b="1" dirty="0">
                <a:latin typeface="+mj-ea"/>
              </a:rPr>
              <a:t>관심수위 </a:t>
            </a:r>
            <a:r>
              <a:rPr lang="en-US" altLang="ko-KR" sz="2000" b="1" dirty="0">
                <a:latin typeface="+mj-ea"/>
              </a:rPr>
              <a:t>( + </a:t>
            </a:r>
            <a:r>
              <a:rPr lang="ko-KR" altLang="en-US" sz="2000" b="1" dirty="0" err="1">
                <a:latin typeface="+mj-ea"/>
              </a:rPr>
              <a:t>누적강우</a:t>
            </a:r>
            <a:r>
              <a:rPr lang="ko-KR" altLang="en-US" sz="2000" b="1" dirty="0">
                <a:latin typeface="+mj-ea"/>
                <a:ea typeface="+mj-ea"/>
              </a:rPr>
              <a:t> </a:t>
            </a:r>
            <a:r>
              <a:rPr lang="en-US" altLang="ko-KR" sz="2000" b="1" dirty="0">
                <a:latin typeface="+mj-ea"/>
                <a:ea typeface="+mj-ea"/>
              </a:rPr>
              <a:t>)</a:t>
            </a:r>
            <a:endParaRPr lang="ko-KR" altLang="en-US" sz="2000" b="1" dirty="0">
              <a:latin typeface="+mj-ea"/>
              <a:ea typeface="+mj-ea"/>
            </a:endParaRPr>
          </a:p>
        </p:txBody>
      </p:sp>
      <p:pic>
        <p:nvPicPr>
          <p:cNvPr id="44" name="그림 43">
            <a:extLst>
              <a:ext uri="{FF2B5EF4-FFF2-40B4-BE49-F238E27FC236}">
                <a16:creationId xmlns:a16="http://schemas.microsoft.com/office/drawing/2014/main" id="{B677A664-900B-45EC-B7ED-FED2250F1E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7601" y="689483"/>
            <a:ext cx="3193671" cy="542588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12E4B6C2-35C2-4C27-9869-ABC58B1417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7601" y="2689402"/>
            <a:ext cx="3193671" cy="551047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06F1A1F7-B882-4681-B942-265A6276DF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2" y="4721949"/>
            <a:ext cx="3227450" cy="549525"/>
          </a:xfrm>
          <a:prstGeom prst="rect">
            <a:avLst/>
          </a:prstGeom>
        </p:spPr>
      </p:pic>
      <p:grpSp>
        <p:nvGrpSpPr>
          <p:cNvPr id="6" name="그룹 5">
            <a:extLst>
              <a:ext uri="{FF2B5EF4-FFF2-40B4-BE49-F238E27FC236}">
                <a16:creationId xmlns:a16="http://schemas.microsoft.com/office/drawing/2014/main" id="{FC6DAE30-9462-4ECD-ACBF-CFEBE398D720}"/>
              </a:ext>
            </a:extLst>
          </p:cNvPr>
          <p:cNvGrpSpPr/>
          <p:nvPr/>
        </p:nvGrpSpPr>
        <p:grpSpPr>
          <a:xfrm>
            <a:off x="6465564" y="1473154"/>
            <a:ext cx="1391446" cy="4647191"/>
            <a:chOff x="6465564" y="1473154"/>
            <a:chExt cx="1391446" cy="4647191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FA255B5-0345-410B-80F9-2AFF909E4C46}"/>
                </a:ext>
              </a:extLst>
            </p:cNvPr>
            <p:cNvSpPr txBox="1"/>
            <p:nvPr/>
          </p:nvSpPr>
          <p:spPr>
            <a:xfrm>
              <a:off x="6465564" y="5503969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testdata_250814</a:t>
              </a:r>
              <a:endParaRPr lang="ko-KR" altLang="en-US" sz="1200" b="1" dirty="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749A747-00BF-4A4A-A0D9-CB38768F9B9A}"/>
                </a:ext>
              </a:extLst>
            </p:cNvPr>
            <p:cNvSpPr txBox="1"/>
            <p:nvPr/>
          </p:nvSpPr>
          <p:spPr>
            <a:xfrm>
              <a:off x="6465564" y="3478697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250716</a:t>
              </a:r>
              <a:endParaRPr lang="ko-KR" altLang="en-US" sz="1200" b="1" dirty="0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3780478-A6EF-4462-AD5A-1F9DE5B39403}"/>
                </a:ext>
              </a:extLst>
            </p:cNvPr>
            <p:cNvSpPr txBox="1"/>
            <p:nvPr/>
          </p:nvSpPr>
          <p:spPr>
            <a:xfrm>
              <a:off x="6472432" y="147315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240723</a:t>
              </a:r>
              <a:endParaRPr lang="ko-KR" altLang="en-US" sz="1200" b="1" dirty="0"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CD13AD81-9D77-4840-BEEF-57179F7C5A87}"/>
                </a:ext>
              </a:extLst>
            </p:cNvPr>
            <p:cNvSpPr txBox="1"/>
            <p:nvPr/>
          </p:nvSpPr>
          <p:spPr>
            <a:xfrm>
              <a:off x="6465564" y="5843346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b="1" dirty="0">
                  <a:solidFill>
                    <a:srgbClr val="FF0000"/>
                  </a:solidFill>
                </a:rPr>
                <a:t>0.6406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9A42ED54-E154-45FD-9E22-F3DB582A0E2E}"/>
                </a:ext>
              </a:extLst>
            </p:cNvPr>
            <p:cNvSpPr txBox="1"/>
            <p:nvPr/>
          </p:nvSpPr>
          <p:spPr>
            <a:xfrm>
              <a:off x="6465564" y="381807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</a:t>
              </a:r>
              <a:r>
                <a:rPr lang="en-US" altLang="ko-KR" sz="1200" b="1" dirty="0">
                  <a:solidFill>
                    <a:srgbClr val="FF0000"/>
                  </a:solidFill>
                </a:rPr>
                <a:t>0.7659</a:t>
              </a:r>
              <a:r>
                <a:rPr lang="en-US" altLang="ko-KR" sz="1200" b="1" dirty="0"/>
                <a:t> 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DFE82EB6-8861-41EE-940F-7D3C39D3265A}"/>
                </a:ext>
              </a:extLst>
            </p:cNvPr>
            <p:cNvSpPr txBox="1"/>
            <p:nvPr/>
          </p:nvSpPr>
          <p:spPr>
            <a:xfrm>
              <a:off x="6472432" y="1812531"/>
              <a:ext cx="138457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 0.8385</a:t>
              </a:r>
              <a:endParaRPr lang="pt-BR" altLang="ko-KR" sz="1200" dirty="0"/>
            </a:p>
            <a:p>
              <a:pPr algn="ctr" latinLnBrk="1"/>
              <a:endParaRPr lang="ko-KR" altLang="en-US" sz="1200" b="1" dirty="0"/>
            </a:p>
          </p:txBody>
        </p:sp>
      </p:grpSp>
      <p:pic>
        <p:nvPicPr>
          <p:cNvPr id="2" name="그림 1">
            <a:extLst>
              <a:ext uri="{FF2B5EF4-FFF2-40B4-BE49-F238E27FC236}">
                <a16:creationId xmlns:a16="http://schemas.microsoft.com/office/drawing/2014/main" id="{B0427AF8-A21B-40FF-AA58-919893C3364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2163" y="1254012"/>
            <a:ext cx="3159110" cy="1315789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C8E7FF9E-DE29-4AC0-8F82-3948FDDFEB1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2163" y="3240449"/>
            <a:ext cx="3159110" cy="1356107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DA0938AC-6E22-4385-9FDE-48F6D147DC7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7603" y="5271474"/>
            <a:ext cx="3193670" cy="1356107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73A9FA09-4C55-4047-B157-8A89D4BA73F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27592" y="716172"/>
            <a:ext cx="3227450" cy="492774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9FB5B3B8-D3C4-426E-A3EB-702A5203B43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8002" y="2712227"/>
            <a:ext cx="3193671" cy="505397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B9D11161-F507-458B-AD75-9380CEEBB71E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95931" y="1254012"/>
            <a:ext cx="3159110" cy="1315789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6992310A-AF00-4935-B2D8-4BBC37A613D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8003" y="3240449"/>
            <a:ext cx="3193670" cy="1356107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CACBA84A-C766-4A99-A258-0B20ABAE2B3F}"/>
              </a:ext>
            </a:extLst>
          </p:cNvPr>
          <p:cNvGrpSpPr/>
          <p:nvPr/>
        </p:nvGrpSpPr>
        <p:grpSpPr>
          <a:xfrm>
            <a:off x="668867" y="1566310"/>
            <a:ext cx="1290420" cy="4587791"/>
            <a:chOff x="668867" y="1566310"/>
            <a:chExt cx="1290420" cy="4587791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FE13151-BA46-4219-A32A-22942F00BBFD}"/>
                </a:ext>
              </a:extLst>
            </p:cNvPr>
            <p:cNvSpPr txBox="1"/>
            <p:nvPr/>
          </p:nvSpPr>
          <p:spPr>
            <a:xfrm>
              <a:off x="668867" y="5537725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testdata_230711</a:t>
              </a:r>
              <a:endParaRPr lang="ko-KR" altLang="en-US" sz="1200" b="1" dirty="0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ADEB3EAB-0072-4095-8733-FFDDAD956D2E}"/>
                </a:ext>
              </a:extLst>
            </p:cNvPr>
            <p:cNvSpPr txBox="1"/>
            <p:nvPr/>
          </p:nvSpPr>
          <p:spPr>
            <a:xfrm>
              <a:off x="672354" y="35521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220712</a:t>
              </a:r>
              <a:endParaRPr lang="ko-KR" altLang="en-US" sz="1200" b="1" dirty="0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800CA63C-8DB7-46FE-A1FF-5C3332D9E9F6}"/>
                </a:ext>
              </a:extLst>
            </p:cNvPr>
            <p:cNvSpPr txBox="1"/>
            <p:nvPr/>
          </p:nvSpPr>
          <p:spPr>
            <a:xfrm>
              <a:off x="668867" y="15663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200802</a:t>
              </a:r>
              <a:endParaRPr lang="ko-KR" altLang="en-US" sz="1200" b="1" dirty="0"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F471D7EC-A786-472B-86DD-C4736DB62A39}"/>
                </a:ext>
              </a:extLst>
            </p:cNvPr>
            <p:cNvSpPr txBox="1"/>
            <p:nvPr/>
          </p:nvSpPr>
          <p:spPr>
            <a:xfrm>
              <a:off x="668867" y="5877102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0.9031</a:t>
              </a:r>
              <a:endParaRPr lang="ko-KR" altLang="en-US" sz="1200" b="1" dirty="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CD3DAA8C-A351-4E6A-A57B-AB46DE11A446}"/>
                </a:ext>
              </a:extLst>
            </p:cNvPr>
            <p:cNvSpPr txBox="1"/>
            <p:nvPr/>
          </p:nvSpPr>
          <p:spPr>
            <a:xfrm>
              <a:off x="672354" y="38914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-</a:t>
              </a:r>
              <a:r>
                <a:rPr lang="en-US" altLang="ko-KR" sz="1200" b="1" dirty="0">
                  <a:solidFill>
                    <a:srgbClr val="FF0000"/>
                  </a:solidFill>
                </a:rPr>
                <a:t>0.6973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53BFEBD7-87B5-494C-9DF1-3F7DF03D47F4}"/>
                </a:ext>
              </a:extLst>
            </p:cNvPr>
            <p:cNvSpPr txBox="1"/>
            <p:nvPr/>
          </p:nvSpPr>
          <p:spPr>
            <a:xfrm>
              <a:off x="668867" y="19056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0.8893 </a:t>
              </a:r>
              <a:endParaRPr lang="ko-KR" altLang="en-US" sz="1200" b="1" dirty="0"/>
            </a:p>
          </p:txBody>
        </p: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3B275787-CB57-4FBF-9BFE-96ABA0EDA1D2}"/>
              </a:ext>
            </a:extLst>
          </p:cNvPr>
          <p:cNvSpPr txBox="1"/>
          <p:nvPr/>
        </p:nvSpPr>
        <p:spPr>
          <a:xfrm>
            <a:off x="9279466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model_(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/dg)_rf</a:t>
            </a:r>
            <a:endParaRPr lang="ko-KR" altLang="en-US" sz="1050" b="1" dirty="0">
              <a:latin typeface="+mj-ea"/>
            </a:endParaRPr>
          </a:p>
        </p:txBody>
      </p:sp>
      <p:pic>
        <p:nvPicPr>
          <p:cNvPr id="32" name="그림 31">
            <a:extLst>
              <a:ext uri="{FF2B5EF4-FFF2-40B4-BE49-F238E27FC236}">
                <a16:creationId xmlns:a16="http://schemas.microsoft.com/office/drawing/2014/main" id="{48A1701F-1E76-4B9E-ACBC-A99B7B0DD0B3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27591" y="4747938"/>
            <a:ext cx="3227450" cy="497547"/>
          </a:xfrm>
          <a:prstGeom prst="rect">
            <a:avLst/>
          </a:prstGeom>
        </p:spPr>
      </p:pic>
      <p:pic>
        <p:nvPicPr>
          <p:cNvPr id="33" name="그림 32">
            <a:extLst>
              <a:ext uri="{FF2B5EF4-FFF2-40B4-BE49-F238E27FC236}">
                <a16:creationId xmlns:a16="http://schemas.microsoft.com/office/drawing/2014/main" id="{74A75D3F-9220-497E-9869-54399B35E038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61371" y="5271474"/>
            <a:ext cx="3193670" cy="1356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94868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3EE75E94-8FB8-4A98-A686-35BD1C52C7C5}"/>
              </a:ext>
            </a:extLst>
          </p:cNvPr>
          <p:cNvSpPr txBox="1"/>
          <p:nvPr/>
        </p:nvSpPr>
        <p:spPr>
          <a:xfrm>
            <a:off x="270933" y="230419"/>
            <a:ext cx="5689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rgbClr val="FF0000"/>
                </a:solidFill>
                <a:latin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</a:rPr>
              <a:t> </a:t>
            </a:r>
            <a:r>
              <a:rPr lang="en-US" altLang="ko-KR" sz="2000" b="1" dirty="0">
                <a:latin typeface="+mj-ea"/>
              </a:rPr>
              <a:t>– </a:t>
            </a:r>
            <a:r>
              <a:rPr lang="ko-KR" altLang="en-US" sz="2000" b="1" dirty="0">
                <a:latin typeface="+mj-ea"/>
              </a:rPr>
              <a:t>관심수위 </a:t>
            </a:r>
            <a:r>
              <a:rPr lang="en-US" altLang="ko-KR" sz="2000" b="1" dirty="0">
                <a:latin typeface="+mj-ea"/>
              </a:rPr>
              <a:t>( 3</a:t>
            </a:r>
            <a:r>
              <a:rPr lang="ko-KR" altLang="en-US" sz="2000" b="1" dirty="0">
                <a:latin typeface="+mj-ea"/>
              </a:rPr>
              <a:t>시간 예측 </a:t>
            </a:r>
            <a:r>
              <a:rPr lang="en-US" altLang="ko-KR" sz="2000" b="1" dirty="0">
                <a:latin typeface="+mj-ea"/>
              </a:rPr>
              <a:t>)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</a:p>
        </p:txBody>
      </p:sp>
      <p:pic>
        <p:nvPicPr>
          <p:cNvPr id="44" name="그림 43">
            <a:extLst>
              <a:ext uri="{FF2B5EF4-FFF2-40B4-BE49-F238E27FC236}">
                <a16:creationId xmlns:a16="http://schemas.microsoft.com/office/drawing/2014/main" id="{B677A664-900B-45EC-B7ED-FED2250F1E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9883" y="689483"/>
            <a:ext cx="3227450" cy="542588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12E4B6C2-35C2-4C27-9869-ABC58B1417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3" y="2689402"/>
            <a:ext cx="3227450" cy="551047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06F1A1F7-B882-4681-B942-265A6276DF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9262" y="4721949"/>
            <a:ext cx="3227450" cy="549525"/>
          </a:xfrm>
          <a:prstGeom prst="rect">
            <a:avLst/>
          </a:prstGeom>
        </p:spPr>
      </p:pic>
      <p:grpSp>
        <p:nvGrpSpPr>
          <p:cNvPr id="6" name="그룹 5">
            <a:extLst>
              <a:ext uri="{FF2B5EF4-FFF2-40B4-BE49-F238E27FC236}">
                <a16:creationId xmlns:a16="http://schemas.microsoft.com/office/drawing/2014/main" id="{FC6DAE30-9462-4ECD-ACBF-CFEBE398D720}"/>
              </a:ext>
            </a:extLst>
          </p:cNvPr>
          <p:cNvGrpSpPr/>
          <p:nvPr/>
        </p:nvGrpSpPr>
        <p:grpSpPr>
          <a:xfrm>
            <a:off x="6465564" y="1473154"/>
            <a:ext cx="1391446" cy="4647191"/>
            <a:chOff x="6465564" y="1473154"/>
            <a:chExt cx="1391446" cy="4647191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FA255B5-0345-410B-80F9-2AFF909E4C46}"/>
                </a:ext>
              </a:extLst>
            </p:cNvPr>
            <p:cNvSpPr txBox="1"/>
            <p:nvPr/>
          </p:nvSpPr>
          <p:spPr>
            <a:xfrm>
              <a:off x="6465564" y="5503969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testdata_250814</a:t>
              </a:r>
              <a:endParaRPr lang="ko-KR" altLang="en-US" sz="1200" b="1" dirty="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749A747-00BF-4A4A-A0D9-CB38768F9B9A}"/>
                </a:ext>
              </a:extLst>
            </p:cNvPr>
            <p:cNvSpPr txBox="1"/>
            <p:nvPr/>
          </p:nvSpPr>
          <p:spPr>
            <a:xfrm>
              <a:off x="6465564" y="3478697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250716</a:t>
              </a:r>
              <a:endParaRPr lang="ko-KR" altLang="en-US" sz="1200" b="1" dirty="0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3780478-A6EF-4462-AD5A-1F9DE5B39403}"/>
                </a:ext>
              </a:extLst>
            </p:cNvPr>
            <p:cNvSpPr txBox="1"/>
            <p:nvPr/>
          </p:nvSpPr>
          <p:spPr>
            <a:xfrm>
              <a:off x="6472432" y="147315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240723</a:t>
              </a:r>
              <a:endParaRPr lang="ko-KR" altLang="en-US" sz="1200" b="1" dirty="0"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CD13AD81-9D77-4840-BEEF-57179F7C5A87}"/>
                </a:ext>
              </a:extLst>
            </p:cNvPr>
            <p:cNvSpPr txBox="1"/>
            <p:nvPr/>
          </p:nvSpPr>
          <p:spPr>
            <a:xfrm>
              <a:off x="6465564" y="5843346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0.2037</a:t>
              </a:r>
              <a:endParaRPr lang="ko-KR" altLang="en-US" sz="1200" b="1" dirty="0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9A42ED54-E154-45FD-9E22-F3DB582A0E2E}"/>
                </a:ext>
              </a:extLst>
            </p:cNvPr>
            <p:cNvSpPr txBox="1"/>
            <p:nvPr/>
          </p:nvSpPr>
          <p:spPr>
            <a:xfrm>
              <a:off x="6465564" y="381807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0.6605</a:t>
              </a:r>
              <a:endParaRPr lang="ko-KR" altLang="en-US" sz="1200" b="1" dirty="0"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DFE82EB6-8861-41EE-940F-7D3C39D3265A}"/>
                </a:ext>
              </a:extLst>
            </p:cNvPr>
            <p:cNvSpPr txBox="1"/>
            <p:nvPr/>
          </p:nvSpPr>
          <p:spPr>
            <a:xfrm>
              <a:off x="6472432" y="1812531"/>
              <a:ext cx="138457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0.5351</a:t>
              </a:r>
              <a:endParaRPr lang="pt-BR" altLang="ko-KR" sz="1200" dirty="0"/>
            </a:p>
            <a:p>
              <a:pPr algn="ctr" latinLnBrk="1"/>
              <a:endParaRPr lang="ko-KR" altLang="en-US" sz="1200" b="1" dirty="0"/>
            </a:p>
          </p:txBody>
        </p:sp>
      </p:grpSp>
      <p:pic>
        <p:nvPicPr>
          <p:cNvPr id="2" name="그림 1">
            <a:extLst>
              <a:ext uri="{FF2B5EF4-FFF2-40B4-BE49-F238E27FC236}">
                <a16:creationId xmlns:a16="http://schemas.microsoft.com/office/drawing/2014/main" id="{B0427AF8-A21B-40FF-AA58-919893C3364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0658" y="1254012"/>
            <a:ext cx="3159110" cy="1315789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C8E7FF9E-DE29-4AC0-8F82-3948FDDFEB1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0658" y="3240449"/>
            <a:ext cx="3159109" cy="1356107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DA0938AC-6E22-4385-9FDE-48F6D147DC7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3" y="5271474"/>
            <a:ext cx="3192889" cy="1356107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73A9FA09-4C55-4047-B157-8A89D4BA73F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3" y="716172"/>
            <a:ext cx="3227450" cy="492774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9FB5B3B8-D3C4-426E-A3EB-702A5203B43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3" y="2712227"/>
            <a:ext cx="3227450" cy="505397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6006C84D-618D-4489-8E29-C63A6FBD5D6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9662" y="4745885"/>
            <a:ext cx="3227450" cy="501653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B9D11161-F507-458B-AD75-9380CEEBB71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2563" y="1254012"/>
            <a:ext cx="3159110" cy="1315789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6992310A-AF00-4935-B2D8-4BBC37A613D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2563" y="3240449"/>
            <a:ext cx="3159110" cy="1356107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5414DBF1-66B4-428D-8122-CBEC2AC62BCA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3" y="5271474"/>
            <a:ext cx="3192889" cy="1356107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CACBA84A-C766-4A99-A258-0B20ABAE2B3F}"/>
              </a:ext>
            </a:extLst>
          </p:cNvPr>
          <p:cNvGrpSpPr/>
          <p:nvPr/>
        </p:nvGrpSpPr>
        <p:grpSpPr>
          <a:xfrm>
            <a:off x="668867" y="1566310"/>
            <a:ext cx="1290420" cy="4587791"/>
            <a:chOff x="668867" y="1566310"/>
            <a:chExt cx="1290420" cy="4587791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FE13151-BA46-4219-A32A-22942F00BBFD}"/>
                </a:ext>
              </a:extLst>
            </p:cNvPr>
            <p:cNvSpPr txBox="1"/>
            <p:nvPr/>
          </p:nvSpPr>
          <p:spPr>
            <a:xfrm>
              <a:off x="668867" y="5537725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testdata_230711</a:t>
              </a:r>
              <a:endParaRPr lang="ko-KR" altLang="en-US" sz="1200" b="1" dirty="0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ADEB3EAB-0072-4095-8733-FFDDAD956D2E}"/>
                </a:ext>
              </a:extLst>
            </p:cNvPr>
            <p:cNvSpPr txBox="1"/>
            <p:nvPr/>
          </p:nvSpPr>
          <p:spPr>
            <a:xfrm>
              <a:off x="672354" y="35521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220712</a:t>
              </a:r>
              <a:endParaRPr lang="ko-KR" altLang="en-US" sz="1200" b="1" dirty="0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800CA63C-8DB7-46FE-A1FF-5C3332D9E9F6}"/>
                </a:ext>
              </a:extLst>
            </p:cNvPr>
            <p:cNvSpPr txBox="1"/>
            <p:nvPr/>
          </p:nvSpPr>
          <p:spPr>
            <a:xfrm>
              <a:off x="668867" y="15663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200802</a:t>
              </a:r>
              <a:endParaRPr lang="ko-KR" altLang="en-US" sz="1200" b="1" dirty="0"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F471D7EC-A786-472B-86DD-C4736DB62A39}"/>
                </a:ext>
              </a:extLst>
            </p:cNvPr>
            <p:cNvSpPr txBox="1"/>
            <p:nvPr/>
          </p:nvSpPr>
          <p:spPr>
            <a:xfrm>
              <a:off x="668867" y="5877102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0.9006</a:t>
              </a:r>
              <a:endParaRPr lang="ko-KR" altLang="en-US" sz="1200" b="1" dirty="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CD3DAA8C-A351-4E6A-A57B-AB46DE11A446}"/>
                </a:ext>
              </a:extLst>
            </p:cNvPr>
            <p:cNvSpPr txBox="1"/>
            <p:nvPr/>
          </p:nvSpPr>
          <p:spPr>
            <a:xfrm>
              <a:off x="672354" y="38914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0.8669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53BFEBD7-87B5-494C-9DF1-3F7DF03D47F4}"/>
                </a:ext>
              </a:extLst>
            </p:cNvPr>
            <p:cNvSpPr txBox="1"/>
            <p:nvPr/>
          </p:nvSpPr>
          <p:spPr>
            <a:xfrm>
              <a:off x="668867" y="19056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0.5417</a:t>
              </a:r>
              <a:endParaRPr lang="ko-KR" altLang="en-US" sz="1200" b="1" dirty="0"/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C4B974EA-9D74-40CE-B5FC-A983C2F579D5}"/>
              </a:ext>
            </a:extLst>
          </p:cNvPr>
          <p:cNvSpPr txBox="1"/>
          <p:nvPr/>
        </p:nvSpPr>
        <p:spPr>
          <a:xfrm>
            <a:off x="9279466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model_(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/dg)_3</a:t>
            </a:r>
            <a:endParaRPr lang="ko-KR" altLang="en-US" sz="1050" b="1" dirty="0"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19184922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3EE75E94-8FB8-4A98-A686-35BD1C52C7C5}"/>
              </a:ext>
            </a:extLst>
          </p:cNvPr>
          <p:cNvSpPr txBox="1"/>
          <p:nvPr/>
        </p:nvSpPr>
        <p:spPr>
          <a:xfrm>
            <a:off x="270933" y="230419"/>
            <a:ext cx="5689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rgbClr val="FF0000"/>
                </a:solidFill>
                <a:latin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</a:rPr>
              <a:t> </a:t>
            </a:r>
            <a:r>
              <a:rPr lang="en-US" altLang="ko-KR" sz="2000" b="1" dirty="0">
                <a:latin typeface="+mj-ea"/>
              </a:rPr>
              <a:t>– </a:t>
            </a:r>
            <a:r>
              <a:rPr lang="ko-KR" altLang="en-US" sz="2000" b="1" dirty="0">
                <a:latin typeface="+mj-ea"/>
              </a:rPr>
              <a:t>관심수위 </a:t>
            </a:r>
            <a:r>
              <a:rPr lang="en-US" altLang="ko-KR" sz="2000" b="1" dirty="0">
                <a:latin typeface="+mj-ea"/>
              </a:rPr>
              <a:t>( </a:t>
            </a:r>
            <a:r>
              <a:rPr lang="ko-KR" altLang="en-US" sz="2000" b="1" dirty="0">
                <a:latin typeface="+mj-ea"/>
              </a:rPr>
              <a:t>수위 </a:t>
            </a:r>
            <a:r>
              <a:rPr lang="en-US" altLang="ko-KR" sz="2000" b="1" dirty="0">
                <a:latin typeface="+mj-ea"/>
              </a:rPr>
              <a:t>X 0.98 </a:t>
            </a:r>
            <a:r>
              <a:rPr lang="en-US" altLang="ko-KR" sz="2000" b="1" dirty="0">
                <a:latin typeface="+mj-ea"/>
                <a:ea typeface="+mj-ea"/>
              </a:rPr>
              <a:t>)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</a:p>
        </p:txBody>
      </p:sp>
      <p:pic>
        <p:nvPicPr>
          <p:cNvPr id="44" name="그림 43">
            <a:extLst>
              <a:ext uri="{FF2B5EF4-FFF2-40B4-BE49-F238E27FC236}">
                <a16:creationId xmlns:a16="http://schemas.microsoft.com/office/drawing/2014/main" id="{B677A664-900B-45EC-B7ED-FED2250F1E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9883" y="689483"/>
            <a:ext cx="3227450" cy="542588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12E4B6C2-35C2-4C27-9869-ABC58B1417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3" y="2689402"/>
            <a:ext cx="3227450" cy="551047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06F1A1F7-B882-4681-B942-265A6276DF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9262" y="4721949"/>
            <a:ext cx="3262010" cy="549525"/>
          </a:xfrm>
          <a:prstGeom prst="rect">
            <a:avLst/>
          </a:prstGeom>
        </p:spPr>
      </p:pic>
      <p:grpSp>
        <p:nvGrpSpPr>
          <p:cNvPr id="6" name="그룹 5">
            <a:extLst>
              <a:ext uri="{FF2B5EF4-FFF2-40B4-BE49-F238E27FC236}">
                <a16:creationId xmlns:a16="http://schemas.microsoft.com/office/drawing/2014/main" id="{FC6DAE30-9462-4ECD-ACBF-CFEBE398D720}"/>
              </a:ext>
            </a:extLst>
          </p:cNvPr>
          <p:cNvGrpSpPr/>
          <p:nvPr/>
        </p:nvGrpSpPr>
        <p:grpSpPr>
          <a:xfrm>
            <a:off x="6465564" y="1473154"/>
            <a:ext cx="1391446" cy="4647191"/>
            <a:chOff x="6465564" y="1473154"/>
            <a:chExt cx="1391446" cy="4647191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FA255B5-0345-410B-80F9-2AFF909E4C46}"/>
                </a:ext>
              </a:extLst>
            </p:cNvPr>
            <p:cNvSpPr txBox="1"/>
            <p:nvPr/>
          </p:nvSpPr>
          <p:spPr>
            <a:xfrm>
              <a:off x="6465564" y="5503969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testdata_250814</a:t>
              </a:r>
              <a:endParaRPr lang="ko-KR" altLang="en-US" sz="1200" b="1" dirty="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749A747-00BF-4A4A-A0D9-CB38768F9B9A}"/>
                </a:ext>
              </a:extLst>
            </p:cNvPr>
            <p:cNvSpPr txBox="1"/>
            <p:nvPr/>
          </p:nvSpPr>
          <p:spPr>
            <a:xfrm>
              <a:off x="6465564" y="3478697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250716</a:t>
              </a:r>
              <a:endParaRPr lang="ko-KR" altLang="en-US" sz="1200" b="1" dirty="0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3780478-A6EF-4462-AD5A-1F9DE5B39403}"/>
                </a:ext>
              </a:extLst>
            </p:cNvPr>
            <p:cNvSpPr txBox="1"/>
            <p:nvPr/>
          </p:nvSpPr>
          <p:spPr>
            <a:xfrm>
              <a:off x="6472432" y="147315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240723</a:t>
              </a:r>
              <a:endParaRPr lang="ko-KR" altLang="en-US" sz="1200" b="1" dirty="0"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CD13AD81-9D77-4840-BEEF-57179F7C5A87}"/>
                </a:ext>
              </a:extLst>
            </p:cNvPr>
            <p:cNvSpPr txBox="1"/>
            <p:nvPr/>
          </p:nvSpPr>
          <p:spPr>
            <a:xfrm>
              <a:off x="6465564" y="5843346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0.4144</a:t>
              </a:r>
              <a:endParaRPr lang="ko-KR" altLang="en-US" sz="1200" b="1" dirty="0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9A42ED54-E154-45FD-9E22-F3DB582A0E2E}"/>
                </a:ext>
              </a:extLst>
            </p:cNvPr>
            <p:cNvSpPr txBox="1"/>
            <p:nvPr/>
          </p:nvSpPr>
          <p:spPr>
            <a:xfrm>
              <a:off x="6465564" y="381807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0.7627</a:t>
              </a:r>
              <a:endParaRPr lang="ko-KR" altLang="en-US" sz="1200" b="1" dirty="0"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DFE82EB6-8861-41EE-940F-7D3C39D3265A}"/>
                </a:ext>
              </a:extLst>
            </p:cNvPr>
            <p:cNvSpPr txBox="1"/>
            <p:nvPr/>
          </p:nvSpPr>
          <p:spPr>
            <a:xfrm>
              <a:off x="6472432" y="1812531"/>
              <a:ext cx="138457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0.8244</a:t>
              </a:r>
              <a:endParaRPr lang="pt-BR" altLang="ko-KR" sz="1200" dirty="0"/>
            </a:p>
            <a:p>
              <a:pPr algn="ctr" latinLnBrk="1"/>
              <a:endParaRPr lang="ko-KR" altLang="en-US" sz="1200" b="1" dirty="0"/>
            </a:p>
          </p:txBody>
        </p:sp>
      </p:grpSp>
      <p:pic>
        <p:nvPicPr>
          <p:cNvPr id="2" name="그림 1">
            <a:extLst>
              <a:ext uri="{FF2B5EF4-FFF2-40B4-BE49-F238E27FC236}">
                <a16:creationId xmlns:a16="http://schemas.microsoft.com/office/drawing/2014/main" id="{B0427AF8-A21B-40FF-AA58-919893C3364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82617" y="1254012"/>
            <a:ext cx="3248656" cy="1315789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C8E7FF9E-DE29-4AC0-8F82-3948FDDFEB1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82617" y="3240449"/>
            <a:ext cx="3248655" cy="1356107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DA0938AC-6E22-4385-9FDE-48F6D147DC7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2362" y="5271474"/>
            <a:ext cx="3178910" cy="1356107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73A9FA09-4C55-4047-B157-8A89D4BA73F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3" y="716172"/>
            <a:ext cx="3227450" cy="492774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9FB5B3B8-D3C4-426E-A3EB-702A5203B43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3" y="2712227"/>
            <a:ext cx="3227450" cy="505397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6006C84D-618D-4489-8E29-C63A6FBD5D6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9662" y="4745885"/>
            <a:ext cx="3227450" cy="501653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B9D11161-F507-458B-AD75-9380CEEBB71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3" y="1254012"/>
            <a:ext cx="3227450" cy="1315789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6992310A-AF00-4935-B2D8-4BBC37A613D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3" y="3240449"/>
            <a:ext cx="3227450" cy="1356107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5414DBF1-66B4-428D-8122-CBEC2AC62BCA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8202" y="5271474"/>
            <a:ext cx="3178909" cy="1356107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CACBA84A-C766-4A99-A258-0B20ABAE2B3F}"/>
              </a:ext>
            </a:extLst>
          </p:cNvPr>
          <p:cNvGrpSpPr/>
          <p:nvPr/>
        </p:nvGrpSpPr>
        <p:grpSpPr>
          <a:xfrm>
            <a:off x="668867" y="1566310"/>
            <a:ext cx="1290420" cy="4587791"/>
            <a:chOff x="668867" y="1566310"/>
            <a:chExt cx="1290420" cy="4587791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FE13151-BA46-4219-A32A-22942F00BBFD}"/>
                </a:ext>
              </a:extLst>
            </p:cNvPr>
            <p:cNvSpPr txBox="1"/>
            <p:nvPr/>
          </p:nvSpPr>
          <p:spPr>
            <a:xfrm>
              <a:off x="668867" y="5537725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testdata_230711</a:t>
              </a:r>
              <a:endParaRPr lang="ko-KR" altLang="en-US" sz="1200" b="1" dirty="0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ADEB3EAB-0072-4095-8733-FFDDAD956D2E}"/>
                </a:ext>
              </a:extLst>
            </p:cNvPr>
            <p:cNvSpPr txBox="1"/>
            <p:nvPr/>
          </p:nvSpPr>
          <p:spPr>
            <a:xfrm>
              <a:off x="672354" y="35521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220712</a:t>
              </a:r>
              <a:endParaRPr lang="ko-KR" altLang="en-US" sz="1200" b="1" dirty="0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800CA63C-8DB7-46FE-A1FF-5C3332D9E9F6}"/>
                </a:ext>
              </a:extLst>
            </p:cNvPr>
            <p:cNvSpPr txBox="1"/>
            <p:nvPr/>
          </p:nvSpPr>
          <p:spPr>
            <a:xfrm>
              <a:off x="668867" y="15663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200802</a:t>
              </a:r>
              <a:endParaRPr lang="ko-KR" altLang="en-US" sz="1200" b="1" dirty="0"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F471D7EC-A786-472B-86DD-C4736DB62A39}"/>
                </a:ext>
              </a:extLst>
            </p:cNvPr>
            <p:cNvSpPr txBox="1"/>
            <p:nvPr/>
          </p:nvSpPr>
          <p:spPr>
            <a:xfrm>
              <a:off x="668867" y="5877102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0.8814</a:t>
              </a:r>
              <a:endParaRPr lang="ko-KR" altLang="en-US" sz="1200" b="1" dirty="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CD3DAA8C-A351-4E6A-A57B-AB46DE11A446}"/>
                </a:ext>
              </a:extLst>
            </p:cNvPr>
            <p:cNvSpPr txBox="1"/>
            <p:nvPr/>
          </p:nvSpPr>
          <p:spPr>
            <a:xfrm>
              <a:off x="672354" y="38914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0.2864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53BFEBD7-87B5-494C-9DF1-3F7DF03D47F4}"/>
                </a:ext>
              </a:extLst>
            </p:cNvPr>
            <p:cNvSpPr txBox="1"/>
            <p:nvPr/>
          </p:nvSpPr>
          <p:spPr>
            <a:xfrm>
              <a:off x="668867" y="19056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0.8492</a:t>
              </a:r>
              <a:endParaRPr lang="ko-KR" altLang="en-US" sz="1200" b="1" dirty="0"/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4E14F8A6-20CE-49E2-BD79-C59F90EEE76A}"/>
              </a:ext>
            </a:extLst>
          </p:cNvPr>
          <p:cNvSpPr txBox="1"/>
          <p:nvPr/>
        </p:nvSpPr>
        <p:spPr>
          <a:xfrm>
            <a:off x="9279466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model_(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/dg)_0.98</a:t>
            </a:r>
            <a:endParaRPr lang="ko-KR" altLang="en-US" sz="1050" b="1" dirty="0"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24750439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3EE75E94-8FB8-4A98-A686-35BD1C52C7C5}"/>
              </a:ext>
            </a:extLst>
          </p:cNvPr>
          <p:cNvSpPr txBox="1"/>
          <p:nvPr/>
        </p:nvSpPr>
        <p:spPr>
          <a:xfrm>
            <a:off x="270933" y="230419"/>
            <a:ext cx="5689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rgbClr val="FF0000"/>
                </a:solidFill>
                <a:latin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</a:rPr>
              <a:t> </a:t>
            </a:r>
            <a:r>
              <a:rPr lang="en-US" altLang="ko-KR" sz="2000" b="1" dirty="0">
                <a:latin typeface="+mj-ea"/>
              </a:rPr>
              <a:t>– </a:t>
            </a:r>
            <a:r>
              <a:rPr lang="ko-KR" altLang="en-US" sz="2000" b="1" dirty="0">
                <a:latin typeface="+mj-ea"/>
              </a:rPr>
              <a:t>관심수위 </a:t>
            </a:r>
            <a:r>
              <a:rPr lang="en-US" altLang="ko-KR" sz="2000" b="1" dirty="0">
                <a:latin typeface="+mj-ea"/>
              </a:rPr>
              <a:t>( </a:t>
            </a:r>
            <a:r>
              <a:rPr lang="ko-KR" altLang="en-US" sz="2000" b="1" dirty="0">
                <a:latin typeface="+mj-ea"/>
              </a:rPr>
              <a:t>수위 </a:t>
            </a:r>
            <a:r>
              <a:rPr lang="en-US" altLang="ko-KR" sz="2000" b="1" dirty="0">
                <a:latin typeface="+mj-ea"/>
              </a:rPr>
              <a:t>X 1.02 )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</a:p>
        </p:txBody>
      </p:sp>
      <p:pic>
        <p:nvPicPr>
          <p:cNvPr id="44" name="그림 43">
            <a:extLst>
              <a:ext uri="{FF2B5EF4-FFF2-40B4-BE49-F238E27FC236}">
                <a16:creationId xmlns:a16="http://schemas.microsoft.com/office/drawing/2014/main" id="{B677A664-900B-45EC-B7ED-FED2250F1E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9883" y="689483"/>
            <a:ext cx="3227450" cy="542588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12E4B6C2-35C2-4C27-9869-ABC58B1417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3" y="2689402"/>
            <a:ext cx="3227450" cy="551047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06F1A1F7-B882-4681-B942-265A6276DF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9262" y="4721949"/>
            <a:ext cx="3227450" cy="549525"/>
          </a:xfrm>
          <a:prstGeom prst="rect">
            <a:avLst/>
          </a:prstGeom>
        </p:spPr>
      </p:pic>
      <p:grpSp>
        <p:nvGrpSpPr>
          <p:cNvPr id="6" name="그룹 5">
            <a:extLst>
              <a:ext uri="{FF2B5EF4-FFF2-40B4-BE49-F238E27FC236}">
                <a16:creationId xmlns:a16="http://schemas.microsoft.com/office/drawing/2014/main" id="{FC6DAE30-9462-4ECD-ACBF-CFEBE398D720}"/>
              </a:ext>
            </a:extLst>
          </p:cNvPr>
          <p:cNvGrpSpPr/>
          <p:nvPr/>
        </p:nvGrpSpPr>
        <p:grpSpPr>
          <a:xfrm>
            <a:off x="6465564" y="1473154"/>
            <a:ext cx="1391446" cy="4647191"/>
            <a:chOff x="6465564" y="1473154"/>
            <a:chExt cx="1391446" cy="4647191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FA255B5-0345-410B-80F9-2AFF909E4C46}"/>
                </a:ext>
              </a:extLst>
            </p:cNvPr>
            <p:cNvSpPr txBox="1"/>
            <p:nvPr/>
          </p:nvSpPr>
          <p:spPr>
            <a:xfrm>
              <a:off x="6465564" y="5503969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testdata_250814</a:t>
              </a:r>
              <a:endParaRPr lang="ko-KR" altLang="en-US" sz="1200" b="1" dirty="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749A747-00BF-4A4A-A0D9-CB38768F9B9A}"/>
                </a:ext>
              </a:extLst>
            </p:cNvPr>
            <p:cNvSpPr txBox="1"/>
            <p:nvPr/>
          </p:nvSpPr>
          <p:spPr>
            <a:xfrm>
              <a:off x="6465564" y="3478697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250716</a:t>
              </a:r>
              <a:endParaRPr lang="ko-KR" altLang="en-US" sz="1200" b="1" dirty="0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3780478-A6EF-4462-AD5A-1F9DE5B39403}"/>
                </a:ext>
              </a:extLst>
            </p:cNvPr>
            <p:cNvSpPr txBox="1"/>
            <p:nvPr/>
          </p:nvSpPr>
          <p:spPr>
            <a:xfrm>
              <a:off x="6472432" y="147315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240723</a:t>
              </a:r>
              <a:endParaRPr lang="ko-KR" altLang="en-US" sz="1200" b="1" dirty="0"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CD13AD81-9D77-4840-BEEF-57179F7C5A87}"/>
                </a:ext>
              </a:extLst>
            </p:cNvPr>
            <p:cNvSpPr txBox="1"/>
            <p:nvPr/>
          </p:nvSpPr>
          <p:spPr>
            <a:xfrm>
              <a:off x="6465564" y="5843346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0.4433</a:t>
              </a:r>
              <a:endParaRPr lang="ko-KR" altLang="en-US" sz="1200" b="1" dirty="0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9A42ED54-E154-45FD-9E22-F3DB582A0E2E}"/>
                </a:ext>
              </a:extLst>
            </p:cNvPr>
            <p:cNvSpPr txBox="1"/>
            <p:nvPr/>
          </p:nvSpPr>
          <p:spPr>
            <a:xfrm>
              <a:off x="6465564" y="381807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0.8186</a:t>
              </a:r>
              <a:endParaRPr lang="ko-KR" altLang="en-US" sz="1200" b="1" dirty="0"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DFE82EB6-8861-41EE-940F-7D3C39D3265A}"/>
                </a:ext>
              </a:extLst>
            </p:cNvPr>
            <p:cNvSpPr txBox="1"/>
            <p:nvPr/>
          </p:nvSpPr>
          <p:spPr>
            <a:xfrm>
              <a:off x="6472432" y="1812531"/>
              <a:ext cx="138457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0.8400</a:t>
              </a:r>
              <a:endParaRPr lang="pt-BR" altLang="ko-KR" sz="1200" dirty="0"/>
            </a:p>
            <a:p>
              <a:pPr algn="ctr" latinLnBrk="1"/>
              <a:endParaRPr lang="ko-KR" altLang="en-US" sz="1200" b="1" dirty="0"/>
            </a:p>
          </p:txBody>
        </p:sp>
      </p:grpSp>
      <p:pic>
        <p:nvPicPr>
          <p:cNvPr id="2" name="그림 1">
            <a:extLst>
              <a:ext uri="{FF2B5EF4-FFF2-40B4-BE49-F238E27FC236}">
                <a16:creationId xmlns:a16="http://schemas.microsoft.com/office/drawing/2014/main" id="{B0427AF8-A21B-40FF-AA58-919893C3364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2163" y="1254012"/>
            <a:ext cx="3159110" cy="1315789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C8E7FF9E-DE29-4AC0-8F82-3948FDDFEB1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3696" y="3240449"/>
            <a:ext cx="3159109" cy="1356107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DA0938AC-6E22-4385-9FDE-48F6D147DC7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7605" y="5271474"/>
            <a:ext cx="3159108" cy="1356107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73A9FA09-4C55-4047-B157-8A89D4BA73F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3" y="716172"/>
            <a:ext cx="3227450" cy="492774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9FB5B3B8-D3C4-426E-A3EB-702A5203B43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3" y="2712227"/>
            <a:ext cx="3227450" cy="505397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6006C84D-618D-4489-8E29-C63A6FBD5D6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9662" y="4745885"/>
            <a:ext cx="3227450" cy="501653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B9D11161-F507-458B-AD75-9380CEEBB71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2564" y="1254012"/>
            <a:ext cx="3159109" cy="1315789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6992310A-AF00-4935-B2D8-4BBC37A613D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2564" y="3240449"/>
            <a:ext cx="3159109" cy="1356107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5414DBF1-66B4-428D-8122-CBEC2AC62BCA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8004" y="5271474"/>
            <a:ext cx="3159108" cy="1356107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CACBA84A-C766-4A99-A258-0B20ABAE2B3F}"/>
              </a:ext>
            </a:extLst>
          </p:cNvPr>
          <p:cNvGrpSpPr/>
          <p:nvPr/>
        </p:nvGrpSpPr>
        <p:grpSpPr>
          <a:xfrm>
            <a:off x="668867" y="1566310"/>
            <a:ext cx="1290420" cy="4587791"/>
            <a:chOff x="668867" y="1566310"/>
            <a:chExt cx="1290420" cy="4587791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FE13151-BA46-4219-A32A-22942F00BBFD}"/>
                </a:ext>
              </a:extLst>
            </p:cNvPr>
            <p:cNvSpPr txBox="1"/>
            <p:nvPr/>
          </p:nvSpPr>
          <p:spPr>
            <a:xfrm>
              <a:off x="668867" y="5537725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testdata_230711</a:t>
              </a:r>
              <a:endParaRPr lang="ko-KR" altLang="en-US" sz="1200" b="1" dirty="0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ADEB3EAB-0072-4095-8733-FFDDAD956D2E}"/>
                </a:ext>
              </a:extLst>
            </p:cNvPr>
            <p:cNvSpPr txBox="1"/>
            <p:nvPr/>
          </p:nvSpPr>
          <p:spPr>
            <a:xfrm>
              <a:off x="672354" y="35521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220712</a:t>
              </a:r>
              <a:endParaRPr lang="ko-KR" altLang="en-US" sz="1200" b="1" dirty="0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800CA63C-8DB7-46FE-A1FF-5C3332D9E9F6}"/>
                </a:ext>
              </a:extLst>
            </p:cNvPr>
            <p:cNvSpPr txBox="1"/>
            <p:nvPr/>
          </p:nvSpPr>
          <p:spPr>
            <a:xfrm>
              <a:off x="668867" y="15663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200802</a:t>
              </a:r>
              <a:endParaRPr lang="ko-KR" altLang="en-US" sz="1200" b="1" dirty="0"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F471D7EC-A786-472B-86DD-C4736DB62A39}"/>
                </a:ext>
              </a:extLst>
            </p:cNvPr>
            <p:cNvSpPr txBox="1"/>
            <p:nvPr/>
          </p:nvSpPr>
          <p:spPr>
            <a:xfrm>
              <a:off x="668867" y="5877102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0.8994</a:t>
              </a:r>
              <a:endParaRPr lang="ko-KR" altLang="en-US" sz="1200" b="1" dirty="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CD3DAA8C-A351-4E6A-A57B-AB46DE11A446}"/>
                </a:ext>
              </a:extLst>
            </p:cNvPr>
            <p:cNvSpPr txBox="1"/>
            <p:nvPr/>
          </p:nvSpPr>
          <p:spPr>
            <a:xfrm>
              <a:off x="672354" y="38914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0.0156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53BFEBD7-87B5-494C-9DF1-3F7DF03D47F4}"/>
                </a:ext>
              </a:extLst>
            </p:cNvPr>
            <p:cNvSpPr txBox="1"/>
            <p:nvPr/>
          </p:nvSpPr>
          <p:spPr>
            <a:xfrm>
              <a:off x="668867" y="19056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0.7922</a:t>
              </a:r>
              <a:endParaRPr lang="ko-KR" altLang="en-US" sz="1200" b="1" dirty="0"/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05D1288C-6DC8-48E0-BC34-82E5CF448E5D}"/>
              </a:ext>
            </a:extLst>
          </p:cNvPr>
          <p:cNvSpPr txBox="1"/>
          <p:nvPr/>
        </p:nvSpPr>
        <p:spPr>
          <a:xfrm>
            <a:off x="9279466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model_(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/dg)_1.02</a:t>
            </a:r>
            <a:endParaRPr lang="ko-KR" altLang="en-US" sz="1050" b="1" dirty="0"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11219059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3EE75E94-8FB8-4A98-A686-35BD1C52C7C5}"/>
              </a:ext>
            </a:extLst>
          </p:cNvPr>
          <p:cNvSpPr txBox="1"/>
          <p:nvPr/>
        </p:nvSpPr>
        <p:spPr>
          <a:xfrm>
            <a:off x="270933" y="230419"/>
            <a:ext cx="78996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rgbClr val="FF0000"/>
                </a:solidFill>
                <a:latin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</a:rPr>
              <a:t> </a:t>
            </a:r>
            <a:r>
              <a:rPr lang="en-US" altLang="ko-KR" sz="2000" b="1" dirty="0">
                <a:latin typeface="+mj-ea"/>
              </a:rPr>
              <a:t>– </a:t>
            </a:r>
            <a:r>
              <a:rPr lang="ko-KR" altLang="en-US" sz="2000" b="1" dirty="0">
                <a:latin typeface="+mj-ea"/>
              </a:rPr>
              <a:t>관심수위 </a:t>
            </a:r>
            <a:r>
              <a:rPr lang="en-US" altLang="ko-KR" sz="2000" b="1" dirty="0">
                <a:latin typeface="+mj-ea"/>
              </a:rPr>
              <a:t>( </a:t>
            </a:r>
            <a:r>
              <a:rPr lang="ko-KR" altLang="en-US" sz="2000" b="1" dirty="0">
                <a:latin typeface="+mj-ea"/>
              </a:rPr>
              <a:t>유량 예측 </a:t>
            </a:r>
            <a:r>
              <a:rPr lang="en-US" altLang="ko-KR" sz="2000" b="1" dirty="0">
                <a:latin typeface="+mj-ea"/>
              </a:rPr>
              <a:t>)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D13AD81-9D77-4840-BEEF-57179F7C5A87}"/>
              </a:ext>
            </a:extLst>
          </p:cNvPr>
          <p:cNvSpPr txBox="1"/>
          <p:nvPr/>
        </p:nvSpPr>
        <p:spPr>
          <a:xfrm>
            <a:off x="6465564" y="5849826"/>
            <a:ext cx="138457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200" b="1" dirty="0"/>
              <a:t>R2 : </a:t>
            </a:r>
            <a:r>
              <a:rPr lang="en-US" altLang="ko-KR" sz="1200" dirty="0">
                <a:solidFill>
                  <a:srgbClr val="FF0000"/>
                </a:solidFill>
              </a:rPr>
              <a:t>0.7481</a:t>
            </a:r>
            <a:endParaRPr lang="ko-KR" altLang="en-US" sz="1200" b="1" dirty="0">
              <a:solidFill>
                <a:srgbClr val="FF0000"/>
              </a:solidFill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7404A7A-A932-4ACE-8BE0-B47CF0C2724C}"/>
              </a:ext>
            </a:extLst>
          </p:cNvPr>
          <p:cNvSpPr txBox="1"/>
          <p:nvPr/>
        </p:nvSpPr>
        <p:spPr>
          <a:xfrm>
            <a:off x="9279466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model_(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/dg)_flow</a:t>
            </a:r>
            <a:endParaRPr lang="ko-KR" altLang="en-US" sz="1050" b="1" dirty="0">
              <a:latin typeface="+mj-ea"/>
            </a:endParaRPr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9125198F-8746-4EC8-9127-ED14E04C67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9883" y="689483"/>
            <a:ext cx="3227450" cy="542588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EE802461-7193-48D2-A821-585D8FB12A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3" y="2689402"/>
            <a:ext cx="3227450" cy="551047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56BF6FC6-35CF-4854-92EE-A8ADFA96DBA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9262" y="4721949"/>
            <a:ext cx="3227450" cy="549525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5F2F23C9-24C8-4398-94A2-E0976860317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3" y="716172"/>
            <a:ext cx="3227450" cy="492774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97FDCB0B-0442-452D-BC2C-1A4EDA2737B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3" y="2712227"/>
            <a:ext cx="3227450" cy="505397"/>
          </a:xfrm>
          <a:prstGeom prst="rect">
            <a:avLst/>
          </a:prstGeom>
        </p:spPr>
      </p:pic>
      <p:pic>
        <p:nvPicPr>
          <p:cNvPr id="54" name="그림 53">
            <a:extLst>
              <a:ext uri="{FF2B5EF4-FFF2-40B4-BE49-F238E27FC236}">
                <a16:creationId xmlns:a16="http://schemas.microsoft.com/office/drawing/2014/main" id="{A3D65E91-0AA2-4B9A-B4B8-76CFC4B89BA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9662" y="4745885"/>
            <a:ext cx="3227450" cy="501653"/>
          </a:xfrm>
          <a:prstGeom prst="rect">
            <a:avLst/>
          </a:prstGeom>
        </p:spPr>
      </p:pic>
      <p:grpSp>
        <p:nvGrpSpPr>
          <p:cNvPr id="55" name="그룹 54">
            <a:extLst>
              <a:ext uri="{FF2B5EF4-FFF2-40B4-BE49-F238E27FC236}">
                <a16:creationId xmlns:a16="http://schemas.microsoft.com/office/drawing/2014/main" id="{013117C8-4176-482F-818A-C866CF9CFA74}"/>
              </a:ext>
            </a:extLst>
          </p:cNvPr>
          <p:cNvGrpSpPr/>
          <p:nvPr/>
        </p:nvGrpSpPr>
        <p:grpSpPr>
          <a:xfrm>
            <a:off x="6465564" y="1473154"/>
            <a:ext cx="1391446" cy="4307814"/>
            <a:chOff x="6465564" y="1473154"/>
            <a:chExt cx="1391446" cy="4307814"/>
          </a:xfrm>
        </p:grpSpPr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E4AF0D9F-0741-4151-8172-1548A2DC27B5}"/>
                </a:ext>
              </a:extLst>
            </p:cNvPr>
            <p:cNvSpPr txBox="1"/>
            <p:nvPr/>
          </p:nvSpPr>
          <p:spPr>
            <a:xfrm>
              <a:off x="6465564" y="5503969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testdata_250814</a:t>
              </a:r>
              <a:endParaRPr lang="ko-KR" altLang="en-US" sz="1200" b="1" dirty="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6F711CC2-4CA1-44AE-B532-5B43FEE7E4F2}"/>
                </a:ext>
              </a:extLst>
            </p:cNvPr>
            <p:cNvSpPr txBox="1"/>
            <p:nvPr/>
          </p:nvSpPr>
          <p:spPr>
            <a:xfrm>
              <a:off x="6465564" y="3478697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250716</a:t>
              </a:r>
              <a:endParaRPr lang="ko-KR" altLang="en-US" sz="1200" b="1" dirty="0"/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62F7180D-A4E7-432D-9332-F8328637ACBF}"/>
                </a:ext>
              </a:extLst>
            </p:cNvPr>
            <p:cNvSpPr txBox="1"/>
            <p:nvPr/>
          </p:nvSpPr>
          <p:spPr>
            <a:xfrm>
              <a:off x="6472432" y="147315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240723</a:t>
              </a:r>
              <a:endParaRPr lang="ko-KR" altLang="en-US" sz="1200" b="1" dirty="0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23A8A96A-3191-4C3F-9706-2F23CE2DF8DB}"/>
                </a:ext>
              </a:extLst>
            </p:cNvPr>
            <p:cNvSpPr txBox="1"/>
            <p:nvPr/>
          </p:nvSpPr>
          <p:spPr>
            <a:xfrm>
              <a:off x="6465564" y="381807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0.7869</a:t>
              </a:r>
              <a:endParaRPr lang="ko-KR" altLang="en-US" sz="1200" b="1" dirty="0"/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1B975A15-CF8B-4F70-9F3F-A7437F945E66}"/>
                </a:ext>
              </a:extLst>
            </p:cNvPr>
            <p:cNvSpPr txBox="1"/>
            <p:nvPr/>
          </p:nvSpPr>
          <p:spPr>
            <a:xfrm>
              <a:off x="6472432" y="1812531"/>
              <a:ext cx="138457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0.7854</a:t>
              </a:r>
              <a:endParaRPr lang="pt-BR" altLang="ko-KR" sz="1200" dirty="0"/>
            </a:p>
            <a:p>
              <a:pPr algn="ctr" latinLnBrk="1"/>
              <a:endParaRPr lang="ko-KR" altLang="en-US" sz="1200" b="1" dirty="0"/>
            </a:p>
          </p:txBody>
        </p:sp>
      </p:grpSp>
      <p:pic>
        <p:nvPicPr>
          <p:cNvPr id="74" name="그림 73">
            <a:extLst>
              <a:ext uri="{FF2B5EF4-FFF2-40B4-BE49-F238E27FC236}">
                <a16:creationId xmlns:a16="http://schemas.microsoft.com/office/drawing/2014/main" id="{1ED12E98-A7E9-4FAA-848E-A2EBDE31606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2163" y="1254012"/>
            <a:ext cx="3159109" cy="1315789"/>
          </a:xfrm>
          <a:prstGeom prst="rect">
            <a:avLst/>
          </a:prstGeom>
        </p:spPr>
      </p:pic>
      <p:pic>
        <p:nvPicPr>
          <p:cNvPr id="75" name="그림 74">
            <a:extLst>
              <a:ext uri="{FF2B5EF4-FFF2-40B4-BE49-F238E27FC236}">
                <a16:creationId xmlns:a16="http://schemas.microsoft.com/office/drawing/2014/main" id="{B8DDE25B-0B7D-400D-ADB4-3B047A70EE2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2163" y="3240449"/>
            <a:ext cx="3159109" cy="1356107"/>
          </a:xfrm>
          <a:prstGeom prst="rect">
            <a:avLst/>
          </a:prstGeom>
        </p:spPr>
      </p:pic>
      <p:pic>
        <p:nvPicPr>
          <p:cNvPr id="76" name="그림 75">
            <a:extLst>
              <a:ext uri="{FF2B5EF4-FFF2-40B4-BE49-F238E27FC236}">
                <a16:creationId xmlns:a16="http://schemas.microsoft.com/office/drawing/2014/main" id="{ED40514F-CC25-414C-967F-6945DB2DC1A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17802" y="5271474"/>
            <a:ext cx="3178910" cy="1356107"/>
          </a:xfrm>
          <a:prstGeom prst="rect">
            <a:avLst/>
          </a:prstGeom>
        </p:spPr>
      </p:pic>
      <p:pic>
        <p:nvPicPr>
          <p:cNvPr id="77" name="그림 76">
            <a:extLst>
              <a:ext uri="{FF2B5EF4-FFF2-40B4-BE49-F238E27FC236}">
                <a16:creationId xmlns:a16="http://schemas.microsoft.com/office/drawing/2014/main" id="{74D50CF0-0404-495A-B36E-82F503E2347B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2564" y="1254012"/>
            <a:ext cx="3159109" cy="1315789"/>
          </a:xfrm>
          <a:prstGeom prst="rect">
            <a:avLst/>
          </a:prstGeom>
        </p:spPr>
      </p:pic>
      <p:pic>
        <p:nvPicPr>
          <p:cNvPr id="78" name="그림 77">
            <a:extLst>
              <a:ext uri="{FF2B5EF4-FFF2-40B4-BE49-F238E27FC236}">
                <a16:creationId xmlns:a16="http://schemas.microsoft.com/office/drawing/2014/main" id="{4393125A-4E1D-4749-89CA-2D7FF309470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2565" y="3240449"/>
            <a:ext cx="3159108" cy="1356107"/>
          </a:xfrm>
          <a:prstGeom prst="rect">
            <a:avLst/>
          </a:prstGeom>
        </p:spPr>
      </p:pic>
      <p:pic>
        <p:nvPicPr>
          <p:cNvPr id="79" name="그림 78">
            <a:extLst>
              <a:ext uri="{FF2B5EF4-FFF2-40B4-BE49-F238E27FC236}">
                <a16:creationId xmlns:a16="http://schemas.microsoft.com/office/drawing/2014/main" id="{D647DB1E-4BB7-467B-B507-4E1DD16A9CE4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8202" y="5271474"/>
            <a:ext cx="3178910" cy="1356107"/>
          </a:xfrm>
          <a:prstGeom prst="rect">
            <a:avLst/>
          </a:prstGeom>
        </p:spPr>
      </p:pic>
      <p:grpSp>
        <p:nvGrpSpPr>
          <p:cNvPr id="80" name="그룹 79">
            <a:extLst>
              <a:ext uri="{FF2B5EF4-FFF2-40B4-BE49-F238E27FC236}">
                <a16:creationId xmlns:a16="http://schemas.microsoft.com/office/drawing/2014/main" id="{EAF7470D-3E5C-4DC9-A280-09902B03997D}"/>
              </a:ext>
            </a:extLst>
          </p:cNvPr>
          <p:cNvGrpSpPr/>
          <p:nvPr/>
        </p:nvGrpSpPr>
        <p:grpSpPr>
          <a:xfrm>
            <a:off x="668867" y="1566310"/>
            <a:ext cx="1290420" cy="4587791"/>
            <a:chOff x="668867" y="1566310"/>
            <a:chExt cx="1290420" cy="4587791"/>
          </a:xfrm>
        </p:grpSpPr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3D77FCF9-7CC9-4A4C-8D53-1389C5AD2CE7}"/>
                </a:ext>
              </a:extLst>
            </p:cNvPr>
            <p:cNvSpPr txBox="1"/>
            <p:nvPr/>
          </p:nvSpPr>
          <p:spPr>
            <a:xfrm>
              <a:off x="668867" y="5537725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testdata_230711</a:t>
              </a:r>
              <a:endParaRPr lang="ko-KR" altLang="en-US" sz="1200" b="1" dirty="0"/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3E8FBBFF-5435-49BA-BFEE-84040DE2DD99}"/>
                </a:ext>
              </a:extLst>
            </p:cNvPr>
            <p:cNvSpPr txBox="1"/>
            <p:nvPr/>
          </p:nvSpPr>
          <p:spPr>
            <a:xfrm>
              <a:off x="672354" y="35521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220712</a:t>
              </a:r>
              <a:endParaRPr lang="ko-KR" altLang="en-US" sz="1200" b="1" dirty="0"/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0A7A8045-5D6C-40D0-80F8-086A248470EB}"/>
                </a:ext>
              </a:extLst>
            </p:cNvPr>
            <p:cNvSpPr txBox="1"/>
            <p:nvPr/>
          </p:nvSpPr>
          <p:spPr>
            <a:xfrm>
              <a:off x="668867" y="15663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200802</a:t>
              </a:r>
              <a:endParaRPr lang="ko-KR" altLang="en-US" sz="1200" b="1" dirty="0"/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15BDF1EB-B53C-4F2E-BC88-94547FD54D03}"/>
                </a:ext>
              </a:extLst>
            </p:cNvPr>
            <p:cNvSpPr txBox="1"/>
            <p:nvPr/>
          </p:nvSpPr>
          <p:spPr>
            <a:xfrm>
              <a:off x="668867" y="5877102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0.9153</a:t>
              </a:r>
              <a:endParaRPr lang="ko-KR" altLang="en-US" sz="1200" b="1" dirty="0"/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92A72304-192F-45C2-BECD-6C677814D766}"/>
                </a:ext>
              </a:extLst>
            </p:cNvPr>
            <p:cNvSpPr txBox="1"/>
            <p:nvPr/>
          </p:nvSpPr>
          <p:spPr>
            <a:xfrm>
              <a:off x="672354" y="38914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b="1" dirty="0">
                  <a:solidFill>
                    <a:srgbClr val="FF0000"/>
                  </a:solidFill>
                </a:rPr>
                <a:t>-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0.3192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ACB6D6F7-4BCE-4F2D-9A99-031D4501E27F}"/>
                </a:ext>
              </a:extLst>
            </p:cNvPr>
            <p:cNvSpPr txBox="1"/>
            <p:nvPr/>
          </p:nvSpPr>
          <p:spPr>
            <a:xfrm>
              <a:off x="668867" y="19056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0.9470</a:t>
              </a:r>
              <a:endParaRPr lang="ko-KR" altLang="en-US" sz="12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11570352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3EE75E94-8FB8-4A98-A686-35BD1C52C7C5}"/>
              </a:ext>
            </a:extLst>
          </p:cNvPr>
          <p:cNvSpPr txBox="1"/>
          <p:nvPr/>
        </p:nvSpPr>
        <p:spPr>
          <a:xfrm>
            <a:off x="270933" y="230419"/>
            <a:ext cx="5689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rgbClr val="FF0000"/>
                </a:solidFill>
                <a:latin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</a:rPr>
              <a:t> </a:t>
            </a:r>
            <a:r>
              <a:rPr lang="en-US" altLang="ko-KR" sz="2000" b="1" dirty="0">
                <a:latin typeface="+mj-ea"/>
              </a:rPr>
              <a:t>– </a:t>
            </a:r>
            <a:r>
              <a:rPr lang="ko-KR" altLang="en-US" sz="2000" b="1" dirty="0">
                <a:latin typeface="+mj-ea"/>
              </a:rPr>
              <a:t>관심수위 </a:t>
            </a:r>
            <a:r>
              <a:rPr lang="en-US" altLang="ko-KR" sz="2000" b="1" dirty="0">
                <a:latin typeface="+mj-ea"/>
              </a:rPr>
              <a:t>( </a:t>
            </a:r>
            <a:r>
              <a:rPr lang="ko-KR" altLang="en-US" sz="2000" b="1" dirty="0">
                <a:latin typeface="+mj-ea"/>
              </a:rPr>
              <a:t>누적 강우 </a:t>
            </a:r>
            <a:r>
              <a:rPr lang="en-US" altLang="ko-KR" sz="2000" b="1" dirty="0">
                <a:latin typeface="+mj-ea"/>
              </a:rPr>
              <a:t>110mm </a:t>
            </a:r>
            <a:r>
              <a:rPr lang="ko-KR" altLang="en-US" sz="2000" b="1" dirty="0">
                <a:latin typeface="+mj-ea"/>
              </a:rPr>
              <a:t>이상 </a:t>
            </a:r>
            <a:r>
              <a:rPr lang="en-US" altLang="ko-KR" sz="2000" b="1" dirty="0">
                <a:latin typeface="+mj-ea"/>
              </a:rPr>
              <a:t>4</a:t>
            </a:r>
            <a:r>
              <a:rPr lang="ko-KR" altLang="en-US" sz="2000" b="1" dirty="0">
                <a:latin typeface="+mj-ea"/>
              </a:rPr>
              <a:t> </a:t>
            </a:r>
            <a:r>
              <a:rPr lang="en-US" altLang="ko-KR" sz="2000" b="1" dirty="0">
                <a:latin typeface="+mj-ea"/>
              </a:rPr>
              <a:t>)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FC6DAE30-9462-4ECD-ACBF-CFEBE398D720}"/>
              </a:ext>
            </a:extLst>
          </p:cNvPr>
          <p:cNvGrpSpPr/>
          <p:nvPr/>
        </p:nvGrpSpPr>
        <p:grpSpPr>
          <a:xfrm>
            <a:off x="6152294" y="1473154"/>
            <a:ext cx="1391446" cy="4647191"/>
            <a:chOff x="6465564" y="1473154"/>
            <a:chExt cx="1391446" cy="4647191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FA255B5-0345-410B-80F9-2AFF909E4C46}"/>
                </a:ext>
              </a:extLst>
            </p:cNvPr>
            <p:cNvSpPr txBox="1"/>
            <p:nvPr/>
          </p:nvSpPr>
          <p:spPr>
            <a:xfrm>
              <a:off x="6465564" y="5503969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testdata_250814</a:t>
              </a:r>
              <a:endParaRPr lang="ko-KR" altLang="en-US" sz="1200" b="1" dirty="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749A747-00BF-4A4A-A0D9-CB38768F9B9A}"/>
                </a:ext>
              </a:extLst>
            </p:cNvPr>
            <p:cNvSpPr txBox="1"/>
            <p:nvPr/>
          </p:nvSpPr>
          <p:spPr>
            <a:xfrm>
              <a:off x="6465564" y="3478697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250716</a:t>
              </a:r>
              <a:endParaRPr lang="ko-KR" altLang="en-US" sz="1200" b="1" dirty="0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3780478-A6EF-4462-AD5A-1F9DE5B39403}"/>
                </a:ext>
              </a:extLst>
            </p:cNvPr>
            <p:cNvSpPr txBox="1"/>
            <p:nvPr/>
          </p:nvSpPr>
          <p:spPr>
            <a:xfrm>
              <a:off x="6472432" y="147315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240723</a:t>
              </a:r>
              <a:endParaRPr lang="ko-KR" altLang="en-US" sz="1200" b="1" dirty="0"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CD13AD81-9D77-4840-BEEF-57179F7C5A87}"/>
                </a:ext>
              </a:extLst>
            </p:cNvPr>
            <p:cNvSpPr txBox="1"/>
            <p:nvPr/>
          </p:nvSpPr>
          <p:spPr>
            <a:xfrm>
              <a:off x="6465564" y="5843346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0.8475</a:t>
              </a:r>
              <a:endParaRPr lang="ko-KR" altLang="en-US" sz="1200" b="1" dirty="0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9A42ED54-E154-45FD-9E22-F3DB582A0E2E}"/>
                </a:ext>
              </a:extLst>
            </p:cNvPr>
            <p:cNvSpPr txBox="1"/>
            <p:nvPr/>
          </p:nvSpPr>
          <p:spPr>
            <a:xfrm>
              <a:off x="6465564" y="381807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0.8108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DFE82EB6-8861-41EE-940F-7D3C39D3265A}"/>
                </a:ext>
              </a:extLst>
            </p:cNvPr>
            <p:cNvSpPr txBox="1"/>
            <p:nvPr/>
          </p:nvSpPr>
          <p:spPr>
            <a:xfrm>
              <a:off x="6472432" y="1812531"/>
              <a:ext cx="138457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0.7623</a:t>
              </a:r>
              <a:endParaRPr lang="pt-BR" altLang="ko-KR" sz="1200" dirty="0"/>
            </a:p>
            <a:p>
              <a:pPr algn="ctr" latinLnBrk="1"/>
              <a:endParaRPr lang="ko-KR" altLang="en-US" sz="1200" b="1" dirty="0"/>
            </a:p>
          </p:txBody>
        </p:sp>
      </p:grpSp>
      <p:grpSp>
        <p:nvGrpSpPr>
          <p:cNvPr id="5" name="그룹 4">
            <a:extLst>
              <a:ext uri="{FF2B5EF4-FFF2-40B4-BE49-F238E27FC236}">
                <a16:creationId xmlns:a16="http://schemas.microsoft.com/office/drawing/2014/main" id="{CACBA84A-C766-4A99-A258-0B20ABAE2B3F}"/>
              </a:ext>
            </a:extLst>
          </p:cNvPr>
          <p:cNvGrpSpPr/>
          <p:nvPr/>
        </p:nvGrpSpPr>
        <p:grpSpPr>
          <a:xfrm>
            <a:off x="355597" y="1566310"/>
            <a:ext cx="1290420" cy="4587791"/>
            <a:chOff x="668867" y="1566310"/>
            <a:chExt cx="1290420" cy="4587791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FE13151-BA46-4219-A32A-22942F00BBFD}"/>
                </a:ext>
              </a:extLst>
            </p:cNvPr>
            <p:cNvSpPr txBox="1"/>
            <p:nvPr/>
          </p:nvSpPr>
          <p:spPr>
            <a:xfrm>
              <a:off x="668867" y="5537725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testdata_230711</a:t>
              </a:r>
              <a:endParaRPr lang="ko-KR" altLang="en-US" sz="1200" b="1" dirty="0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ADEB3EAB-0072-4095-8733-FFDDAD956D2E}"/>
                </a:ext>
              </a:extLst>
            </p:cNvPr>
            <p:cNvSpPr txBox="1"/>
            <p:nvPr/>
          </p:nvSpPr>
          <p:spPr>
            <a:xfrm>
              <a:off x="672354" y="35521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220712</a:t>
              </a:r>
              <a:endParaRPr lang="ko-KR" altLang="en-US" sz="1200" b="1" dirty="0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800CA63C-8DB7-46FE-A1FF-5C3332D9E9F6}"/>
                </a:ext>
              </a:extLst>
            </p:cNvPr>
            <p:cNvSpPr txBox="1"/>
            <p:nvPr/>
          </p:nvSpPr>
          <p:spPr>
            <a:xfrm>
              <a:off x="668867" y="15663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200802</a:t>
              </a:r>
              <a:endParaRPr lang="ko-KR" altLang="en-US" sz="1200" b="1" dirty="0"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F471D7EC-A786-472B-86DD-C4736DB62A39}"/>
                </a:ext>
              </a:extLst>
            </p:cNvPr>
            <p:cNvSpPr txBox="1"/>
            <p:nvPr/>
          </p:nvSpPr>
          <p:spPr>
            <a:xfrm>
              <a:off x="668867" y="5877102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0.8533</a:t>
              </a:r>
              <a:endParaRPr lang="ko-KR" altLang="en-US" sz="1200" b="1" dirty="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CD3DAA8C-A351-4E6A-A57B-AB46DE11A446}"/>
                </a:ext>
              </a:extLst>
            </p:cNvPr>
            <p:cNvSpPr txBox="1"/>
            <p:nvPr/>
          </p:nvSpPr>
          <p:spPr>
            <a:xfrm>
              <a:off x="672354" y="38914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0.3192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53BFEBD7-87B5-494C-9DF1-3F7DF03D47F4}"/>
                </a:ext>
              </a:extLst>
            </p:cNvPr>
            <p:cNvSpPr txBox="1"/>
            <p:nvPr/>
          </p:nvSpPr>
          <p:spPr>
            <a:xfrm>
              <a:off x="668867" y="19056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0.7237</a:t>
              </a:r>
              <a:endParaRPr lang="ko-KR" altLang="en-US" sz="1200" b="1" dirty="0"/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8E1BD931-7DDF-48DA-B726-056635A9BCE6}"/>
              </a:ext>
            </a:extLst>
          </p:cNvPr>
          <p:cNvSpPr txBox="1"/>
          <p:nvPr/>
        </p:nvSpPr>
        <p:spPr>
          <a:xfrm>
            <a:off x="9279466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model_(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/dg)_110_4_2</a:t>
            </a:r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181FA7FA-DE3D-4CCE-850D-CA11803975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0267" y="689483"/>
            <a:ext cx="4385733" cy="542588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AAD2037F-DF4F-4342-BE96-B2AC03983B2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0267" y="2777752"/>
            <a:ext cx="4385733" cy="551047"/>
          </a:xfrm>
          <a:prstGeom prst="rect">
            <a:avLst/>
          </a:prstGeom>
        </p:spPr>
      </p:pic>
      <p:pic>
        <p:nvPicPr>
          <p:cNvPr id="36" name="그림 35">
            <a:extLst>
              <a:ext uri="{FF2B5EF4-FFF2-40B4-BE49-F238E27FC236}">
                <a16:creationId xmlns:a16="http://schemas.microsoft.com/office/drawing/2014/main" id="{9C19C334-D124-4905-996E-534B71F080F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0267" y="4799977"/>
            <a:ext cx="4385733" cy="549525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D01F57E0-CDE7-44EB-891C-A0C7E98A3A8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77429" y="716172"/>
            <a:ext cx="4385733" cy="492774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C2E71C2E-7FE6-4714-9296-CF68E43F628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77429" y="2777752"/>
            <a:ext cx="4385733" cy="505397"/>
          </a:xfrm>
          <a:prstGeom prst="rect">
            <a:avLst/>
          </a:prstGeom>
        </p:spPr>
      </p:pic>
      <p:pic>
        <p:nvPicPr>
          <p:cNvPr id="43" name="그림 42">
            <a:extLst>
              <a:ext uri="{FF2B5EF4-FFF2-40B4-BE49-F238E27FC236}">
                <a16:creationId xmlns:a16="http://schemas.microsoft.com/office/drawing/2014/main" id="{2D10959B-B62D-471F-A785-0519BB7F9FC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77429" y="4851955"/>
            <a:ext cx="4385733" cy="497547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4D5CCF61-DC69-44D9-8CFB-3799C828CCC3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70557" y="5501931"/>
            <a:ext cx="2133361" cy="1131111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4C67F9FD-5A68-4AE7-ACB2-AAD75A16EE0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85592" y="1340131"/>
            <a:ext cx="2141376" cy="1131111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34DE88A8-1103-4454-8672-F0D043C3985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2177" y="3426340"/>
            <a:ext cx="2141986" cy="1125854"/>
          </a:xfrm>
          <a:prstGeom prst="rect">
            <a:avLst/>
          </a:prstGeom>
        </p:spPr>
      </p:pic>
      <p:pic>
        <p:nvPicPr>
          <p:cNvPr id="44" name="그림 43">
            <a:extLst>
              <a:ext uri="{FF2B5EF4-FFF2-40B4-BE49-F238E27FC236}">
                <a16:creationId xmlns:a16="http://schemas.microsoft.com/office/drawing/2014/main" id="{41BE02B1-4FEA-4E8D-8293-073CE6F4C34F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1971" y="1337575"/>
            <a:ext cx="2105544" cy="1108411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448F6E40-4528-4E25-B9FC-E925C7DB6155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2783" y="3423712"/>
            <a:ext cx="2103138" cy="1108411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9484D1C1-0278-4102-BAF9-785834033921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1971" y="5501931"/>
            <a:ext cx="2105029" cy="1108411"/>
          </a:xfrm>
          <a:prstGeom prst="rect">
            <a:avLst/>
          </a:prstGeom>
        </p:spPr>
      </p:pic>
      <p:pic>
        <p:nvPicPr>
          <p:cNvPr id="48" name="그림 47">
            <a:extLst>
              <a:ext uri="{FF2B5EF4-FFF2-40B4-BE49-F238E27FC236}">
                <a16:creationId xmlns:a16="http://schemas.microsoft.com/office/drawing/2014/main" id="{2ADE34C1-0274-4E50-A7AC-B754249F67E1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29306" y="5481624"/>
            <a:ext cx="2143724" cy="1128276"/>
          </a:xfrm>
          <a:prstGeom prst="rect">
            <a:avLst/>
          </a:prstGeom>
        </p:spPr>
      </p:pic>
      <p:pic>
        <p:nvPicPr>
          <p:cNvPr id="49" name="그림 48">
            <a:extLst>
              <a:ext uri="{FF2B5EF4-FFF2-40B4-BE49-F238E27FC236}">
                <a16:creationId xmlns:a16="http://schemas.microsoft.com/office/drawing/2014/main" id="{05BE3B41-A71D-44D9-A123-F53164D2AC82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50841" y="1333384"/>
            <a:ext cx="2138738" cy="1121161"/>
          </a:xfrm>
          <a:prstGeom prst="rect">
            <a:avLst/>
          </a:prstGeom>
        </p:spPr>
      </p:pic>
      <p:pic>
        <p:nvPicPr>
          <p:cNvPr id="50" name="그림 49">
            <a:extLst>
              <a:ext uri="{FF2B5EF4-FFF2-40B4-BE49-F238E27FC236}">
                <a16:creationId xmlns:a16="http://schemas.microsoft.com/office/drawing/2014/main" id="{9547D46D-B0E5-4988-9DE0-C9127E9A5F50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9413" y="3435059"/>
            <a:ext cx="2113749" cy="1117135"/>
          </a:xfrm>
          <a:prstGeom prst="rect">
            <a:avLst/>
          </a:prstGeom>
        </p:spPr>
      </p:pic>
      <p:pic>
        <p:nvPicPr>
          <p:cNvPr id="51" name="그림 50">
            <a:extLst>
              <a:ext uri="{FF2B5EF4-FFF2-40B4-BE49-F238E27FC236}">
                <a16:creationId xmlns:a16="http://schemas.microsoft.com/office/drawing/2014/main" id="{CDAF101C-5F1B-48BB-A7F4-4EE93EA6BF8D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75901" y="1332923"/>
            <a:ext cx="2105544" cy="1094271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52" name="그림 51">
            <a:extLst>
              <a:ext uri="{FF2B5EF4-FFF2-40B4-BE49-F238E27FC236}">
                <a16:creationId xmlns:a16="http://schemas.microsoft.com/office/drawing/2014/main" id="{F248DFB8-5BB1-4D32-AC39-284CDA32E9FD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75901" y="3439039"/>
            <a:ext cx="2103138" cy="1086475"/>
          </a:xfrm>
          <a:prstGeom prst="rect">
            <a:avLst/>
          </a:prstGeom>
        </p:spPr>
      </p:pic>
      <p:pic>
        <p:nvPicPr>
          <p:cNvPr id="53" name="그림 52">
            <a:extLst>
              <a:ext uri="{FF2B5EF4-FFF2-40B4-BE49-F238E27FC236}">
                <a16:creationId xmlns:a16="http://schemas.microsoft.com/office/drawing/2014/main" id="{003A34B0-002D-4603-9A7D-C73666A5ACC9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75901" y="5487411"/>
            <a:ext cx="2105029" cy="1094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029380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3EE75E94-8FB8-4A98-A686-35BD1C52C7C5}"/>
              </a:ext>
            </a:extLst>
          </p:cNvPr>
          <p:cNvSpPr txBox="1"/>
          <p:nvPr/>
        </p:nvSpPr>
        <p:spPr>
          <a:xfrm>
            <a:off x="270933" y="230419"/>
            <a:ext cx="5689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rgbClr val="FF0000"/>
                </a:solidFill>
                <a:latin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</a:rPr>
              <a:t> </a:t>
            </a:r>
            <a:r>
              <a:rPr lang="en-US" altLang="ko-KR" sz="2000" b="1" dirty="0">
                <a:latin typeface="+mj-ea"/>
              </a:rPr>
              <a:t>– </a:t>
            </a:r>
            <a:r>
              <a:rPr lang="ko-KR" altLang="en-US" sz="2000" b="1" dirty="0">
                <a:latin typeface="+mj-ea"/>
              </a:rPr>
              <a:t>관심수위 </a:t>
            </a:r>
            <a:r>
              <a:rPr lang="en-US" altLang="ko-KR" sz="2000" b="1" dirty="0">
                <a:latin typeface="+mj-ea"/>
              </a:rPr>
              <a:t>( </a:t>
            </a:r>
            <a:r>
              <a:rPr lang="ko-KR" altLang="en-US" sz="2000" b="1" dirty="0">
                <a:latin typeface="+mj-ea"/>
              </a:rPr>
              <a:t>누적 강우 </a:t>
            </a:r>
            <a:r>
              <a:rPr lang="en-US" altLang="ko-KR" sz="2000" b="1" dirty="0">
                <a:latin typeface="+mj-ea"/>
              </a:rPr>
              <a:t>110mm </a:t>
            </a:r>
            <a:r>
              <a:rPr lang="ko-KR" altLang="en-US" sz="2000" b="1" dirty="0">
                <a:latin typeface="+mj-ea"/>
              </a:rPr>
              <a:t>이상 </a:t>
            </a:r>
            <a:r>
              <a:rPr lang="en-US" altLang="ko-KR" sz="2000" b="1" dirty="0">
                <a:latin typeface="+mj-ea"/>
              </a:rPr>
              <a:t>5</a:t>
            </a:r>
            <a:r>
              <a:rPr lang="ko-KR" altLang="en-US" sz="2000" b="1" dirty="0">
                <a:latin typeface="+mj-ea"/>
              </a:rPr>
              <a:t> </a:t>
            </a:r>
            <a:r>
              <a:rPr lang="en-US" altLang="ko-KR" sz="2000" b="1" dirty="0">
                <a:latin typeface="+mj-ea"/>
              </a:rPr>
              <a:t>)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FC6DAE30-9462-4ECD-ACBF-CFEBE398D720}"/>
              </a:ext>
            </a:extLst>
          </p:cNvPr>
          <p:cNvGrpSpPr/>
          <p:nvPr/>
        </p:nvGrpSpPr>
        <p:grpSpPr>
          <a:xfrm>
            <a:off x="6152294" y="1473154"/>
            <a:ext cx="1391446" cy="4647191"/>
            <a:chOff x="6465564" y="1473154"/>
            <a:chExt cx="1391446" cy="4647191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FA255B5-0345-410B-80F9-2AFF909E4C46}"/>
                </a:ext>
              </a:extLst>
            </p:cNvPr>
            <p:cNvSpPr txBox="1"/>
            <p:nvPr/>
          </p:nvSpPr>
          <p:spPr>
            <a:xfrm>
              <a:off x="6465564" y="5503969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testdata_250814</a:t>
              </a:r>
              <a:endParaRPr lang="ko-KR" altLang="en-US" sz="1200" b="1" dirty="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749A747-00BF-4A4A-A0D9-CB38768F9B9A}"/>
                </a:ext>
              </a:extLst>
            </p:cNvPr>
            <p:cNvSpPr txBox="1"/>
            <p:nvPr/>
          </p:nvSpPr>
          <p:spPr>
            <a:xfrm>
              <a:off x="6465564" y="3478697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250716</a:t>
              </a:r>
              <a:endParaRPr lang="ko-KR" altLang="en-US" sz="1200" b="1" dirty="0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3780478-A6EF-4462-AD5A-1F9DE5B39403}"/>
                </a:ext>
              </a:extLst>
            </p:cNvPr>
            <p:cNvSpPr txBox="1"/>
            <p:nvPr/>
          </p:nvSpPr>
          <p:spPr>
            <a:xfrm>
              <a:off x="6472432" y="147315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240723</a:t>
              </a:r>
              <a:endParaRPr lang="ko-KR" altLang="en-US" sz="1200" b="1" dirty="0"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CD13AD81-9D77-4840-BEEF-57179F7C5A87}"/>
                </a:ext>
              </a:extLst>
            </p:cNvPr>
            <p:cNvSpPr txBox="1"/>
            <p:nvPr/>
          </p:nvSpPr>
          <p:spPr>
            <a:xfrm>
              <a:off x="6465564" y="5843346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0.8673</a:t>
              </a:r>
              <a:endParaRPr lang="ko-KR" altLang="en-US" sz="1200" b="1" dirty="0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9A42ED54-E154-45FD-9E22-F3DB582A0E2E}"/>
                </a:ext>
              </a:extLst>
            </p:cNvPr>
            <p:cNvSpPr txBox="1"/>
            <p:nvPr/>
          </p:nvSpPr>
          <p:spPr>
            <a:xfrm>
              <a:off x="6465564" y="381807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0.7764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DFE82EB6-8861-41EE-940F-7D3C39D3265A}"/>
                </a:ext>
              </a:extLst>
            </p:cNvPr>
            <p:cNvSpPr txBox="1"/>
            <p:nvPr/>
          </p:nvSpPr>
          <p:spPr>
            <a:xfrm>
              <a:off x="6472432" y="1812531"/>
              <a:ext cx="138457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0.7051</a:t>
              </a:r>
              <a:endParaRPr lang="pt-BR" altLang="ko-KR" sz="1200" dirty="0"/>
            </a:p>
            <a:p>
              <a:pPr algn="ctr" latinLnBrk="1"/>
              <a:endParaRPr lang="ko-KR" altLang="en-US" sz="1200" b="1" dirty="0"/>
            </a:p>
          </p:txBody>
        </p:sp>
      </p:grpSp>
      <p:grpSp>
        <p:nvGrpSpPr>
          <p:cNvPr id="5" name="그룹 4">
            <a:extLst>
              <a:ext uri="{FF2B5EF4-FFF2-40B4-BE49-F238E27FC236}">
                <a16:creationId xmlns:a16="http://schemas.microsoft.com/office/drawing/2014/main" id="{CACBA84A-C766-4A99-A258-0B20ABAE2B3F}"/>
              </a:ext>
            </a:extLst>
          </p:cNvPr>
          <p:cNvGrpSpPr/>
          <p:nvPr/>
        </p:nvGrpSpPr>
        <p:grpSpPr>
          <a:xfrm>
            <a:off x="355597" y="1566310"/>
            <a:ext cx="1290420" cy="4587791"/>
            <a:chOff x="668867" y="1566310"/>
            <a:chExt cx="1290420" cy="4587791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FE13151-BA46-4219-A32A-22942F00BBFD}"/>
                </a:ext>
              </a:extLst>
            </p:cNvPr>
            <p:cNvSpPr txBox="1"/>
            <p:nvPr/>
          </p:nvSpPr>
          <p:spPr>
            <a:xfrm>
              <a:off x="668867" y="5537725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testdata_230711</a:t>
              </a:r>
              <a:endParaRPr lang="ko-KR" altLang="en-US" sz="1200" b="1" dirty="0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ADEB3EAB-0072-4095-8733-FFDDAD956D2E}"/>
                </a:ext>
              </a:extLst>
            </p:cNvPr>
            <p:cNvSpPr txBox="1"/>
            <p:nvPr/>
          </p:nvSpPr>
          <p:spPr>
            <a:xfrm>
              <a:off x="672354" y="35521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220712</a:t>
              </a:r>
              <a:endParaRPr lang="ko-KR" altLang="en-US" sz="1200" b="1" dirty="0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800CA63C-8DB7-46FE-A1FF-5C3332D9E9F6}"/>
                </a:ext>
              </a:extLst>
            </p:cNvPr>
            <p:cNvSpPr txBox="1"/>
            <p:nvPr/>
          </p:nvSpPr>
          <p:spPr>
            <a:xfrm>
              <a:off x="668867" y="15663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200802</a:t>
              </a:r>
              <a:endParaRPr lang="ko-KR" altLang="en-US" sz="1200" b="1" dirty="0"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F471D7EC-A786-472B-86DD-C4736DB62A39}"/>
                </a:ext>
              </a:extLst>
            </p:cNvPr>
            <p:cNvSpPr txBox="1"/>
            <p:nvPr/>
          </p:nvSpPr>
          <p:spPr>
            <a:xfrm>
              <a:off x="668867" y="5877102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0.8028</a:t>
              </a:r>
              <a:endParaRPr lang="ko-KR" altLang="en-US" sz="1200" b="1" dirty="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CD3DAA8C-A351-4E6A-A57B-AB46DE11A446}"/>
                </a:ext>
              </a:extLst>
            </p:cNvPr>
            <p:cNvSpPr txBox="1"/>
            <p:nvPr/>
          </p:nvSpPr>
          <p:spPr>
            <a:xfrm>
              <a:off x="672354" y="38914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0.0586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53BFEBD7-87B5-494C-9DF1-3F7DF03D47F4}"/>
                </a:ext>
              </a:extLst>
            </p:cNvPr>
            <p:cNvSpPr txBox="1"/>
            <p:nvPr/>
          </p:nvSpPr>
          <p:spPr>
            <a:xfrm>
              <a:off x="668867" y="19056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0.8774</a:t>
              </a:r>
              <a:endParaRPr lang="ko-KR" altLang="en-US" sz="1200" b="1" dirty="0"/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8E1BD931-7DDF-48DA-B726-056635A9BCE6}"/>
              </a:ext>
            </a:extLst>
          </p:cNvPr>
          <p:cNvSpPr txBox="1"/>
          <p:nvPr/>
        </p:nvSpPr>
        <p:spPr>
          <a:xfrm>
            <a:off x="9279466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model_(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/dg)_110_5_2</a:t>
            </a:r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181FA7FA-DE3D-4CCE-850D-CA11803975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0267" y="689483"/>
            <a:ext cx="4385733" cy="542588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AAD2037F-DF4F-4342-BE96-B2AC03983B2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0267" y="2777752"/>
            <a:ext cx="4385733" cy="551047"/>
          </a:xfrm>
          <a:prstGeom prst="rect">
            <a:avLst/>
          </a:prstGeom>
        </p:spPr>
      </p:pic>
      <p:pic>
        <p:nvPicPr>
          <p:cNvPr id="36" name="그림 35">
            <a:extLst>
              <a:ext uri="{FF2B5EF4-FFF2-40B4-BE49-F238E27FC236}">
                <a16:creationId xmlns:a16="http://schemas.microsoft.com/office/drawing/2014/main" id="{9C19C334-D124-4905-996E-534B71F080F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0267" y="4799977"/>
            <a:ext cx="4385733" cy="549525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D01F57E0-CDE7-44EB-891C-A0C7E98A3A8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77429" y="716172"/>
            <a:ext cx="4385733" cy="492774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C2E71C2E-7FE6-4714-9296-CF68E43F628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77429" y="2777752"/>
            <a:ext cx="4385733" cy="505397"/>
          </a:xfrm>
          <a:prstGeom prst="rect">
            <a:avLst/>
          </a:prstGeom>
        </p:spPr>
      </p:pic>
      <p:pic>
        <p:nvPicPr>
          <p:cNvPr id="43" name="그림 42">
            <a:extLst>
              <a:ext uri="{FF2B5EF4-FFF2-40B4-BE49-F238E27FC236}">
                <a16:creationId xmlns:a16="http://schemas.microsoft.com/office/drawing/2014/main" id="{2D10959B-B62D-471F-A785-0519BB7F9FC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77429" y="4851955"/>
            <a:ext cx="4385733" cy="497547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4D5CCF61-DC69-44D9-8CFB-3799C828CCC3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70557" y="5509904"/>
            <a:ext cx="2133361" cy="1115165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4C67F9FD-5A68-4AE7-ACB2-AAD75A16EE0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85592" y="1344561"/>
            <a:ext cx="2141376" cy="1122250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34DE88A8-1103-4454-8672-F0D043C3985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2177" y="3429430"/>
            <a:ext cx="2141986" cy="1119674"/>
          </a:xfrm>
          <a:prstGeom prst="rect">
            <a:avLst/>
          </a:prstGeom>
        </p:spPr>
      </p:pic>
      <p:pic>
        <p:nvPicPr>
          <p:cNvPr id="44" name="그림 43">
            <a:extLst>
              <a:ext uri="{FF2B5EF4-FFF2-40B4-BE49-F238E27FC236}">
                <a16:creationId xmlns:a16="http://schemas.microsoft.com/office/drawing/2014/main" id="{41BE02B1-4FEA-4E8D-8293-073CE6F4C34F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1971" y="1337575"/>
            <a:ext cx="2105544" cy="1108411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448F6E40-4528-4E25-B9FC-E925C7DB6155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2783" y="3423712"/>
            <a:ext cx="2103138" cy="1108411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9484D1C1-0278-4102-BAF9-785834033921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1971" y="5501931"/>
            <a:ext cx="2105029" cy="1108411"/>
          </a:xfrm>
          <a:prstGeom prst="rect">
            <a:avLst/>
          </a:prstGeom>
        </p:spPr>
      </p:pic>
      <p:pic>
        <p:nvPicPr>
          <p:cNvPr id="48" name="그림 47">
            <a:extLst>
              <a:ext uri="{FF2B5EF4-FFF2-40B4-BE49-F238E27FC236}">
                <a16:creationId xmlns:a16="http://schemas.microsoft.com/office/drawing/2014/main" id="{2ADE34C1-0274-4E50-A7AC-B754249F67E1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29306" y="5485471"/>
            <a:ext cx="2143724" cy="1120582"/>
          </a:xfrm>
          <a:prstGeom prst="rect">
            <a:avLst/>
          </a:prstGeom>
        </p:spPr>
      </p:pic>
      <p:pic>
        <p:nvPicPr>
          <p:cNvPr id="49" name="그림 48">
            <a:extLst>
              <a:ext uri="{FF2B5EF4-FFF2-40B4-BE49-F238E27FC236}">
                <a16:creationId xmlns:a16="http://schemas.microsoft.com/office/drawing/2014/main" id="{05BE3B41-A71D-44D9-A123-F53164D2AC82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53888" y="1333384"/>
            <a:ext cx="2132643" cy="1121161"/>
          </a:xfrm>
          <a:prstGeom prst="rect">
            <a:avLst/>
          </a:prstGeom>
        </p:spPr>
      </p:pic>
      <p:pic>
        <p:nvPicPr>
          <p:cNvPr id="50" name="그림 49">
            <a:extLst>
              <a:ext uri="{FF2B5EF4-FFF2-40B4-BE49-F238E27FC236}">
                <a16:creationId xmlns:a16="http://schemas.microsoft.com/office/drawing/2014/main" id="{9547D46D-B0E5-4988-9DE0-C9127E9A5F50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9413" y="3447174"/>
            <a:ext cx="2113749" cy="1092904"/>
          </a:xfrm>
          <a:prstGeom prst="rect">
            <a:avLst/>
          </a:prstGeom>
        </p:spPr>
      </p:pic>
      <p:pic>
        <p:nvPicPr>
          <p:cNvPr id="51" name="그림 50">
            <a:extLst>
              <a:ext uri="{FF2B5EF4-FFF2-40B4-BE49-F238E27FC236}">
                <a16:creationId xmlns:a16="http://schemas.microsoft.com/office/drawing/2014/main" id="{CDAF101C-5F1B-48BB-A7F4-4EE93EA6BF8D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75901" y="1332923"/>
            <a:ext cx="2105544" cy="1094271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52" name="그림 51">
            <a:extLst>
              <a:ext uri="{FF2B5EF4-FFF2-40B4-BE49-F238E27FC236}">
                <a16:creationId xmlns:a16="http://schemas.microsoft.com/office/drawing/2014/main" id="{F248DFB8-5BB1-4D32-AC39-284CDA32E9FD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75901" y="3439039"/>
            <a:ext cx="2103138" cy="1086475"/>
          </a:xfrm>
          <a:prstGeom prst="rect">
            <a:avLst/>
          </a:prstGeom>
        </p:spPr>
      </p:pic>
      <p:pic>
        <p:nvPicPr>
          <p:cNvPr id="53" name="그림 52">
            <a:extLst>
              <a:ext uri="{FF2B5EF4-FFF2-40B4-BE49-F238E27FC236}">
                <a16:creationId xmlns:a16="http://schemas.microsoft.com/office/drawing/2014/main" id="{003A34B0-002D-4603-9A7D-C73666A5ACC9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75901" y="5487411"/>
            <a:ext cx="2105029" cy="1094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156852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3EE75E94-8FB8-4A98-A686-35BD1C52C7C5}"/>
              </a:ext>
            </a:extLst>
          </p:cNvPr>
          <p:cNvSpPr txBox="1"/>
          <p:nvPr/>
        </p:nvSpPr>
        <p:spPr>
          <a:xfrm>
            <a:off x="270933" y="230419"/>
            <a:ext cx="78996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rgbClr val="FF0000"/>
                </a:solidFill>
                <a:latin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</a:rPr>
              <a:t> </a:t>
            </a:r>
            <a:r>
              <a:rPr lang="en-US" altLang="ko-KR" sz="2000" b="1" dirty="0">
                <a:latin typeface="+mj-ea"/>
              </a:rPr>
              <a:t>– </a:t>
            </a:r>
            <a:r>
              <a:rPr lang="ko-KR" altLang="en-US" sz="2000" b="1" dirty="0">
                <a:latin typeface="+mj-ea"/>
              </a:rPr>
              <a:t>관심수위 </a:t>
            </a:r>
            <a:r>
              <a:rPr lang="en-US" altLang="ko-KR" sz="2000" b="1" dirty="0">
                <a:latin typeface="+mj-ea"/>
              </a:rPr>
              <a:t>( </a:t>
            </a:r>
            <a:r>
              <a:rPr lang="ko-KR" altLang="en-US" sz="2000" b="1" dirty="0" err="1">
                <a:latin typeface="+mj-ea"/>
              </a:rPr>
              <a:t>대곡교</a:t>
            </a:r>
            <a:r>
              <a:rPr lang="ko-KR" altLang="en-US" sz="2000" b="1" dirty="0">
                <a:latin typeface="+mj-ea"/>
              </a:rPr>
              <a:t> 컬럼 제외 </a:t>
            </a:r>
            <a:r>
              <a:rPr lang="en-US" altLang="ko-KR" sz="2000" b="1" dirty="0">
                <a:latin typeface="+mj-ea"/>
              </a:rPr>
              <a:t>)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D13AD81-9D77-4840-BEEF-57179F7C5A87}"/>
              </a:ext>
            </a:extLst>
          </p:cNvPr>
          <p:cNvSpPr txBox="1"/>
          <p:nvPr/>
        </p:nvSpPr>
        <p:spPr>
          <a:xfrm>
            <a:off x="6465564" y="5814724"/>
            <a:ext cx="138457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200" b="1" dirty="0"/>
              <a:t>R2 : </a:t>
            </a:r>
            <a:r>
              <a:rPr lang="en-US" altLang="ko-KR" sz="1200" dirty="0">
                <a:solidFill>
                  <a:srgbClr val="FF0000"/>
                </a:solidFill>
              </a:rPr>
              <a:t>0.7909</a:t>
            </a:r>
            <a:endParaRPr lang="ko-KR" altLang="en-US" sz="1200" b="1" dirty="0">
              <a:solidFill>
                <a:srgbClr val="FF0000"/>
              </a:solidFill>
            </a:endParaRPr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9125198F-8746-4EC8-9127-ED14E04C67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9883" y="689483"/>
            <a:ext cx="3227450" cy="542588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EE802461-7193-48D2-A821-585D8FB12A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3" y="2689402"/>
            <a:ext cx="3227450" cy="551047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56BF6FC6-35CF-4854-92EE-A8ADFA96DBA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9262" y="4721949"/>
            <a:ext cx="3227450" cy="549525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5F2F23C9-24C8-4398-94A2-E0976860317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3" y="716172"/>
            <a:ext cx="3227450" cy="492774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97FDCB0B-0442-452D-BC2C-1A4EDA2737B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3" y="2712227"/>
            <a:ext cx="3227450" cy="505397"/>
          </a:xfrm>
          <a:prstGeom prst="rect">
            <a:avLst/>
          </a:prstGeom>
        </p:spPr>
      </p:pic>
      <p:pic>
        <p:nvPicPr>
          <p:cNvPr id="54" name="그림 53">
            <a:extLst>
              <a:ext uri="{FF2B5EF4-FFF2-40B4-BE49-F238E27FC236}">
                <a16:creationId xmlns:a16="http://schemas.microsoft.com/office/drawing/2014/main" id="{A3D65E91-0AA2-4B9A-B4B8-76CFC4B89BA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9662" y="4745885"/>
            <a:ext cx="3227450" cy="501653"/>
          </a:xfrm>
          <a:prstGeom prst="rect">
            <a:avLst/>
          </a:prstGeom>
        </p:spPr>
      </p:pic>
      <p:grpSp>
        <p:nvGrpSpPr>
          <p:cNvPr id="55" name="그룹 54">
            <a:extLst>
              <a:ext uri="{FF2B5EF4-FFF2-40B4-BE49-F238E27FC236}">
                <a16:creationId xmlns:a16="http://schemas.microsoft.com/office/drawing/2014/main" id="{013117C8-4176-482F-818A-C866CF9CFA74}"/>
              </a:ext>
            </a:extLst>
          </p:cNvPr>
          <p:cNvGrpSpPr/>
          <p:nvPr/>
        </p:nvGrpSpPr>
        <p:grpSpPr>
          <a:xfrm>
            <a:off x="6465564" y="1473154"/>
            <a:ext cx="1391446" cy="4307814"/>
            <a:chOff x="6465564" y="1473154"/>
            <a:chExt cx="1391446" cy="4307814"/>
          </a:xfrm>
        </p:grpSpPr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E4AF0D9F-0741-4151-8172-1548A2DC27B5}"/>
                </a:ext>
              </a:extLst>
            </p:cNvPr>
            <p:cNvSpPr txBox="1"/>
            <p:nvPr/>
          </p:nvSpPr>
          <p:spPr>
            <a:xfrm>
              <a:off x="6465564" y="5503969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testdata_250814</a:t>
              </a:r>
              <a:endParaRPr lang="ko-KR" altLang="en-US" sz="1200" b="1" dirty="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6F711CC2-4CA1-44AE-B532-5B43FEE7E4F2}"/>
                </a:ext>
              </a:extLst>
            </p:cNvPr>
            <p:cNvSpPr txBox="1"/>
            <p:nvPr/>
          </p:nvSpPr>
          <p:spPr>
            <a:xfrm>
              <a:off x="6465564" y="3478697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250716</a:t>
              </a:r>
              <a:endParaRPr lang="ko-KR" altLang="en-US" sz="1200" b="1" dirty="0"/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62F7180D-A4E7-432D-9332-F8328637ACBF}"/>
                </a:ext>
              </a:extLst>
            </p:cNvPr>
            <p:cNvSpPr txBox="1"/>
            <p:nvPr/>
          </p:nvSpPr>
          <p:spPr>
            <a:xfrm>
              <a:off x="6472432" y="147315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240723</a:t>
              </a:r>
              <a:endParaRPr lang="ko-KR" altLang="en-US" sz="1200" b="1" dirty="0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23A8A96A-3191-4C3F-9706-2F23CE2DF8DB}"/>
                </a:ext>
              </a:extLst>
            </p:cNvPr>
            <p:cNvSpPr txBox="1"/>
            <p:nvPr/>
          </p:nvSpPr>
          <p:spPr>
            <a:xfrm>
              <a:off x="6465564" y="381807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0.4997</a:t>
              </a:r>
              <a:endParaRPr lang="ko-KR" altLang="en-US" sz="1200" b="1" dirty="0"/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1B975A15-CF8B-4F70-9F3F-A7437F945E66}"/>
                </a:ext>
              </a:extLst>
            </p:cNvPr>
            <p:cNvSpPr txBox="1"/>
            <p:nvPr/>
          </p:nvSpPr>
          <p:spPr>
            <a:xfrm>
              <a:off x="6472432" y="1812531"/>
              <a:ext cx="138457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0.7720</a:t>
              </a:r>
              <a:endParaRPr lang="pt-BR" altLang="ko-KR" sz="1200" dirty="0"/>
            </a:p>
            <a:p>
              <a:pPr algn="ctr" latinLnBrk="1"/>
              <a:endParaRPr lang="ko-KR" altLang="en-US" sz="1200" b="1" dirty="0"/>
            </a:p>
          </p:txBody>
        </p:sp>
      </p:grpSp>
      <p:pic>
        <p:nvPicPr>
          <p:cNvPr id="74" name="그림 73">
            <a:extLst>
              <a:ext uri="{FF2B5EF4-FFF2-40B4-BE49-F238E27FC236}">
                <a16:creationId xmlns:a16="http://schemas.microsoft.com/office/drawing/2014/main" id="{1ED12E98-A7E9-4FAA-848E-A2EBDE31606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2163" y="1254012"/>
            <a:ext cx="3159110" cy="1315789"/>
          </a:xfrm>
          <a:prstGeom prst="rect">
            <a:avLst/>
          </a:prstGeom>
        </p:spPr>
      </p:pic>
      <p:pic>
        <p:nvPicPr>
          <p:cNvPr id="75" name="그림 74">
            <a:extLst>
              <a:ext uri="{FF2B5EF4-FFF2-40B4-BE49-F238E27FC236}">
                <a16:creationId xmlns:a16="http://schemas.microsoft.com/office/drawing/2014/main" id="{B8DDE25B-0B7D-400D-ADB4-3B047A70EE2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5467" y="3240449"/>
            <a:ext cx="3155805" cy="1356107"/>
          </a:xfrm>
          <a:prstGeom prst="rect">
            <a:avLst/>
          </a:prstGeom>
        </p:spPr>
      </p:pic>
      <p:pic>
        <p:nvPicPr>
          <p:cNvPr id="76" name="그림 75">
            <a:extLst>
              <a:ext uri="{FF2B5EF4-FFF2-40B4-BE49-F238E27FC236}">
                <a16:creationId xmlns:a16="http://schemas.microsoft.com/office/drawing/2014/main" id="{ED40514F-CC25-414C-967F-6945DB2DC1A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17802" y="5271474"/>
            <a:ext cx="3178910" cy="1356107"/>
          </a:xfrm>
          <a:prstGeom prst="rect">
            <a:avLst/>
          </a:prstGeom>
        </p:spPr>
      </p:pic>
      <p:pic>
        <p:nvPicPr>
          <p:cNvPr id="77" name="그림 76">
            <a:extLst>
              <a:ext uri="{FF2B5EF4-FFF2-40B4-BE49-F238E27FC236}">
                <a16:creationId xmlns:a16="http://schemas.microsoft.com/office/drawing/2014/main" id="{74D50CF0-0404-495A-B36E-82F503E2347B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2563" y="1254012"/>
            <a:ext cx="3159110" cy="1315789"/>
          </a:xfrm>
          <a:prstGeom prst="rect">
            <a:avLst/>
          </a:prstGeom>
        </p:spPr>
      </p:pic>
      <p:pic>
        <p:nvPicPr>
          <p:cNvPr id="78" name="그림 77">
            <a:extLst>
              <a:ext uri="{FF2B5EF4-FFF2-40B4-BE49-F238E27FC236}">
                <a16:creationId xmlns:a16="http://schemas.microsoft.com/office/drawing/2014/main" id="{4393125A-4E1D-4749-89CA-2D7FF309470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2563" y="3240449"/>
            <a:ext cx="3159109" cy="1356107"/>
          </a:xfrm>
          <a:prstGeom prst="rect">
            <a:avLst/>
          </a:prstGeom>
        </p:spPr>
      </p:pic>
      <p:pic>
        <p:nvPicPr>
          <p:cNvPr id="79" name="그림 78">
            <a:extLst>
              <a:ext uri="{FF2B5EF4-FFF2-40B4-BE49-F238E27FC236}">
                <a16:creationId xmlns:a16="http://schemas.microsoft.com/office/drawing/2014/main" id="{D647DB1E-4BB7-467B-B507-4E1DD16A9CE4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8202" y="5271474"/>
            <a:ext cx="3178909" cy="1356107"/>
          </a:xfrm>
          <a:prstGeom prst="rect">
            <a:avLst/>
          </a:prstGeom>
        </p:spPr>
      </p:pic>
      <p:grpSp>
        <p:nvGrpSpPr>
          <p:cNvPr id="80" name="그룹 79">
            <a:extLst>
              <a:ext uri="{FF2B5EF4-FFF2-40B4-BE49-F238E27FC236}">
                <a16:creationId xmlns:a16="http://schemas.microsoft.com/office/drawing/2014/main" id="{EAF7470D-3E5C-4DC9-A280-09902B03997D}"/>
              </a:ext>
            </a:extLst>
          </p:cNvPr>
          <p:cNvGrpSpPr/>
          <p:nvPr/>
        </p:nvGrpSpPr>
        <p:grpSpPr>
          <a:xfrm>
            <a:off x="668867" y="1566310"/>
            <a:ext cx="1290420" cy="4587791"/>
            <a:chOff x="668867" y="1566310"/>
            <a:chExt cx="1290420" cy="4587791"/>
          </a:xfrm>
        </p:grpSpPr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3D77FCF9-7CC9-4A4C-8D53-1389C5AD2CE7}"/>
                </a:ext>
              </a:extLst>
            </p:cNvPr>
            <p:cNvSpPr txBox="1"/>
            <p:nvPr/>
          </p:nvSpPr>
          <p:spPr>
            <a:xfrm>
              <a:off x="668867" y="5537725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testdata_230711</a:t>
              </a:r>
              <a:endParaRPr lang="ko-KR" altLang="en-US" sz="1200" b="1" dirty="0"/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3E8FBBFF-5435-49BA-BFEE-84040DE2DD99}"/>
                </a:ext>
              </a:extLst>
            </p:cNvPr>
            <p:cNvSpPr txBox="1"/>
            <p:nvPr/>
          </p:nvSpPr>
          <p:spPr>
            <a:xfrm>
              <a:off x="672354" y="35521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220712</a:t>
              </a:r>
              <a:endParaRPr lang="ko-KR" altLang="en-US" sz="1200" b="1" dirty="0"/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0A7A8045-5D6C-40D0-80F8-086A248470EB}"/>
                </a:ext>
              </a:extLst>
            </p:cNvPr>
            <p:cNvSpPr txBox="1"/>
            <p:nvPr/>
          </p:nvSpPr>
          <p:spPr>
            <a:xfrm>
              <a:off x="668867" y="15663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200802</a:t>
              </a:r>
              <a:endParaRPr lang="ko-KR" altLang="en-US" sz="1200" b="1" dirty="0"/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15BDF1EB-B53C-4F2E-BC88-94547FD54D03}"/>
                </a:ext>
              </a:extLst>
            </p:cNvPr>
            <p:cNvSpPr txBox="1"/>
            <p:nvPr/>
          </p:nvSpPr>
          <p:spPr>
            <a:xfrm>
              <a:off x="668867" y="5877102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0.9267</a:t>
              </a:r>
              <a:endParaRPr lang="ko-KR" altLang="en-US" sz="1200" b="1" dirty="0"/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92A72304-192F-45C2-BECD-6C677814D766}"/>
                </a:ext>
              </a:extLst>
            </p:cNvPr>
            <p:cNvSpPr txBox="1"/>
            <p:nvPr/>
          </p:nvSpPr>
          <p:spPr>
            <a:xfrm>
              <a:off x="672354" y="38914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-1.2836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ACB6D6F7-4BCE-4F2D-9A99-031D4501E27F}"/>
                </a:ext>
              </a:extLst>
            </p:cNvPr>
            <p:cNvSpPr txBox="1"/>
            <p:nvPr/>
          </p:nvSpPr>
          <p:spPr>
            <a:xfrm>
              <a:off x="668867" y="19056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0.8253</a:t>
              </a:r>
              <a:endParaRPr lang="ko-KR" altLang="en-US" sz="1200" b="1" dirty="0"/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113E51A5-0EE5-4FD5-969C-A321866CA533}"/>
              </a:ext>
            </a:extLst>
          </p:cNvPr>
          <p:cNvSpPr txBox="1"/>
          <p:nvPr/>
        </p:nvSpPr>
        <p:spPr>
          <a:xfrm>
            <a:off x="9279466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model_(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/dg)_none</a:t>
            </a:r>
            <a:endParaRPr lang="ko-KR" altLang="en-US" sz="1050" b="1" dirty="0"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112456162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3EE75E94-8FB8-4A98-A686-35BD1C52C7C5}"/>
              </a:ext>
            </a:extLst>
          </p:cNvPr>
          <p:cNvSpPr txBox="1"/>
          <p:nvPr/>
        </p:nvSpPr>
        <p:spPr>
          <a:xfrm>
            <a:off x="270933" y="230419"/>
            <a:ext cx="5689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rgbClr val="FF0000"/>
                </a:solidFill>
                <a:latin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</a:rPr>
              <a:t> </a:t>
            </a:r>
            <a:r>
              <a:rPr lang="en-US" altLang="ko-KR" sz="2000" b="1" dirty="0">
                <a:latin typeface="+mj-ea"/>
              </a:rPr>
              <a:t>– </a:t>
            </a:r>
            <a:r>
              <a:rPr lang="ko-KR" altLang="en-US" sz="2000" b="1" dirty="0">
                <a:latin typeface="+mj-ea"/>
              </a:rPr>
              <a:t>관심수위 </a:t>
            </a:r>
            <a:r>
              <a:rPr lang="en-US" altLang="ko-KR" sz="2000" b="1" dirty="0">
                <a:latin typeface="+mj-ea"/>
              </a:rPr>
              <a:t>( 20</a:t>
            </a:r>
            <a:r>
              <a:rPr lang="ko-KR" altLang="en-US" sz="2000" b="1" dirty="0">
                <a:latin typeface="+mj-ea"/>
              </a:rPr>
              <a:t>년 이후 </a:t>
            </a:r>
            <a:r>
              <a:rPr lang="en-US" altLang="ko-KR" sz="2000" b="1" dirty="0">
                <a:latin typeface="+mj-ea"/>
              </a:rPr>
              <a:t>)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</a:p>
        </p:txBody>
      </p:sp>
      <p:pic>
        <p:nvPicPr>
          <p:cNvPr id="44" name="그림 43">
            <a:extLst>
              <a:ext uri="{FF2B5EF4-FFF2-40B4-BE49-F238E27FC236}">
                <a16:creationId xmlns:a16="http://schemas.microsoft.com/office/drawing/2014/main" id="{B677A664-900B-45EC-B7ED-FED2250F1E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9883" y="689483"/>
            <a:ext cx="3227450" cy="542588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12E4B6C2-35C2-4C27-9869-ABC58B1417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3" y="2689402"/>
            <a:ext cx="3227450" cy="551047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06F1A1F7-B882-4681-B942-265A6276DF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9262" y="4721949"/>
            <a:ext cx="3227450" cy="549525"/>
          </a:xfrm>
          <a:prstGeom prst="rect">
            <a:avLst/>
          </a:prstGeom>
        </p:spPr>
      </p:pic>
      <p:grpSp>
        <p:nvGrpSpPr>
          <p:cNvPr id="6" name="그룹 5">
            <a:extLst>
              <a:ext uri="{FF2B5EF4-FFF2-40B4-BE49-F238E27FC236}">
                <a16:creationId xmlns:a16="http://schemas.microsoft.com/office/drawing/2014/main" id="{FC6DAE30-9462-4ECD-ACBF-CFEBE398D720}"/>
              </a:ext>
            </a:extLst>
          </p:cNvPr>
          <p:cNvGrpSpPr/>
          <p:nvPr/>
        </p:nvGrpSpPr>
        <p:grpSpPr>
          <a:xfrm>
            <a:off x="6465564" y="1473154"/>
            <a:ext cx="1391446" cy="4647191"/>
            <a:chOff x="6465564" y="1473154"/>
            <a:chExt cx="1391446" cy="4647191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FA255B5-0345-410B-80F9-2AFF909E4C46}"/>
                </a:ext>
              </a:extLst>
            </p:cNvPr>
            <p:cNvSpPr txBox="1"/>
            <p:nvPr/>
          </p:nvSpPr>
          <p:spPr>
            <a:xfrm>
              <a:off x="6465564" y="5503969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testdata_250814</a:t>
              </a:r>
              <a:endParaRPr lang="ko-KR" altLang="en-US" sz="1200" b="1" dirty="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749A747-00BF-4A4A-A0D9-CB38768F9B9A}"/>
                </a:ext>
              </a:extLst>
            </p:cNvPr>
            <p:cNvSpPr txBox="1"/>
            <p:nvPr/>
          </p:nvSpPr>
          <p:spPr>
            <a:xfrm>
              <a:off x="6465564" y="3478697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250716</a:t>
              </a:r>
              <a:endParaRPr lang="ko-KR" altLang="en-US" sz="1200" b="1" dirty="0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3780478-A6EF-4462-AD5A-1F9DE5B39403}"/>
                </a:ext>
              </a:extLst>
            </p:cNvPr>
            <p:cNvSpPr txBox="1"/>
            <p:nvPr/>
          </p:nvSpPr>
          <p:spPr>
            <a:xfrm>
              <a:off x="6472432" y="147315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240723</a:t>
              </a:r>
              <a:endParaRPr lang="ko-KR" altLang="en-US" sz="1200" b="1" dirty="0"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CD13AD81-9D77-4840-BEEF-57179F7C5A87}"/>
                </a:ext>
              </a:extLst>
            </p:cNvPr>
            <p:cNvSpPr txBox="1"/>
            <p:nvPr/>
          </p:nvSpPr>
          <p:spPr>
            <a:xfrm>
              <a:off x="6465564" y="5843346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0.7835</a:t>
              </a:r>
              <a:endParaRPr lang="ko-KR" altLang="en-US" sz="1200" b="1" dirty="0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9A42ED54-E154-45FD-9E22-F3DB582A0E2E}"/>
                </a:ext>
              </a:extLst>
            </p:cNvPr>
            <p:cNvSpPr txBox="1"/>
            <p:nvPr/>
          </p:nvSpPr>
          <p:spPr>
            <a:xfrm>
              <a:off x="6465564" y="381807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0.8213</a:t>
              </a:r>
              <a:endParaRPr lang="ko-KR" altLang="en-US" sz="1200" b="1" dirty="0"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DFE82EB6-8861-41EE-940F-7D3C39D3265A}"/>
                </a:ext>
              </a:extLst>
            </p:cNvPr>
            <p:cNvSpPr txBox="1"/>
            <p:nvPr/>
          </p:nvSpPr>
          <p:spPr>
            <a:xfrm>
              <a:off x="6472432" y="1812531"/>
              <a:ext cx="138457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0.8136</a:t>
              </a:r>
              <a:endParaRPr lang="pt-BR" altLang="ko-KR" sz="1200" dirty="0"/>
            </a:p>
            <a:p>
              <a:pPr algn="ctr" latinLnBrk="1"/>
              <a:endParaRPr lang="ko-KR" altLang="en-US" sz="1200" b="1" dirty="0"/>
            </a:p>
          </p:txBody>
        </p:sp>
      </p:grpSp>
      <p:pic>
        <p:nvPicPr>
          <p:cNvPr id="2" name="그림 1">
            <a:extLst>
              <a:ext uri="{FF2B5EF4-FFF2-40B4-BE49-F238E27FC236}">
                <a16:creationId xmlns:a16="http://schemas.microsoft.com/office/drawing/2014/main" id="{B0427AF8-A21B-40FF-AA58-919893C3364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0198" y="1254012"/>
            <a:ext cx="3159110" cy="1315789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C8E7FF9E-DE29-4AC0-8F82-3948FDDFEB1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7602" y="3240449"/>
            <a:ext cx="3159110" cy="1356107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DA0938AC-6E22-4385-9FDE-48F6D147DC7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3" y="5271474"/>
            <a:ext cx="3192889" cy="1356107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73A9FA09-4C55-4047-B157-8A89D4BA73F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3" y="716172"/>
            <a:ext cx="3227450" cy="492774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9FB5B3B8-D3C4-426E-A3EB-702A5203B43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3" y="2712227"/>
            <a:ext cx="3227450" cy="505397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6006C84D-618D-4489-8E29-C63A6FBD5D6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9662" y="4745885"/>
            <a:ext cx="3227450" cy="501653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B9D11161-F507-458B-AD75-9380CEEBB71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2563" y="1254012"/>
            <a:ext cx="3159110" cy="1315789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6992310A-AF00-4935-B2D8-4BBC37A613D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2563" y="3240449"/>
            <a:ext cx="3159110" cy="1356107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5414DBF1-66B4-428D-8122-CBEC2AC62BCA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3" y="5271474"/>
            <a:ext cx="3178910" cy="1356107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CACBA84A-C766-4A99-A258-0B20ABAE2B3F}"/>
              </a:ext>
            </a:extLst>
          </p:cNvPr>
          <p:cNvGrpSpPr/>
          <p:nvPr/>
        </p:nvGrpSpPr>
        <p:grpSpPr>
          <a:xfrm>
            <a:off x="668867" y="1566310"/>
            <a:ext cx="1290420" cy="4587791"/>
            <a:chOff x="668867" y="1566310"/>
            <a:chExt cx="1290420" cy="4587791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FE13151-BA46-4219-A32A-22942F00BBFD}"/>
                </a:ext>
              </a:extLst>
            </p:cNvPr>
            <p:cNvSpPr txBox="1"/>
            <p:nvPr/>
          </p:nvSpPr>
          <p:spPr>
            <a:xfrm>
              <a:off x="668867" y="5537725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testdata_230711</a:t>
              </a:r>
              <a:endParaRPr lang="ko-KR" altLang="en-US" sz="1200" b="1" dirty="0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ADEB3EAB-0072-4095-8733-FFDDAD956D2E}"/>
                </a:ext>
              </a:extLst>
            </p:cNvPr>
            <p:cNvSpPr txBox="1"/>
            <p:nvPr/>
          </p:nvSpPr>
          <p:spPr>
            <a:xfrm>
              <a:off x="672354" y="35521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220712</a:t>
              </a:r>
              <a:endParaRPr lang="ko-KR" altLang="en-US" sz="1200" b="1" dirty="0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800CA63C-8DB7-46FE-A1FF-5C3332D9E9F6}"/>
                </a:ext>
              </a:extLst>
            </p:cNvPr>
            <p:cNvSpPr txBox="1"/>
            <p:nvPr/>
          </p:nvSpPr>
          <p:spPr>
            <a:xfrm>
              <a:off x="668867" y="15663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200802</a:t>
              </a:r>
              <a:endParaRPr lang="ko-KR" altLang="en-US" sz="1200" b="1" dirty="0"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F471D7EC-A786-472B-86DD-C4736DB62A39}"/>
                </a:ext>
              </a:extLst>
            </p:cNvPr>
            <p:cNvSpPr txBox="1"/>
            <p:nvPr/>
          </p:nvSpPr>
          <p:spPr>
            <a:xfrm>
              <a:off x="668867" y="5877102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0.8751</a:t>
              </a:r>
              <a:endParaRPr lang="ko-KR" altLang="en-US" sz="1200" b="1" dirty="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CD3DAA8C-A351-4E6A-A57B-AB46DE11A446}"/>
                </a:ext>
              </a:extLst>
            </p:cNvPr>
            <p:cNvSpPr txBox="1"/>
            <p:nvPr/>
          </p:nvSpPr>
          <p:spPr>
            <a:xfrm>
              <a:off x="672354" y="38914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-0.8548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53BFEBD7-87B5-494C-9DF1-3F7DF03D47F4}"/>
                </a:ext>
              </a:extLst>
            </p:cNvPr>
            <p:cNvSpPr txBox="1"/>
            <p:nvPr/>
          </p:nvSpPr>
          <p:spPr>
            <a:xfrm>
              <a:off x="668867" y="19056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0.9513</a:t>
              </a:r>
              <a:endParaRPr lang="ko-KR" altLang="en-US" sz="1200" b="1" dirty="0"/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AC1AC6E7-2DA9-4E7E-8D3D-26AC9B53351D}"/>
              </a:ext>
            </a:extLst>
          </p:cNvPr>
          <p:cNvSpPr txBox="1"/>
          <p:nvPr/>
        </p:nvSpPr>
        <p:spPr>
          <a:xfrm>
            <a:off x="9279466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model_(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/dg)_20</a:t>
            </a:r>
            <a:endParaRPr lang="ko-KR" altLang="en-US" sz="1050" b="1" dirty="0"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14216076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3EE75E94-8FB8-4A98-A686-35BD1C52C7C5}"/>
              </a:ext>
            </a:extLst>
          </p:cNvPr>
          <p:cNvSpPr txBox="1"/>
          <p:nvPr/>
        </p:nvSpPr>
        <p:spPr>
          <a:xfrm>
            <a:off x="270933" y="230419"/>
            <a:ext cx="5689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rgbClr val="FF0000"/>
                </a:solidFill>
                <a:latin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</a:rPr>
              <a:t> </a:t>
            </a:r>
            <a:r>
              <a:rPr lang="en-US" altLang="ko-KR" sz="2000" b="1" dirty="0">
                <a:latin typeface="+mj-ea"/>
              </a:rPr>
              <a:t>– </a:t>
            </a:r>
            <a:r>
              <a:rPr lang="ko-KR" altLang="en-US" sz="2000" b="1" dirty="0">
                <a:latin typeface="+mj-ea"/>
              </a:rPr>
              <a:t>관심수위 </a:t>
            </a:r>
            <a:r>
              <a:rPr lang="en-US" altLang="ko-KR" sz="2000" b="1" dirty="0">
                <a:latin typeface="+mj-ea"/>
              </a:rPr>
              <a:t>( 20</a:t>
            </a:r>
            <a:r>
              <a:rPr lang="ko-KR" altLang="en-US" sz="2000" b="1" dirty="0">
                <a:latin typeface="+mj-ea"/>
              </a:rPr>
              <a:t>년 이후 </a:t>
            </a:r>
            <a:r>
              <a:rPr lang="en-US" altLang="ko-KR" sz="2000" b="1" dirty="0">
                <a:latin typeface="+mj-ea"/>
              </a:rPr>
              <a:t>+ </a:t>
            </a:r>
            <a:r>
              <a:rPr lang="ko-KR" altLang="en-US" sz="2000" b="1" dirty="0">
                <a:latin typeface="+mj-ea"/>
              </a:rPr>
              <a:t>누적 강우 </a:t>
            </a:r>
            <a:r>
              <a:rPr lang="en-US" altLang="ko-KR" sz="2000" b="1" dirty="0">
                <a:latin typeface="+mj-ea"/>
              </a:rPr>
              <a:t>)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FC6DAE30-9462-4ECD-ACBF-CFEBE398D720}"/>
              </a:ext>
            </a:extLst>
          </p:cNvPr>
          <p:cNvGrpSpPr/>
          <p:nvPr/>
        </p:nvGrpSpPr>
        <p:grpSpPr>
          <a:xfrm>
            <a:off x="6465564" y="1473154"/>
            <a:ext cx="1391446" cy="4647191"/>
            <a:chOff x="6465564" y="1473154"/>
            <a:chExt cx="1391446" cy="4647191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FA255B5-0345-410B-80F9-2AFF909E4C46}"/>
                </a:ext>
              </a:extLst>
            </p:cNvPr>
            <p:cNvSpPr txBox="1"/>
            <p:nvPr/>
          </p:nvSpPr>
          <p:spPr>
            <a:xfrm>
              <a:off x="6465564" y="5503969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testdata_250814</a:t>
              </a:r>
              <a:endParaRPr lang="ko-KR" altLang="en-US" sz="1200" b="1" dirty="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749A747-00BF-4A4A-A0D9-CB38768F9B9A}"/>
                </a:ext>
              </a:extLst>
            </p:cNvPr>
            <p:cNvSpPr txBox="1"/>
            <p:nvPr/>
          </p:nvSpPr>
          <p:spPr>
            <a:xfrm>
              <a:off x="6465564" y="3478697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250716</a:t>
              </a:r>
              <a:endParaRPr lang="ko-KR" altLang="en-US" sz="1200" b="1" dirty="0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3780478-A6EF-4462-AD5A-1F9DE5B39403}"/>
                </a:ext>
              </a:extLst>
            </p:cNvPr>
            <p:cNvSpPr txBox="1"/>
            <p:nvPr/>
          </p:nvSpPr>
          <p:spPr>
            <a:xfrm>
              <a:off x="6472432" y="147315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240723</a:t>
              </a:r>
              <a:endParaRPr lang="ko-KR" altLang="en-US" sz="1200" b="1" dirty="0"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CD13AD81-9D77-4840-BEEF-57179F7C5A87}"/>
                </a:ext>
              </a:extLst>
            </p:cNvPr>
            <p:cNvSpPr txBox="1"/>
            <p:nvPr/>
          </p:nvSpPr>
          <p:spPr>
            <a:xfrm>
              <a:off x="6465564" y="5843346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0.5660</a:t>
              </a:r>
              <a:endParaRPr lang="ko-KR" altLang="en-US" sz="1200" b="1" dirty="0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9A42ED54-E154-45FD-9E22-F3DB582A0E2E}"/>
                </a:ext>
              </a:extLst>
            </p:cNvPr>
            <p:cNvSpPr txBox="1"/>
            <p:nvPr/>
          </p:nvSpPr>
          <p:spPr>
            <a:xfrm>
              <a:off x="6465564" y="381807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0.7764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DFE82EB6-8861-41EE-940F-7D3C39D3265A}"/>
                </a:ext>
              </a:extLst>
            </p:cNvPr>
            <p:cNvSpPr txBox="1"/>
            <p:nvPr/>
          </p:nvSpPr>
          <p:spPr>
            <a:xfrm>
              <a:off x="6472432" y="1812531"/>
              <a:ext cx="138457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0.8524</a:t>
              </a:r>
              <a:endParaRPr lang="pt-BR" altLang="ko-KR" sz="1200" dirty="0"/>
            </a:p>
            <a:p>
              <a:pPr algn="ctr" latinLnBrk="1"/>
              <a:endParaRPr lang="ko-KR" altLang="en-US" sz="1200" b="1" dirty="0"/>
            </a:p>
          </p:txBody>
        </p:sp>
      </p:grpSp>
      <p:pic>
        <p:nvPicPr>
          <p:cNvPr id="2" name="그림 1">
            <a:extLst>
              <a:ext uri="{FF2B5EF4-FFF2-40B4-BE49-F238E27FC236}">
                <a16:creationId xmlns:a16="http://schemas.microsoft.com/office/drawing/2014/main" id="{B0427AF8-A21B-40FF-AA58-919893C336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2164" y="1254012"/>
            <a:ext cx="3159110" cy="1315789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C8E7FF9E-DE29-4AC0-8F82-3948FDDFEB1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2163" y="3240449"/>
            <a:ext cx="3159110" cy="1356107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DA0938AC-6E22-4385-9FDE-48F6D147DC7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2163" y="5271474"/>
            <a:ext cx="3159110" cy="1356107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B9D11161-F507-458B-AD75-9380CEEBB71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2564" y="1254012"/>
            <a:ext cx="3159110" cy="1315789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6992310A-AF00-4935-B2D8-4BBC37A613D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2563" y="3240449"/>
            <a:ext cx="3159110" cy="1356107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CACBA84A-C766-4A99-A258-0B20ABAE2B3F}"/>
              </a:ext>
            </a:extLst>
          </p:cNvPr>
          <p:cNvGrpSpPr/>
          <p:nvPr/>
        </p:nvGrpSpPr>
        <p:grpSpPr>
          <a:xfrm>
            <a:off x="668867" y="1566310"/>
            <a:ext cx="1290420" cy="4587791"/>
            <a:chOff x="668867" y="1566310"/>
            <a:chExt cx="1290420" cy="4587791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FE13151-BA46-4219-A32A-22942F00BBFD}"/>
                </a:ext>
              </a:extLst>
            </p:cNvPr>
            <p:cNvSpPr txBox="1"/>
            <p:nvPr/>
          </p:nvSpPr>
          <p:spPr>
            <a:xfrm>
              <a:off x="668867" y="5537725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testdata_230711</a:t>
              </a:r>
              <a:endParaRPr lang="ko-KR" altLang="en-US" sz="1200" b="1" dirty="0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ADEB3EAB-0072-4095-8733-FFDDAD956D2E}"/>
                </a:ext>
              </a:extLst>
            </p:cNvPr>
            <p:cNvSpPr txBox="1"/>
            <p:nvPr/>
          </p:nvSpPr>
          <p:spPr>
            <a:xfrm>
              <a:off x="672354" y="35521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220712</a:t>
              </a:r>
              <a:endParaRPr lang="ko-KR" altLang="en-US" sz="1200" b="1" dirty="0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800CA63C-8DB7-46FE-A1FF-5C3332D9E9F6}"/>
                </a:ext>
              </a:extLst>
            </p:cNvPr>
            <p:cNvSpPr txBox="1"/>
            <p:nvPr/>
          </p:nvSpPr>
          <p:spPr>
            <a:xfrm>
              <a:off x="668867" y="15663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200802</a:t>
              </a:r>
              <a:endParaRPr lang="ko-KR" altLang="en-US" sz="1200" b="1" dirty="0"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F471D7EC-A786-472B-86DD-C4736DB62A39}"/>
                </a:ext>
              </a:extLst>
            </p:cNvPr>
            <p:cNvSpPr txBox="1"/>
            <p:nvPr/>
          </p:nvSpPr>
          <p:spPr>
            <a:xfrm>
              <a:off x="668867" y="5877102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0.8663</a:t>
              </a:r>
              <a:endParaRPr lang="ko-KR" altLang="en-US" sz="1200" b="1" dirty="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CD3DAA8C-A351-4E6A-A57B-AB46DE11A446}"/>
                </a:ext>
              </a:extLst>
            </p:cNvPr>
            <p:cNvSpPr txBox="1"/>
            <p:nvPr/>
          </p:nvSpPr>
          <p:spPr>
            <a:xfrm>
              <a:off x="672354" y="38914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0.2329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53BFEBD7-87B5-494C-9DF1-3F7DF03D47F4}"/>
                </a:ext>
              </a:extLst>
            </p:cNvPr>
            <p:cNvSpPr txBox="1"/>
            <p:nvPr/>
          </p:nvSpPr>
          <p:spPr>
            <a:xfrm>
              <a:off x="668867" y="19056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0.9507</a:t>
              </a:r>
              <a:endParaRPr lang="ko-KR" altLang="en-US" sz="1200" b="1" dirty="0"/>
            </a:p>
          </p:txBody>
        </p:sp>
      </p:grpSp>
      <p:pic>
        <p:nvPicPr>
          <p:cNvPr id="33" name="그림 32">
            <a:extLst>
              <a:ext uri="{FF2B5EF4-FFF2-40B4-BE49-F238E27FC236}">
                <a16:creationId xmlns:a16="http://schemas.microsoft.com/office/drawing/2014/main" id="{74A75D3F-9220-497E-9869-54399B35E03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62152" y="5271474"/>
            <a:ext cx="3192890" cy="1356107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8E1BD931-7DDF-48DA-B726-056635A9BCE6}"/>
              </a:ext>
            </a:extLst>
          </p:cNvPr>
          <p:cNvSpPr txBox="1"/>
          <p:nvPr/>
        </p:nvSpPr>
        <p:spPr>
          <a:xfrm>
            <a:off x="9279466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model_(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/dg)_rf20</a:t>
            </a:r>
            <a:endParaRPr lang="ko-KR" altLang="en-US" sz="1050" b="1" dirty="0">
              <a:latin typeface="+mj-ea"/>
            </a:endParaRPr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181FA7FA-DE3D-4CCE-850D-CA118039758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7601" y="689483"/>
            <a:ext cx="3193671" cy="542588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AAD2037F-DF4F-4342-BE96-B2AC03983B2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7601" y="2689402"/>
            <a:ext cx="3193671" cy="551047"/>
          </a:xfrm>
          <a:prstGeom prst="rect">
            <a:avLst/>
          </a:prstGeom>
        </p:spPr>
      </p:pic>
      <p:pic>
        <p:nvPicPr>
          <p:cNvPr id="36" name="그림 35">
            <a:extLst>
              <a:ext uri="{FF2B5EF4-FFF2-40B4-BE49-F238E27FC236}">
                <a16:creationId xmlns:a16="http://schemas.microsoft.com/office/drawing/2014/main" id="{9C19C334-D124-4905-996E-534B71F080FA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2" y="4721949"/>
            <a:ext cx="3227450" cy="549525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D01F57E0-CDE7-44EB-891C-A0C7E98A3A85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27592" y="716172"/>
            <a:ext cx="3227450" cy="492774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C2E71C2E-7FE6-4714-9296-CF68E43F6281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8002" y="2712227"/>
            <a:ext cx="3193671" cy="505397"/>
          </a:xfrm>
          <a:prstGeom prst="rect">
            <a:avLst/>
          </a:prstGeom>
        </p:spPr>
      </p:pic>
      <p:pic>
        <p:nvPicPr>
          <p:cNvPr id="43" name="그림 42">
            <a:extLst>
              <a:ext uri="{FF2B5EF4-FFF2-40B4-BE49-F238E27FC236}">
                <a16:creationId xmlns:a16="http://schemas.microsoft.com/office/drawing/2014/main" id="{2D10959B-B62D-471F-A785-0519BB7F9FC5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27591" y="4747938"/>
            <a:ext cx="3227450" cy="4975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91833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3EE75E94-8FB8-4A98-A686-35BD1C52C7C5}"/>
              </a:ext>
            </a:extLst>
          </p:cNvPr>
          <p:cNvSpPr txBox="1"/>
          <p:nvPr/>
        </p:nvSpPr>
        <p:spPr>
          <a:xfrm>
            <a:off x="470684" y="3257983"/>
            <a:ext cx="159131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>
                <a:latin typeface="+mj-ea"/>
              </a:rPr>
              <a:t>12</a:t>
            </a:r>
            <a:r>
              <a:rPr lang="ko-KR" altLang="en-US" sz="1200" b="1" dirty="0">
                <a:latin typeface="+mj-ea"/>
              </a:rPr>
              <a:t>시간 예측</a:t>
            </a:r>
            <a:endParaRPr lang="en-US" altLang="ko-KR" sz="1200" b="1" dirty="0">
              <a:latin typeface="+mj-ea"/>
            </a:endParaRP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5D6EE5BE-F42F-456B-844D-95F45ACEAA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3747324"/>
              </p:ext>
            </p:extLst>
          </p:nvPr>
        </p:nvGraphicFramePr>
        <p:xfrm>
          <a:off x="3351392" y="3565760"/>
          <a:ext cx="3624263" cy="294894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719455">
                  <a:extLst>
                    <a:ext uri="{9D8B030D-6E8A-4147-A177-3AD203B41FA5}">
                      <a16:colId xmlns:a16="http://schemas.microsoft.com/office/drawing/2014/main" val="3342593832"/>
                    </a:ext>
                  </a:extLst>
                </a:gridCol>
                <a:gridCol w="811530">
                  <a:extLst>
                    <a:ext uri="{9D8B030D-6E8A-4147-A177-3AD203B41FA5}">
                      <a16:colId xmlns:a16="http://schemas.microsoft.com/office/drawing/2014/main" val="783519574"/>
                    </a:ext>
                  </a:extLst>
                </a:gridCol>
                <a:gridCol w="813118">
                  <a:extLst>
                    <a:ext uri="{9D8B030D-6E8A-4147-A177-3AD203B41FA5}">
                      <a16:colId xmlns:a16="http://schemas.microsoft.com/office/drawing/2014/main" val="462420903"/>
                    </a:ext>
                  </a:extLst>
                </a:gridCol>
                <a:gridCol w="635318">
                  <a:extLst>
                    <a:ext uri="{9D8B030D-6E8A-4147-A177-3AD203B41FA5}">
                      <a16:colId xmlns:a16="http://schemas.microsoft.com/office/drawing/2014/main" val="3354725810"/>
                    </a:ext>
                  </a:extLst>
                </a:gridCol>
                <a:gridCol w="644842">
                  <a:extLst>
                    <a:ext uri="{9D8B030D-6E8A-4147-A177-3AD203B41FA5}">
                      <a16:colId xmlns:a16="http://schemas.microsoft.com/office/drawing/2014/main" val="3370393113"/>
                    </a:ext>
                  </a:extLst>
                </a:gridCol>
              </a:tblGrid>
              <a:tr h="353060">
                <a:tc gridSpan="5"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 err="1">
                          <a:solidFill>
                            <a:schemeClr val="bg1"/>
                          </a:solidFill>
                        </a:rPr>
                        <a:t>대곡교</a:t>
                      </a:r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b="1" dirty="0"/>
                        <a:t>관심수위</a:t>
                      </a:r>
                      <a:endParaRPr lang="pt-BR" altLang="ko-KR" sz="10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000" b="1" dirty="0"/>
                        <a:t>+ </a:t>
                      </a:r>
                      <a:r>
                        <a:rPr lang="ko-KR" altLang="en-US" sz="1000" b="1" dirty="0" err="1"/>
                        <a:t>누적강우</a:t>
                      </a:r>
                      <a:endParaRPr lang="pt-BR" altLang="ko-KR" sz="10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000" b="1" dirty="0"/>
                        <a:t>3</a:t>
                      </a:r>
                      <a:r>
                        <a:rPr lang="ko-KR" altLang="en-US" sz="1000" b="1" dirty="0"/>
                        <a:t>시간 예측</a:t>
                      </a:r>
                      <a:endParaRPr lang="pt-BR" altLang="ko-KR" sz="10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000" b="1" dirty="0">
                          <a:latin typeface="+mj-ea"/>
                        </a:rPr>
                        <a:t>X 0.98 </a:t>
                      </a:r>
                      <a:endParaRPr lang="pt-BR" altLang="ko-KR" sz="10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000" b="1" dirty="0">
                          <a:latin typeface="+mj-ea"/>
                        </a:rPr>
                        <a:t>X 1.02</a:t>
                      </a:r>
                      <a:endParaRPr lang="pt-BR" altLang="ko-KR" sz="10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11457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0.8748</a:t>
                      </a:r>
                      <a:endParaRPr lang="pt-BR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dirty="0">
                          <a:solidFill>
                            <a:srgbClr val="FF0000"/>
                          </a:solidFill>
                        </a:rPr>
                        <a:t>0.7441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0.9113</a:t>
                      </a:r>
                      <a:endParaRPr lang="pt-BR" altLang="ko-KR" sz="12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0.8579</a:t>
                      </a:r>
                      <a:endParaRPr lang="pt-BR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0.8688</a:t>
                      </a:r>
                      <a:endParaRPr lang="pt-BR" altLang="ko-KR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0.5503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0.6399</a:t>
                      </a:r>
                      <a:endParaRPr lang="ko-KR" altLang="en-US" sz="1200" b="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-0.1308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0.7718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0.5974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0.8659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/>
                        <a:t>0.8559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0.7288</a:t>
                      </a:r>
                      <a:endParaRPr lang="pt-BR" altLang="ko-KR" sz="12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0.8246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0.8086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0.6749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0.5656</a:t>
                      </a:r>
                      <a:endParaRPr lang="ko-KR" altLang="en-US" sz="1200" b="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0.5679</a:t>
                      </a:r>
                      <a:endParaRPr lang="pt-BR" altLang="ko-KR" sz="1200" b="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0.5221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0.4905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896286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0.9470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0.9182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0.5949</a:t>
                      </a:r>
                      <a:endParaRPr lang="ko-KR" altLang="en-US" sz="1200" b="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0.9736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0.9726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946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0.8781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0.8301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0.8942</a:t>
                      </a:r>
                      <a:endParaRPr lang="pt-BR" altLang="ko-KR" sz="12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0.7718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0.7639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67107547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7981C971-C31C-4B79-AD72-BB1B92F2435C}"/>
              </a:ext>
            </a:extLst>
          </p:cNvPr>
          <p:cNvSpPr txBox="1"/>
          <p:nvPr/>
        </p:nvSpPr>
        <p:spPr>
          <a:xfrm>
            <a:off x="3351392" y="3256032"/>
            <a:ext cx="123757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>
                <a:latin typeface="+mj-ea"/>
              </a:rPr>
              <a:t>관심수위</a:t>
            </a:r>
            <a:endParaRPr lang="en-US" altLang="ko-KR" sz="1200" b="1" dirty="0">
              <a:latin typeface="+mj-ea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A1671F7-0847-44A8-A408-CDAAF62491AA}"/>
              </a:ext>
            </a:extLst>
          </p:cNvPr>
          <p:cNvSpPr txBox="1"/>
          <p:nvPr/>
        </p:nvSpPr>
        <p:spPr>
          <a:xfrm>
            <a:off x="10121539" y="3254081"/>
            <a:ext cx="134682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>
                <a:latin typeface="+mj-ea"/>
              </a:rPr>
              <a:t>20</a:t>
            </a:r>
            <a:r>
              <a:rPr lang="ko-KR" altLang="en-US" sz="1200" b="1" dirty="0">
                <a:latin typeface="+mj-ea"/>
              </a:rPr>
              <a:t>년 이후</a:t>
            </a:r>
            <a:endParaRPr lang="en-US" altLang="ko-KR" sz="1200" b="1" dirty="0">
              <a:latin typeface="+mj-ea"/>
            </a:endParaRPr>
          </a:p>
        </p:txBody>
      </p:sp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6015E148-1B18-408D-A348-1C6E099CC7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6688061"/>
              </p:ext>
            </p:extLst>
          </p:nvPr>
        </p:nvGraphicFramePr>
        <p:xfrm>
          <a:off x="10121539" y="3563809"/>
          <a:ext cx="1591310" cy="294894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779780">
                  <a:extLst>
                    <a:ext uri="{9D8B030D-6E8A-4147-A177-3AD203B41FA5}">
                      <a16:colId xmlns:a16="http://schemas.microsoft.com/office/drawing/2014/main" val="1418825472"/>
                    </a:ext>
                  </a:extLst>
                </a:gridCol>
                <a:gridCol w="811530">
                  <a:extLst>
                    <a:ext uri="{9D8B030D-6E8A-4147-A177-3AD203B41FA5}">
                      <a16:colId xmlns:a16="http://schemas.microsoft.com/office/drawing/2014/main" val="3977166896"/>
                    </a:ext>
                  </a:extLst>
                </a:gridCol>
              </a:tblGrid>
              <a:tr h="35306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 err="1">
                          <a:solidFill>
                            <a:schemeClr val="bg1"/>
                          </a:solidFill>
                        </a:rPr>
                        <a:t>대곡교</a:t>
                      </a:r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000" b="1" dirty="0"/>
                        <a:t>20</a:t>
                      </a:r>
                      <a:r>
                        <a:rPr lang="ko-KR" altLang="en-US" sz="1000" b="1" dirty="0"/>
                        <a:t>년 이후 </a:t>
                      </a:r>
                      <a:endParaRPr lang="pt-BR" altLang="ko-KR" sz="10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000" b="1" dirty="0"/>
                        <a:t>+ </a:t>
                      </a:r>
                      <a:r>
                        <a:rPr lang="ko-KR" altLang="en-US" sz="1000" b="1" dirty="0" err="1"/>
                        <a:t>누적강우</a:t>
                      </a:r>
                      <a:endParaRPr lang="pt-BR" altLang="ko-KR" sz="10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11457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0.8845</a:t>
                      </a:r>
                      <a:endParaRPr lang="pt-BR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0.8523</a:t>
                      </a:r>
                      <a:endParaRPr lang="pt-BR" altLang="ko-KR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-0.1561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-0.5266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0.7304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0.7527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0.6077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0.6739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896286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0.8647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0.9528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946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0.8840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0.8631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67107547"/>
                  </a:ext>
                </a:extLst>
              </a:tr>
            </a:tbl>
          </a:graphicData>
        </a:graphic>
      </p:graphicFrame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1ED35C6A-0935-43AF-A32C-4803928332C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94858055"/>
              </p:ext>
            </p:extLst>
          </p:nvPr>
        </p:nvGraphicFramePr>
        <p:xfrm>
          <a:off x="7143013" y="3563809"/>
          <a:ext cx="690880" cy="294894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690880">
                  <a:extLst>
                    <a:ext uri="{9D8B030D-6E8A-4147-A177-3AD203B41FA5}">
                      <a16:colId xmlns:a16="http://schemas.microsoft.com/office/drawing/2014/main" val="1089401187"/>
                    </a:ext>
                  </a:extLst>
                </a:gridCol>
              </a:tblGrid>
              <a:tr h="3530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 err="1">
                          <a:solidFill>
                            <a:schemeClr val="bg1"/>
                          </a:solidFill>
                        </a:rPr>
                        <a:t>대곡교</a:t>
                      </a:r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b="1" dirty="0"/>
                        <a:t>유량</a:t>
                      </a:r>
                      <a:endParaRPr lang="pt-BR" altLang="ko-KR" sz="12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11457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0.8104</a:t>
                      </a:r>
                      <a:endParaRPr lang="pt-BR" altLang="ko-KR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0.9411</a:t>
                      </a:r>
                      <a:endParaRPr lang="en-US" altLang="ko-KR" sz="12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0.7145</a:t>
                      </a:r>
                      <a:endParaRPr lang="pt-BR" altLang="ko-KR" sz="12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0.7932</a:t>
                      </a:r>
                      <a:endParaRPr lang="pt-BR" altLang="ko-KR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896286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0.8734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946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0.9158</a:t>
                      </a:r>
                      <a:endParaRPr lang="pt-BR" altLang="ko-KR" sz="12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67107547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2527C398-9C55-489D-8AE3-0D2D5A5CAC0E}"/>
              </a:ext>
            </a:extLst>
          </p:cNvPr>
          <p:cNvSpPr txBox="1"/>
          <p:nvPr/>
        </p:nvSpPr>
        <p:spPr>
          <a:xfrm>
            <a:off x="7143013" y="3254080"/>
            <a:ext cx="6908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>
                <a:latin typeface="+mj-ea"/>
              </a:rPr>
              <a:t>유량</a:t>
            </a:r>
            <a:endParaRPr lang="en-US" altLang="ko-KR" sz="1200" b="1" dirty="0">
              <a:latin typeface="+mj-ea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B904FC1-2AB3-41D3-B748-0CCC1EFA241B}"/>
              </a:ext>
            </a:extLst>
          </p:cNvPr>
          <p:cNvSpPr txBox="1"/>
          <p:nvPr/>
        </p:nvSpPr>
        <p:spPr>
          <a:xfrm>
            <a:off x="8001251" y="3252127"/>
            <a:ext cx="16673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 err="1">
                <a:latin typeface="+mj-ea"/>
              </a:rPr>
              <a:t>누적강우</a:t>
            </a:r>
            <a:r>
              <a:rPr lang="ko-KR" altLang="en-US" sz="1200" b="1" dirty="0">
                <a:latin typeface="+mj-ea"/>
              </a:rPr>
              <a:t> </a:t>
            </a:r>
            <a:r>
              <a:rPr lang="en-US" altLang="ko-KR" sz="1200" b="1" dirty="0">
                <a:latin typeface="+mj-ea"/>
              </a:rPr>
              <a:t>110mm </a:t>
            </a: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88911C95-D3E9-41AE-ADE4-2F21C9F995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1165801"/>
              </p:ext>
            </p:extLst>
          </p:nvPr>
        </p:nvGraphicFramePr>
        <p:xfrm>
          <a:off x="8001627" y="3563809"/>
          <a:ext cx="1381760" cy="294894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690880">
                  <a:extLst>
                    <a:ext uri="{9D8B030D-6E8A-4147-A177-3AD203B41FA5}">
                      <a16:colId xmlns:a16="http://schemas.microsoft.com/office/drawing/2014/main" val="1418825472"/>
                    </a:ext>
                  </a:extLst>
                </a:gridCol>
                <a:gridCol w="690880">
                  <a:extLst>
                    <a:ext uri="{9D8B030D-6E8A-4147-A177-3AD203B41FA5}">
                      <a16:colId xmlns:a16="http://schemas.microsoft.com/office/drawing/2014/main" val="3977166896"/>
                    </a:ext>
                  </a:extLst>
                </a:gridCol>
              </a:tblGrid>
              <a:tr h="35306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 err="1">
                          <a:solidFill>
                            <a:schemeClr val="bg1"/>
                          </a:solidFill>
                        </a:rPr>
                        <a:t>대곡교</a:t>
                      </a:r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000" b="1" dirty="0"/>
                        <a:t>4</a:t>
                      </a:r>
                      <a:r>
                        <a:rPr lang="ko-KR" altLang="en-US" sz="1000" b="1" dirty="0"/>
                        <a:t>번 조합</a:t>
                      </a:r>
                      <a:endParaRPr lang="pt-BR" altLang="ko-KR" sz="10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000" b="1" dirty="0"/>
                        <a:t>5</a:t>
                      </a:r>
                      <a:r>
                        <a:rPr lang="ko-KR" altLang="en-US" sz="1000" b="1" dirty="0"/>
                        <a:t>번 조합</a:t>
                      </a:r>
                      <a:endParaRPr lang="pt-BR" altLang="ko-KR" sz="10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11457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0.8350</a:t>
                      </a:r>
                      <a:endParaRPr lang="pt-BR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0.9246</a:t>
                      </a:r>
                      <a:endParaRPr lang="pt-BR" altLang="ko-KR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-0.0424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200" dirty="0">
                          <a:solidFill>
                            <a:srgbClr val="FF0000"/>
                          </a:solidFill>
                        </a:rPr>
                        <a:t>-</a:t>
                      </a:r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0.1000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0.7456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0.8276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0.0871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0.5130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896286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0.8305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0.9577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946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0.5011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0.6115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67107547"/>
                  </a:ext>
                </a:extLst>
              </a:tr>
            </a:tbl>
          </a:graphicData>
        </a:graphic>
      </p:graphicFrame>
      <p:sp>
        <p:nvSpPr>
          <p:cNvPr id="31" name="TextBox 30">
            <a:extLst>
              <a:ext uri="{FF2B5EF4-FFF2-40B4-BE49-F238E27FC236}">
                <a16:creationId xmlns:a16="http://schemas.microsoft.com/office/drawing/2014/main" id="{8E797AE3-7A98-438F-B121-72B5D18DC603}"/>
              </a:ext>
            </a:extLst>
          </p:cNvPr>
          <p:cNvSpPr txBox="1"/>
          <p:nvPr/>
        </p:nvSpPr>
        <p:spPr>
          <a:xfrm>
            <a:off x="622385" y="850612"/>
            <a:ext cx="78996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latin typeface="+mj-ea"/>
              </a:rPr>
              <a:t>대곡교</a:t>
            </a:r>
            <a:endParaRPr lang="en-US" altLang="ko-KR" sz="2000" b="1" dirty="0">
              <a:latin typeface="+mj-ea"/>
            </a:endParaRPr>
          </a:p>
        </p:txBody>
      </p:sp>
      <p:graphicFrame>
        <p:nvGraphicFramePr>
          <p:cNvPr id="32" name="표 31">
            <a:extLst>
              <a:ext uri="{FF2B5EF4-FFF2-40B4-BE49-F238E27FC236}">
                <a16:creationId xmlns:a16="http://schemas.microsoft.com/office/drawing/2014/main" id="{148BEC58-49F3-46BF-8604-9E750AE1FF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7000590"/>
              </p:ext>
            </p:extLst>
          </p:nvPr>
        </p:nvGraphicFramePr>
        <p:xfrm>
          <a:off x="470684" y="3565760"/>
          <a:ext cx="2154174" cy="294894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772414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690880">
                  <a:extLst>
                    <a:ext uri="{9D8B030D-6E8A-4147-A177-3AD203B41FA5}">
                      <a16:colId xmlns:a16="http://schemas.microsoft.com/office/drawing/2014/main" val="1089401187"/>
                    </a:ext>
                  </a:extLst>
                </a:gridCol>
                <a:gridCol w="690880">
                  <a:extLst>
                    <a:ext uri="{9D8B030D-6E8A-4147-A177-3AD203B41FA5}">
                      <a16:colId xmlns:a16="http://schemas.microsoft.com/office/drawing/2014/main" val="576727695"/>
                    </a:ext>
                  </a:extLst>
                </a:gridCol>
              </a:tblGrid>
              <a:tr h="3530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>
                          <a:solidFill>
                            <a:schemeClr val="bg1"/>
                          </a:solidFill>
                        </a:rPr>
                        <a:t>R2</a:t>
                      </a:r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 err="1">
                          <a:solidFill>
                            <a:schemeClr val="bg1"/>
                          </a:solidFill>
                        </a:rPr>
                        <a:t>대곡교</a:t>
                      </a:r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Test data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000" b="1" dirty="0"/>
                        <a:t>6</a:t>
                      </a:r>
                      <a:r>
                        <a:rPr lang="ko-KR" altLang="en-US" sz="1000" b="1" dirty="0"/>
                        <a:t>시간</a:t>
                      </a:r>
                      <a:endParaRPr lang="pt-BR" altLang="ko-KR" sz="10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000" b="1" dirty="0"/>
                        <a:t>3</a:t>
                      </a:r>
                      <a:r>
                        <a:rPr lang="ko-KR" altLang="en-US" sz="1000" b="1" dirty="0"/>
                        <a:t>시간</a:t>
                      </a:r>
                      <a:endParaRPr lang="pt-BR" altLang="ko-KR" sz="10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11457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20.08.02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0.9934</a:t>
                      </a:r>
                      <a:endParaRPr lang="pt-BR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0.4887</a:t>
                      </a:r>
                      <a:endParaRPr lang="pt-BR" altLang="ko-KR" sz="12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22.07.12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-0.4222</a:t>
                      </a:r>
                      <a:endParaRPr lang="ko-KR" altLang="en-US" sz="1200" b="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-1.7001</a:t>
                      </a:r>
                      <a:endParaRPr lang="ko-KR" altLang="en-US" sz="1200" b="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23.07.11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0.7761</a:t>
                      </a:r>
                      <a:endParaRPr lang="ko-KR" altLang="en-US" sz="1200" b="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0.8885</a:t>
                      </a:r>
                      <a:endParaRPr lang="ko-KR" altLang="en-US" sz="1200" b="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>
                          <a:solidFill>
                            <a:schemeClr val="tx1"/>
                          </a:solidFill>
                        </a:rPr>
                        <a:t>24.07.23</a:t>
                      </a:r>
                      <a:endParaRPr lang="ko-KR" altLang="en-US" sz="1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0.2256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0.2750</a:t>
                      </a:r>
                      <a:endParaRPr lang="ko-KR" altLang="en-US" sz="1200" b="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896286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25.07.16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0.8822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0.8926</a:t>
                      </a:r>
                      <a:endParaRPr lang="ko-KR" altLang="en-US" sz="1200" b="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946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25.08.14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0.7106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0.8466</a:t>
                      </a:r>
                      <a:endParaRPr lang="ko-KR" altLang="en-US" sz="1200" b="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67107547"/>
                  </a:ext>
                </a:extLst>
              </a:tr>
            </a:tbl>
          </a:graphicData>
        </a:graphic>
      </p:graphicFrame>
      <p:sp>
        <p:nvSpPr>
          <p:cNvPr id="33" name="TextBox 32">
            <a:extLst>
              <a:ext uri="{FF2B5EF4-FFF2-40B4-BE49-F238E27FC236}">
                <a16:creationId xmlns:a16="http://schemas.microsoft.com/office/drawing/2014/main" id="{0F465F04-1F98-4D6C-AB01-F7E65836328F}"/>
              </a:ext>
            </a:extLst>
          </p:cNvPr>
          <p:cNvSpPr txBox="1"/>
          <p:nvPr/>
        </p:nvSpPr>
        <p:spPr>
          <a:xfrm>
            <a:off x="499533" y="1389410"/>
            <a:ext cx="9037995" cy="142999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0" tIns="216000" rtlCol="0" anchor="t"/>
          <a:lstStyle>
            <a:defPPr>
              <a:defRPr lang="en-US"/>
            </a:defPPr>
            <a:lvl1pPr marL="363538" indent="-188913" defTabSz="1166646" eaLnBrk="0" hangingPunct="0">
              <a:spcAft>
                <a:spcPts val="526"/>
              </a:spcAft>
              <a:buSzPct val="100000"/>
              <a:buBlip>
                <a:blip r:embed="rId2"/>
              </a:buBlip>
              <a:defRPr sz="1400" b="1" kern="0" spc="-88">
                <a:ln>
                  <a:solidFill>
                    <a:srgbClr val="44546A">
                      <a:lumMod val="60000"/>
                      <a:lumOff val="40000"/>
                      <a:alpha val="0"/>
                    </a:srgbClr>
                  </a:solidFill>
                </a:ln>
                <a:solidFill>
                  <a:schemeClr val="accent1">
                    <a:lumMod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ko-KR" altLang="en-US" dirty="0" err="1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궁내교</a:t>
            </a:r>
            <a:r>
              <a:rPr lang="ko-KR" altLang="en-US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대비 높은 </a:t>
            </a:r>
            <a:r>
              <a:rPr lang="en-US" altLang="ko-KR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R²</a:t>
            </a:r>
          </a:p>
          <a:p>
            <a:r>
              <a:rPr lang="ko-KR" altLang="en-US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특히 </a:t>
            </a:r>
            <a:r>
              <a:rPr lang="ko-KR" altLang="en-US" dirty="0" err="1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누적강우</a:t>
            </a:r>
            <a:r>
              <a:rPr lang="ko-KR" altLang="en-US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및 </a:t>
            </a:r>
            <a:r>
              <a:rPr lang="en-US" altLang="ko-KR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2020</a:t>
            </a:r>
            <a:r>
              <a:rPr lang="ko-KR" altLang="en-US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년 이후 데이터 학습 구성에서 성능이 안정적 </a:t>
            </a:r>
            <a:r>
              <a:rPr lang="en-US" altLang="ko-KR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( 22.07.12 </a:t>
            </a:r>
            <a:r>
              <a:rPr lang="ko-KR" altLang="en-US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이벤트에서는 예외 </a:t>
            </a:r>
            <a:r>
              <a:rPr lang="en-US" altLang="ko-KR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)</a:t>
            </a:r>
          </a:p>
          <a:p>
            <a:endParaRPr lang="en-US" altLang="ko-KR" sz="1400" b="1" dirty="0">
              <a:solidFill>
                <a:schemeClr val="bg2">
                  <a:lumMod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469A226-5445-422F-B27D-DE0C2558827F}"/>
              </a:ext>
            </a:extLst>
          </p:cNvPr>
          <p:cNvSpPr txBox="1"/>
          <p:nvPr/>
        </p:nvSpPr>
        <p:spPr>
          <a:xfrm>
            <a:off x="470683" y="2819400"/>
            <a:ext cx="15933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>
                <a:latin typeface="+mj-ea"/>
              </a:rPr>
              <a:t>-</a:t>
            </a:r>
            <a:r>
              <a:rPr lang="ko-KR" altLang="en-US" sz="1200" b="1" dirty="0">
                <a:latin typeface="+mj-ea"/>
              </a:rPr>
              <a:t> </a:t>
            </a:r>
            <a:r>
              <a:rPr lang="en-US" altLang="ko-KR" sz="1200" b="1" dirty="0">
                <a:latin typeface="+mj-ea"/>
              </a:rPr>
              <a:t>R2 </a:t>
            </a:r>
            <a:r>
              <a:rPr lang="ko-KR" altLang="en-US" sz="1200" b="1" dirty="0">
                <a:latin typeface="+mj-ea"/>
              </a:rPr>
              <a:t>평가</a:t>
            </a:r>
            <a:endParaRPr lang="en-US" altLang="ko-KR" sz="1200" b="1" dirty="0">
              <a:latin typeface="+mj-ea"/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F8CC56C8-4E3C-4E36-8294-7D11AF5C89C8}"/>
              </a:ext>
            </a:extLst>
          </p:cNvPr>
          <p:cNvSpPr/>
          <p:nvPr/>
        </p:nvSpPr>
        <p:spPr>
          <a:xfrm>
            <a:off x="10118235" y="3911600"/>
            <a:ext cx="795298" cy="260309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338039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그림 43">
            <a:extLst>
              <a:ext uri="{FF2B5EF4-FFF2-40B4-BE49-F238E27FC236}">
                <a16:creationId xmlns:a16="http://schemas.microsoft.com/office/drawing/2014/main" id="{B677A664-900B-45EC-B7ED-FED2250F1E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3" y="707985"/>
            <a:ext cx="3227450" cy="493143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12E4B6C2-35C2-4C27-9869-ABC58B1417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3" y="2716152"/>
            <a:ext cx="3227450" cy="497547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06F1A1F7-B882-4681-B942-265A6276DF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9262" y="4747938"/>
            <a:ext cx="3227450" cy="497547"/>
          </a:xfrm>
          <a:prstGeom prst="rect">
            <a:avLst/>
          </a:prstGeom>
        </p:spPr>
      </p:pic>
      <p:grpSp>
        <p:nvGrpSpPr>
          <p:cNvPr id="6" name="그룹 5">
            <a:extLst>
              <a:ext uri="{FF2B5EF4-FFF2-40B4-BE49-F238E27FC236}">
                <a16:creationId xmlns:a16="http://schemas.microsoft.com/office/drawing/2014/main" id="{A633956A-1F30-42A6-9C2E-8AC72E68C8A0}"/>
              </a:ext>
            </a:extLst>
          </p:cNvPr>
          <p:cNvGrpSpPr/>
          <p:nvPr/>
        </p:nvGrpSpPr>
        <p:grpSpPr>
          <a:xfrm>
            <a:off x="6465564" y="1473154"/>
            <a:ext cx="1391446" cy="4647191"/>
            <a:chOff x="6465564" y="1473154"/>
            <a:chExt cx="1391446" cy="4647191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FA255B5-0345-410B-80F9-2AFF909E4C46}"/>
                </a:ext>
              </a:extLst>
            </p:cNvPr>
            <p:cNvSpPr txBox="1"/>
            <p:nvPr/>
          </p:nvSpPr>
          <p:spPr>
            <a:xfrm>
              <a:off x="6465564" y="5503969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testdata_250814</a:t>
              </a:r>
              <a:endParaRPr lang="ko-KR" altLang="en-US" sz="1200" b="1" dirty="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749A747-00BF-4A4A-A0D9-CB38768F9B9A}"/>
                </a:ext>
              </a:extLst>
            </p:cNvPr>
            <p:cNvSpPr txBox="1"/>
            <p:nvPr/>
          </p:nvSpPr>
          <p:spPr>
            <a:xfrm>
              <a:off x="6465564" y="3478697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250716</a:t>
              </a:r>
              <a:endParaRPr lang="ko-KR" altLang="en-US" sz="1200" b="1" dirty="0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3780478-A6EF-4462-AD5A-1F9DE5B39403}"/>
                </a:ext>
              </a:extLst>
            </p:cNvPr>
            <p:cNvSpPr txBox="1"/>
            <p:nvPr/>
          </p:nvSpPr>
          <p:spPr>
            <a:xfrm>
              <a:off x="6472432" y="147315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240723</a:t>
              </a:r>
              <a:endParaRPr lang="ko-KR" altLang="en-US" sz="1200" b="1" dirty="0"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CD13AD81-9D77-4840-BEEF-57179F7C5A87}"/>
                </a:ext>
              </a:extLst>
            </p:cNvPr>
            <p:cNvSpPr txBox="1"/>
            <p:nvPr/>
          </p:nvSpPr>
          <p:spPr>
            <a:xfrm>
              <a:off x="6465564" y="5843346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0.7106</a:t>
              </a:r>
              <a:endParaRPr lang="ko-KR" altLang="en-US" sz="1200" b="1" dirty="0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9A42ED54-E154-45FD-9E22-F3DB582A0E2E}"/>
                </a:ext>
              </a:extLst>
            </p:cNvPr>
            <p:cNvSpPr txBox="1"/>
            <p:nvPr/>
          </p:nvSpPr>
          <p:spPr>
            <a:xfrm>
              <a:off x="6465564" y="381807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0.8822</a:t>
              </a:r>
              <a:endParaRPr lang="ko-KR" altLang="en-US" sz="1200" b="1" dirty="0"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DFE82EB6-8861-41EE-940F-7D3C39D3265A}"/>
                </a:ext>
              </a:extLst>
            </p:cNvPr>
            <p:cNvSpPr txBox="1"/>
            <p:nvPr/>
          </p:nvSpPr>
          <p:spPr>
            <a:xfrm>
              <a:off x="6472432" y="1812531"/>
              <a:ext cx="138457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0.2256</a:t>
              </a:r>
              <a:endParaRPr lang="pt-BR" altLang="ko-KR" sz="1200" dirty="0"/>
            </a:p>
            <a:p>
              <a:pPr algn="ctr" latinLnBrk="1"/>
              <a:endParaRPr lang="ko-KR" altLang="en-US" sz="1200" b="1" dirty="0"/>
            </a:p>
          </p:txBody>
        </p:sp>
      </p:grpSp>
      <p:pic>
        <p:nvPicPr>
          <p:cNvPr id="2" name="그림 1">
            <a:extLst>
              <a:ext uri="{FF2B5EF4-FFF2-40B4-BE49-F238E27FC236}">
                <a16:creationId xmlns:a16="http://schemas.microsoft.com/office/drawing/2014/main" id="{B0427AF8-A21B-40FF-AA58-919893C3364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8382" y="1247792"/>
            <a:ext cx="3192890" cy="1315789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C8E7FF9E-DE29-4AC0-8F82-3948FDDFEB1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8382" y="3240449"/>
            <a:ext cx="3192890" cy="1356107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DA0938AC-6E22-4385-9FDE-48F6D147DC7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3" y="5271474"/>
            <a:ext cx="3192889" cy="1356107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73A9FA09-4C55-4047-B157-8A89D4BA73F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27591" y="716406"/>
            <a:ext cx="3227450" cy="488741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9FB5B3B8-D3C4-426E-A3EB-702A5203B43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3" y="2716152"/>
            <a:ext cx="3227450" cy="497547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6006C84D-618D-4489-8E29-C63A6FBD5D6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9662" y="4747938"/>
            <a:ext cx="3227450" cy="497547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B9D11161-F507-458B-AD75-9380CEEBB71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7278" y="1254012"/>
            <a:ext cx="3192890" cy="1315789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6992310A-AF00-4935-B2D8-4BBC37A613D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8783" y="3240449"/>
            <a:ext cx="3192890" cy="1356107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5414DBF1-66B4-428D-8122-CBEC2AC62BCA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4" y="5271474"/>
            <a:ext cx="3192888" cy="1356107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037FCAF9-66BE-4633-BC24-599FA03657E0}"/>
              </a:ext>
            </a:extLst>
          </p:cNvPr>
          <p:cNvGrpSpPr/>
          <p:nvPr/>
        </p:nvGrpSpPr>
        <p:grpSpPr>
          <a:xfrm>
            <a:off x="668867" y="1566310"/>
            <a:ext cx="1290420" cy="4587791"/>
            <a:chOff x="668867" y="1566310"/>
            <a:chExt cx="1290420" cy="4587791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FE13151-BA46-4219-A32A-22942F00BBFD}"/>
                </a:ext>
              </a:extLst>
            </p:cNvPr>
            <p:cNvSpPr txBox="1"/>
            <p:nvPr/>
          </p:nvSpPr>
          <p:spPr>
            <a:xfrm>
              <a:off x="668867" y="5537725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testdata_230711</a:t>
              </a:r>
              <a:endParaRPr lang="ko-KR" altLang="en-US" sz="1200" b="1" dirty="0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ADEB3EAB-0072-4095-8733-FFDDAD956D2E}"/>
                </a:ext>
              </a:extLst>
            </p:cNvPr>
            <p:cNvSpPr txBox="1"/>
            <p:nvPr/>
          </p:nvSpPr>
          <p:spPr>
            <a:xfrm>
              <a:off x="672354" y="35521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220712</a:t>
              </a:r>
              <a:endParaRPr lang="ko-KR" altLang="en-US" sz="1200" b="1" dirty="0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800CA63C-8DB7-46FE-A1FF-5C3332D9E9F6}"/>
                </a:ext>
              </a:extLst>
            </p:cNvPr>
            <p:cNvSpPr txBox="1"/>
            <p:nvPr/>
          </p:nvSpPr>
          <p:spPr>
            <a:xfrm>
              <a:off x="668867" y="15663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200802</a:t>
              </a:r>
              <a:endParaRPr lang="ko-KR" altLang="en-US" sz="1200" b="1" dirty="0"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F471D7EC-A786-472B-86DD-C4736DB62A39}"/>
                </a:ext>
              </a:extLst>
            </p:cNvPr>
            <p:cNvSpPr txBox="1"/>
            <p:nvPr/>
          </p:nvSpPr>
          <p:spPr>
            <a:xfrm>
              <a:off x="668867" y="5877102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0.7761</a:t>
              </a:r>
              <a:endParaRPr lang="ko-KR" altLang="en-US" sz="1200" b="1" dirty="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CD3DAA8C-A351-4E6A-A57B-AB46DE11A446}"/>
                </a:ext>
              </a:extLst>
            </p:cNvPr>
            <p:cNvSpPr txBox="1"/>
            <p:nvPr/>
          </p:nvSpPr>
          <p:spPr>
            <a:xfrm>
              <a:off x="672354" y="38914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-0.4222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53BFEBD7-87B5-494C-9DF1-3F7DF03D47F4}"/>
                </a:ext>
              </a:extLst>
            </p:cNvPr>
            <p:cNvSpPr txBox="1"/>
            <p:nvPr/>
          </p:nvSpPr>
          <p:spPr>
            <a:xfrm>
              <a:off x="668867" y="19056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0.9934</a:t>
              </a:r>
              <a:endParaRPr lang="ko-KR" altLang="en-US" sz="1200" b="1" dirty="0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299677C7-71CB-488B-B73B-00A215738C6E}"/>
              </a:ext>
            </a:extLst>
          </p:cNvPr>
          <p:cNvSpPr txBox="1"/>
          <p:nvPr/>
        </p:nvSpPr>
        <p:spPr>
          <a:xfrm>
            <a:off x="270933" y="230419"/>
            <a:ext cx="78996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chemeClr val="accent5"/>
                </a:solidFill>
                <a:latin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</a:rPr>
              <a:t> </a:t>
            </a:r>
            <a:r>
              <a:rPr lang="en-US" altLang="ko-KR" sz="2000" b="1" dirty="0">
                <a:latin typeface="+mj-ea"/>
              </a:rPr>
              <a:t>-</a:t>
            </a:r>
            <a:r>
              <a:rPr lang="en-US" altLang="ko-KR" sz="2000" b="1" dirty="0">
                <a:solidFill>
                  <a:schemeClr val="accent5"/>
                </a:solidFill>
                <a:latin typeface="+mj-ea"/>
              </a:rPr>
              <a:t> </a:t>
            </a:r>
            <a:r>
              <a:rPr lang="en-US" altLang="ko-KR" sz="2000" b="1" dirty="0">
                <a:latin typeface="+mj-ea"/>
              </a:rPr>
              <a:t>12</a:t>
            </a:r>
            <a:r>
              <a:rPr lang="ko-KR" altLang="en-US" sz="2000" b="1" dirty="0">
                <a:latin typeface="+mj-ea"/>
              </a:rPr>
              <a:t>시간 예측</a:t>
            </a:r>
            <a:r>
              <a:rPr lang="en-US" altLang="ko-KR" sz="2000" b="1" dirty="0">
                <a:latin typeface="+mj-ea"/>
              </a:rPr>
              <a:t> ( 6</a:t>
            </a:r>
            <a:r>
              <a:rPr lang="ko-KR" altLang="en-US" sz="2000" b="1" dirty="0">
                <a:latin typeface="+mj-ea"/>
              </a:rPr>
              <a:t>시간 </a:t>
            </a:r>
            <a:r>
              <a:rPr lang="en-US" altLang="ko-KR" sz="2000" b="1" dirty="0">
                <a:latin typeface="+mj-ea"/>
              </a:rPr>
              <a:t>)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6B516A0-9E44-44FC-AA7A-4EC9558A6486}"/>
              </a:ext>
            </a:extLst>
          </p:cNvPr>
          <p:cNvSpPr txBox="1"/>
          <p:nvPr/>
        </p:nvSpPr>
        <p:spPr>
          <a:xfrm>
            <a:off x="9279466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</a:t>
            </a:r>
            <a:r>
              <a:rPr lang="en-US" altLang="ko-KR" sz="1050" b="1" dirty="0" err="1"/>
              <a:t>model_sungnam</a:t>
            </a:r>
            <a:r>
              <a:rPr lang="en-US" altLang="ko-KR" sz="1050" b="1" dirty="0"/>
              <a:t>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/dg)72</a:t>
            </a:r>
            <a:endParaRPr lang="ko-KR" altLang="en-US" sz="1050" b="1" dirty="0"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7217638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그림 43">
            <a:extLst>
              <a:ext uri="{FF2B5EF4-FFF2-40B4-BE49-F238E27FC236}">
                <a16:creationId xmlns:a16="http://schemas.microsoft.com/office/drawing/2014/main" id="{B677A664-900B-45EC-B7ED-FED2250F1E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0" y="707985"/>
            <a:ext cx="3227450" cy="493143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12E4B6C2-35C2-4C27-9869-ABC58B1417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0" y="2716152"/>
            <a:ext cx="3227450" cy="497547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06F1A1F7-B882-4681-B942-265A6276DF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0" y="4747938"/>
            <a:ext cx="3227450" cy="497547"/>
          </a:xfrm>
          <a:prstGeom prst="rect">
            <a:avLst/>
          </a:prstGeom>
        </p:spPr>
      </p:pic>
      <p:grpSp>
        <p:nvGrpSpPr>
          <p:cNvPr id="6" name="그룹 5">
            <a:extLst>
              <a:ext uri="{FF2B5EF4-FFF2-40B4-BE49-F238E27FC236}">
                <a16:creationId xmlns:a16="http://schemas.microsoft.com/office/drawing/2014/main" id="{A633956A-1F30-42A6-9C2E-8AC72E68C8A0}"/>
              </a:ext>
            </a:extLst>
          </p:cNvPr>
          <p:cNvGrpSpPr/>
          <p:nvPr/>
        </p:nvGrpSpPr>
        <p:grpSpPr>
          <a:xfrm>
            <a:off x="6465564" y="1473154"/>
            <a:ext cx="1391446" cy="4647191"/>
            <a:chOff x="6465564" y="1473154"/>
            <a:chExt cx="1391446" cy="4647191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FA255B5-0345-410B-80F9-2AFF909E4C46}"/>
                </a:ext>
              </a:extLst>
            </p:cNvPr>
            <p:cNvSpPr txBox="1"/>
            <p:nvPr/>
          </p:nvSpPr>
          <p:spPr>
            <a:xfrm>
              <a:off x="6465564" y="5503969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testdata_250814</a:t>
              </a:r>
              <a:endParaRPr lang="ko-KR" altLang="en-US" sz="1200" b="1" dirty="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749A747-00BF-4A4A-A0D9-CB38768F9B9A}"/>
                </a:ext>
              </a:extLst>
            </p:cNvPr>
            <p:cNvSpPr txBox="1"/>
            <p:nvPr/>
          </p:nvSpPr>
          <p:spPr>
            <a:xfrm>
              <a:off x="6465564" y="3478697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250716</a:t>
              </a:r>
              <a:endParaRPr lang="ko-KR" altLang="en-US" sz="1200" b="1" dirty="0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3780478-A6EF-4462-AD5A-1F9DE5B39403}"/>
                </a:ext>
              </a:extLst>
            </p:cNvPr>
            <p:cNvSpPr txBox="1"/>
            <p:nvPr/>
          </p:nvSpPr>
          <p:spPr>
            <a:xfrm>
              <a:off x="6472432" y="147315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240723</a:t>
              </a:r>
              <a:endParaRPr lang="ko-KR" altLang="en-US" sz="1200" b="1" dirty="0"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CD13AD81-9D77-4840-BEEF-57179F7C5A87}"/>
                </a:ext>
              </a:extLst>
            </p:cNvPr>
            <p:cNvSpPr txBox="1"/>
            <p:nvPr/>
          </p:nvSpPr>
          <p:spPr>
            <a:xfrm>
              <a:off x="6465564" y="5843346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0.8466</a:t>
              </a:r>
              <a:endParaRPr lang="ko-KR" altLang="en-US" sz="1200" b="1" dirty="0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9A42ED54-E154-45FD-9E22-F3DB582A0E2E}"/>
                </a:ext>
              </a:extLst>
            </p:cNvPr>
            <p:cNvSpPr txBox="1"/>
            <p:nvPr/>
          </p:nvSpPr>
          <p:spPr>
            <a:xfrm>
              <a:off x="6465564" y="381807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0.8926</a:t>
              </a:r>
              <a:endParaRPr lang="ko-KR" altLang="en-US" sz="1200" b="1" dirty="0"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DFE82EB6-8861-41EE-940F-7D3C39D3265A}"/>
                </a:ext>
              </a:extLst>
            </p:cNvPr>
            <p:cNvSpPr txBox="1"/>
            <p:nvPr/>
          </p:nvSpPr>
          <p:spPr>
            <a:xfrm>
              <a:off x="6472432" y="1812531"/>
              <a:ext cx="138457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0.2750</a:t>
              </a:r>
              <a:endParaRPr lang="pt-BR" altLang="ko-KR" sz="1200" dirty="0"/>
            </a:p>
            <a:p>
              <a:pPr algn="ctr" latinLnBrk="1"/>
              <a:endParaRPr lang="ko-KR" altLang="en-US" sz="1200" b="1" dirty="0"/>
            </a:p>
          </p:txBody>
        </p:sp>
      </p:grpSp>
      <p:pic>
        <p:nvPicPr>
          <p:cNvPr id="2" name="그림 1">
            <a:extLst>
              <a:ext uri="{FF2B5EF4-FFF2-40B4-BE49-F238E27FC236}">
                <a16:creationId xmlns:a16="http://schemas.microsoft.com/office/drawing/2014/main" id="{B0427AF8-A21B-40FF-AA58-919893C3364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8381" y="1247792"/>
            <a:ext cx="3192889" cy="1315789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C8E7FF9E-DE29-4AC0-8F82-3948FDDFEB1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8380" y="3240449"/>
            <a:ext cx="3192890" cy="1356107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DA0938AC-6E22-4385-9FDE-48F6D147DC7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5728" y="5271474"/>
            <a:ext cx="3195541" cy="1356107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73A9FA09-4C55-4047-B157-8A89D4BA73F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95684" y="716406"/>
            <a:ext cx="3227450" cy="488741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9FB5B3B8-D3C4-426E-A3EB-702A5203B43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9663" y="2716152"/>
            <a:ext cx="3227450" cy="497547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6006C84D-618D-4489-8E29-C63A6FBD5D6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92196" y="4747938"/>
            <a:ext cx="3227450" cy="497547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B9D11161-F507-458B-AD75-9380CEEBB71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3" y="1254012"/>
            <a:ext cx="3192889" cy="1315789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6992310A-AF00-4935-B2D8-4BBC37A613D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4" y="3240449"/>
            <a:ext cx="3175422" cy="1356107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5414DBF1-66B4-428D-8122-CBEC2AC62BCA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1573" y="5271474"/>
            <a:ext cx="3195540" cy="1356107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037FCAF9-66BE-4633-BC24-599FA03657E0}"/>
              </a:ext>
            </a:extLst>
          </p:cNvPr>
          <p:cNvGrpSpPr/>
          <p:nvPr/>
        </p:nvGrpSpPr>
        <p:grpSpPr>
          <a:xfrm>
            <a:off x="668867" y="1566310"/>
            <a:ext cx="1290420" cy="4587791"/>
            <a:chOff x="668867" y="1566310"/>
            <a:chExt cx="1290420" cy="4587791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FE13151-BA46-4219-A32A-22942F00BBFD}"/>
                </a:ext>
              </a:extLst>
            </p:cNvPr>
            <p:cNvSpPr txBox="1"/>
            <p:nvPr/>
          </p:nvSpPr>
          <p:spPr>
            <a:xfrm>
              <a:off x="668867" y="5537725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testdata_230711</a:t>
              </a:r>
              <a:endParaRPr lang="ko-KR" altLang="en-US" sz="1200" b="1" dirty="0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ADEB3EAB-0072-4095-8733-FFDDAD956D2E}"/>
                </a:ext>
              </a:extLst>
            </p:cNvPr>
            <p:cNvSpPr txBox="1"/>
            <p:nvPr/>
          </p:nvSpPr>
          <p:spPr>
            <a:xfrm>
              <a:off x="672354" y="35521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220712</a:t>
              </a:r>
              <a:endParaRPr lang="ko-KR" altLang="en-US" sz="1200" b="1" dirty="0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800CA63C-8DB7-46FE-A1FF-5C3332D9E9F6}"/>
                </a:ext>
              </a:extLst>
            </p:cNvPr>
            <p:cNvSpPr txBox="1"/>
            <p:nvPr/>
          </p:nvSpPr>
          <p:spPr>
            <a:xfrm>
              <a:off x="668867" y="15663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200802</a:t>
              </a:r>
              <a:endParaRPr lang="ko-KR" altLang="en-US" sz="1200" b="1" dirty="0"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F471D7EC-A786-472B-86DD-C4736DB62A39}"/>
                </a:ext>
              </a:extLst>
            </p:cNvPr>
            <p:cNvSpPr txBox="1"/>
            <p:nvPr/>
          </p:nvSpPr>
          <p:spPr>
            <a:xfrm>
              <a:off x="668867" y="5877102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0.8885</a:t>
              </a:r>
              <a:endParaRPr lang="ko-KR" altLang="en-US" sz="1200" b="1" dirty="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CD3DAA8C-A351-4E6A-A57B-AB46DE11A446}"/>
                </a:ext>
              </a:extLst>
            </p:cNvPr>
            <p:cNvSpPr txBox="1"/>
            <p:nvPr/>
          </p:nvSpPr>
          <p:spPr>
            <a:xfrm>
              <a:off x="672354" y="38914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-1.7001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53BFEBD7-87B5-494C-9DF1-3F7DF03D47F4}"/>
                </a:ext>
              </a:extLst>
            </p:cNvPr>
            <p:cNvSpPr txBox="1"/>
            <p:nvPr/>
          </p:nvSpPr>
          <p:spPr>
            <a:xfrm>
              <a:off x="668867" y="19056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0.4887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299677C7-71CB-488B-B73B-00A215738C6E}"/>
              </a:ext>
            </a:extLst>
          </p:cNvPr>
          <p:cNvSpPr txBox="1"/>
          <p:nvPr/>
        </p:nvSpPr>
        <p:spPr>
          <a:xfrm>
            <a:off x="270933" y="230419"/>
            <a:ext cx="78996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chemeClr val="accent5"/>
                </a:solidFill>
                <a:latin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</a:rPr>
              <a:t> </a:t>
            </a:r>
            <a:r>
              <a:rPr lang="en-US" altLang="ko-KR" sz="2000" b="1" dirty="0">
                <a:latin typeface="+mj-ea"/>
              </a:rPr>
              <a:t>-</a:t>
            </a:r>
            <a:r>
              <a:rPr lang="en-US" altLang="ko-KR" sz="2000" b="1" dirty="0">
                <a:solidFill>
                  <a:schemeClr val="accent5"/>
                </a:solidFill>
                <a:latin typeface="+mj-ea"/>
              </a:rPr>
              <a:t> </a:t>
            </a:r>
            <a:r>
              <a:rPr lang="en-US" altLang="ko-KR" sz="2000" b="1" dirty="0">
                <a:latin typeface="+mj-ea"/>
              </a:rPr>
              <a:t>12</a:t>
            </a:r>
            <a:r>
              <a:rPr lang="ko-KR" altLang="en-US" sz="2000" b="1" dirty="0">
                <a:latin typeface="+mj-ea"/>
              </a:rPr>
              <a:t>시간 예측</a:t>
            </a:r>
            <a:r>
              <a:rPr lang="en-US" altLang="ko-KR" sz="2000" b="1" dirty="0">
                <a:latin typeface="+mj-ea"/>
              </a:rPr>
              <a:t> ( 3</a:t>
            </a:r>
            <a:r>
              <a:rPr lang="ko-KR" altLang="en-US" sz="2000" b="1" dirty="0">
                <a:latin typeface="+mj-ea"/>
              </a:rPr>
              <a:t>시간 </a:t>
            </a:r>
            <a:r>
              <a:rPr lang="en-US" altLang="ko-KR" sz="2000" b="1" dirty="0">
                <a:latin typeface="+mj-ea"/>
              </a:rPr>
              <a:t>)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5E719F6-61FC-4CF7-83E3-B08D9A6EC9DF}"/>
              </a:ext>
            </a:extLst>
          </p:cNvPr>
          <p:cNvSpPr txBox="1"/>
          <p:nvPr/>
        </p:nvSpPr>
        <p:spPr>
          <a:xfrm>
            <a:off x="9279466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</a:t>
            </a:r>
            <a:r>
              <a:rPr lang="en-US" altLang="ko-KR" sz="1050" b="1" dirty="0" err="1"/>
              <a:t>model_sungnam</a:t>
            </a:r>
            <a:r>
              <a:rPr lang="en-US" altLang="ko-KR" sz="1050" b="1" dirty="0"/>
              <a:t>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/dg)72</a:t>
            </a:r>
            <a:endParaRPr lang="ko-KR" altLang="en-US" sz="1050" b="1" dirty="0"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163362863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Box 27">
            <a:extLst>
              <a:ext uri="{FF2B5EF4-FFF2-40B4-BE49-F238E27FC236}">
                <a16:creationId xmlns:a16="http://schemas.microsoft.com/office/drawing/2014/main" id="{A7A8DF26-3638-498C-8546-6762D0FA6823}"/>
              </a:ext>
            </a:extLst>
          </p:cNvPr>
          <p:cNvSpPr txBox="1"/>
          <p:nvPr/>
        </p:nvSpPr>
        <p:spPr>
          <a:xfrm>
            <a:off x="9279466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model_(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/dg)_wl18_3_2</a:t>
            </a:r>
            <a:endParaRPr lang="ko-KR" altLang="en-US" sz="1050" b="1" dirty="0">
              <a:latin typeface="+mj-ea"/>
            </a:endParaRPr>
          </a:p>
        </p:txBody>
      </p:sp>
      <p:pic>
        <p:nvPicPr>
          <p:cNvPr id="44" name="그림 43">
            <a:extLst>
              <a:ext uri="{FF2B5EF4-FFF2-40B4-BE49-F238E27FC236}">
                <a16:creationId xmlns:a16="http://schemas.microsoft.com/office/drawing/2014/main" id="{B677A664-900B-45EC-B7ED-FED2250F1E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3" y="707985"/>
            <a:ext cx="3227450" cy="493143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12E4B6C2-35C2-4C27-9869-ABC58B1417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3" y="2716152"/>
            <a:ext cx="3227450" cy="497547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06F1A1F7-B882-4681-B942-265A6276DF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9262" y="4747938"/>
            <a:ext cx="3227450" cy="497547"/>
          </a:xfrm>
          <a:prstGeom prst="rect">
            <a:avLst/>
          </a:prstGeom>
        </p:spPr>
      </p:pic>
      <p:grpSp>
        <p:nvGrpSpPr>
          <p:cNvPr id="6" name="그룹 5">
            <a:extLst>
              <a:ext uri="{FF2B5EF4-FFF2-40B4-BE49-F238E27FC236}">
                <a16:creationId xmlns:a16="http://schemas.microsoft.com/office/drawing/2014/main" id="{A633956A-1F30-42A6-9C2E-8AC72E68C8A0}"/>
              </a:ext>
            </a:extLst>
          </p:cNvPr>
          <p:cNvGrpSpPr/>
          <p:nvPr/>
        </p:nvGrpSpPr>
        <p:grpSpPr>
          <a:xfrm>
            <a:off x="6465564" y="1473154"/>
            <a:ext cx="1391446" cy="4647191"/>
            <a:chOff x="6465564" y="1473154"/>
            <a:chExt cx="1391446" cy="4647191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FA255B5-0345-410B-80F9-2AFF909E4C46}"/>
                </a:ext>
              </a:extLst>
            </p:cNvPr>
            <p:cNvSpPr txBox="1"/>
            <p:nvPr/>
          </p:nvSpPr>
          <p:spPr>
            <a:xfrm>
              <a:off x="6465564" y="5503969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testdata_250814</a:t>
              </a:r>
              <a:endParaRPr lang="ko-KR" altLang="en-US" sz="1200" b="1" dirty="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749A747-00BF-4A4A-A0D9-CB38768F9B9A}"/>
                </a:ext>
              </a:extLst>
            </p:cNvPr>
            <p:cNvSpPr txBox="1"/>
            <p:nvPr/>
          </p:nvSpPr>
          <p:spPr>
            <a:xfrm>
              <a:off x="6465564" y="3478697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250716</a:t>
              </a:r>
              <a:endParaRPr lang="ko-KR" altLang="en-US" sz="1200" b="1" dirty="0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3780478-A6EF-4462-AD5A-1F9DE5B39403}"/>
                </a:ext>
              </a:extLst>
            </p:cNvPr>
            <p:cNvSpPr txBox="1"/>
            <p:nvPr/>
          </p:nvSpPr>
          <p:spPr>
            <a:xfrm>
              <a:off x="6472432" y="147315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240723</a:t>
              </a:r>
              <a:endParaRPr lang="ko-KR" altLang="en-US" sz="1200" b="1" dirty="0"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CD13AD81-9D77-4840-BEEF-57179F7C5A87}"/>
                </a:ext>
              </a:extLst>
            </p:cNvPr>
            <p:cNvSpPr txBox="1"/>
            <p:nvPr/>
          </p:nvSpPr>
          <p:spPr>
            <a:xfrm>
              <a:off x="6465564" y="5843346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0.8781</a:t>
              </a:r>
              <a:endParaRPr lang="ko-KR" altLang="en-US" sz="1200" b="1" dirty="0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9A42ED54-E154-45FD-9E22-F3DB582A0E2E}"/>
                </a:ext>
              </a:extLst>
            </p:cNvPr>
            <p:cNvSpPr txBox="1"/>
            <p:nvPr/>
          </p:nvSpPr>
          <p:spPr>
            <a:xfrm>
              <a:off x="6465564" y="381807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0.9470</a:t>
              </a:r>
              <a:endParaRPr lang="ko-KR" altLang="en-US" sz="1200" b="1" dirty="0"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DFE82EB6-8861-41EE-940F-7D3C39D3265A}"/>
                </a:ext>
              </a:extLst>
            </p:cNvPr>
            <p:cNvSpPr txBox="1"/>
            <p:nvPr/>
          </p:nvSpPr>
          <p:spPr>
            <a:xfrm>
              <a:off x="6472432" y="1812531"/>
              <a:ext cx="138457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0.6749</a:t>
              </a:r>
              <a:endParaRPr lang="pt-BR" altLang="ko-KR" sz="1200" dirty="0"/>
            </a:p>
            <a:p>
              <a:pPr algn="ctr" latinLnBrk="1"/>
              <a:endParaRPr lang="ko-KR" altLang="en-US" sz="1200" b="1" dirty="0"/>
            </a:p>
          </p:txBody>
        </p:sp>
      </p:grpSp>
      <p:pic>
        <p:nvPicPr>
          <p:cNvPr id="2" name="그림 1">
            <a:extLst>
              <a:ext uri="{FF2B5EF4-FFF2-40B4-BE49-F238E27FC236}">
                <a16:creationId xmlns:a16="http://schemas.microsoft.com/office/drawing/2014/main" id="{B0427AF8-A21B-40FF-AA58-919893C3364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8383" y="1247792"/>
            <a:ext cx="3192890" cy="1315789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C8E7FF9E-DE29-4AC0-8F82-3948FDDFEB1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8383" y="3240449"/>
            <a:ext cx="3192889" cy="1356107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DA0938AC-6E22-4385-9FDE-48F6D147DC7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4" y="5271474"/>
            <a:ext cx="3192888" cy="1356107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73A9FA09-4C55-4047-B157-8A89D4BA73F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27591" y="716406"/>
            <a:ext cx="3227450" cy="488741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9FB5B3B8-D3C4-426E-A3EB-702A5203B43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3" y="2716152"/>
            <a:ext cx="3227450" cy="497547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6006C84D-618D-4489-8E29-C63A6FBD5D6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9662" y="4747938"/>
            <a:ext cx="3227450" cy="497547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B9D11161-F507-458B-AD75-9380CEEBB71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7278" y="1254012"/>
            <a:ext cx="3192890" cy="1315789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6992310A-AF00-4935-B2D8-4BBC37A613D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7278" y="3240449"/>
            <a:ext cx="3192890" cy="1356107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5414DBF1-66B4-428D-8122-CBEC2AC62BCA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7278" y="5271474"/>
            <a:ext cx="3192890" cy="1356107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037FCAF9-66BE-4633-BC24-599FA03657E0}"/>
              </a:ext>
            </a:extLst>
          </p:cNvPr>
          <p:cNvGrpSpPr/>
          <p:nvPr/>
        </p:nvGrpSpPr>
        <p:grpSpPr>
          <a:xfrm>
            <a:off x="668867" y="1566310"/>
            <a:ext cx="1290420" cy="4587791"/>
            <a:chOff x="668867" y="1566310"/>
            <a:chExt cx="1290420" cy="4587791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FE13151-BA46-4219-A32A-22942F00BBFD}"/>
                </a:ext>
              </a:extLst>
            </p:cNvPr>
            <p:cNvSpPr txBox="1"/>
            <p:nvPr/>
          </p:nvSpPr>
          <p:spPr>
            <a:xfrm>
              <a:off x="668867" y="5537725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testdata_230711</a:t>
              </a:r>
              <a:endParaRPr lang="ko-KR" altLang="en-US" sz="1200" b="1" dirty="0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ADEB3EAB-0072-4095-8733-FFDDAD956D2E}"/>
                </a:ext>
              </a:extLst>
            </p:cNvPr>
            <p:cNvSpPr txBox="1"/>
            <p:nvPr/>
          </p:nvSpPr>
          <p:spPr>
            <a:xfrm>
              <a:off x="672354" y="35521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220712</a:t>
              </a:r>
              <a:endParaRPr lang="ko-KR" altLang="en-US" sz="1200" b="1" dirty="0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800CA63C-8DB7-46FE-A1FF-5C3332D9E9F6}"/>
                </a:ext>
              </a:extLst>
            </p:cNvPr>
            <p:cNvSpPr txBox="1"/>
            <p:nvPr/>
          </p:nvSpPr>
          <p:spPr>
            <a:xfrm>
              <a:off x="668867" y="15663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200802</a:t>
              </a:r>
              <a:endParaRPr lang="ko-KR" altLang="en-US" sz="1200" b="1" dirty="0"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F471D7EC-A786-472B-86DD-C4736DB62A39}"/>
                </a:ext>
              </a:extLst>
            </p:cNvPr>
            <p:cNvSpPr txBox="1"/>
            <p:nvPr/>
          </p:nvSpPr>
          <p:spPr>
            <a:xfrm>
              <a:off x="668867" y="5877102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0.8659</a:t>
              </a:r>
              <a:endParaRPr lang="ko-KR" altLang="en-US" sz="1200" b="1" dirty="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CD3DAA8C-A351-4E6A-A57B-AB46DE11A446}"/>
                </a:ext>
              </a:extLst>
            </p:cNvPr>
            <p:cNvSpPr txBox="1"/>
            <p:nvPr/>
          </p:nvSpPr>
          <p:spPr>
            <a:xfrm>
              <a:off x="672354" y="38914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0.5503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53BFEBD7-87B5-494C-9DF1-3F7DF03D47F4}"/>
                </a:ext>
              </a:extLst>
            </p:cNvPr>
            <p:cNvSpPr txBox="1"/>
            <p:nvPr/>
          </p:nvSpPr>
          <p:spPr>
            <a:xfrm>
              <a:off x="668867" y="19056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0.8748</a:t>
              </a:r>
              <a:endParaRPr lang="ko-KR" altLang="en-US" sz="1200" b="1" dirty="0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299677C7-71CB-488B-B73B-00A215738C6E}"/>
              </a:ext>
            </a:extLst>
          </p:cNvPr>
          <p:cNvSpPr txBox="1"/>
          <p:nvPr/>
        </p:nvSpPr>
        <p:spPr>
          <a:xfrm>
            <a:off x="270933" y="230419"/>
            <a:ext cx="78996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chemeClr val="accent5"/>
                </a:solidFill>
                <a:latin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</a:rPr>
              <a:t> </a:t>
            </a:r>
            <a:r>
              <a:rPr lang="en-US" altLang="ko-KR" sz="2000" b="1" dirty="0">
                <a:latin typeface="+mj-ea"/>
              </a:rPr>
              <a:t>- </a:t>
            </a:r>
            <a:r>
              <a:rPr lang="ko-KR" altLang="en-US" sz="2000" b="1" dirty="0">
                <a:latin typeface="+mj-ea"/>
              </a:rPr>
              <a:t>관심수위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76685152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그림 43">
            <a:extLst>
              <a:ext uri="{FF2B5EF4-FFF2-40B4-BE49-F238E27FC236}">
                <a16:creationId xmlns:a16="http://schemas.microsoft.com/office/drawing/2014/main" id="{B677A664-900B-45EC-B7ED-FED2250F1E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2" y="707985"/>
            <a:ext cx="3227450" cy="493143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12E4B6C2-35C2-4C27-9869-ABC58B1417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2" y="2716152"/>
            <a:ext cx="3227450" cy="497547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06F1A1F7-B882-4681-B942-265A6276DF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1" y="4747938"/>
            <a:ext cx="3192891" cy="497547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B0427AF8-A21B-40FF-AA58-919893C3364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5016" y="1247792"/>
            <a:ext cx="3176257" cy="1315789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C8E7FF9E-DE29-4AC0-8F82-3948FDDFEB1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8381" y="3240449"/>
            <a:ext cx="3192891" cy="1356107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DA0938AC-6E22-4385-9FDE-48F6D147DC7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0455" y="5271474"/>
            <a:ext cx="3176257" cy="1356107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73A9FA09-4C55-4047-B157-8A89D4BA73F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27589" y="716406"/>
            <a:ext cx="3227450" cy="488741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9FB5B3B8-D3C4-426E-A3EB-702A5203B43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27589" y="2716152"/>
            <a:ext cx="3227450" cy="497547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6006C84D-618D-4489-8E29-C63A6FBD5D6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62147" y="4747938"/>
            <a:ext cx="3192891" cy="497547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B9D11161-F507-458B-AD75-9380CEEBB71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8782" y="1254012"/>
            <a:ext cx="3176257" cy="1315789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6992310A-AF00-4935-B2D8-4BBC37A613D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62148" y="3240449"/>
            <a:ext cx="3192891" cy="1356107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5414DBF1-66B4-428D-8122-CBEC2AC62BCA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8782" y="5271474"/>
            <a:ext cx="3176257" cy="1356107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299677C7-71CB-488B-B73B-00A215738C6E}"/>
              </a:ext>
            </a:extLst>
          </p:cNvPr>
          <p:cNvSpPr txBox="1"/>
          <p:nvPr/>
        </p:nvSpPr>
        <p:spPr>
          <a:xfrm>
            <a:off x="270933" y="230419"/>
            <a:ext cx="78996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chemeClr val="accent5"/>
                </a:solidFill>
                <a:latin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</a:rPr>
              <a:t> </a:t>
            </a:r>
            <a:r>
              <a:rPr lang="en-US" altLang="ko-KR" sz="2000" b="1" dirty="0">
                <a:latin typeface="+mj-ea"/>
              </a:rPr>
              <a:t>– </a:t>
            </a:r>
            <a:r>
              <a:rPr lang="ko-KR" altLang="en-US" sz="2000" b="1" dirty="0">
                <a:latin typeface="+mj-ea"/>
              </a:rPr>
              <a:t>관심수위 </a:t>
            </a:r>
            <a:r>
              <a:rPr lang="en-US" altLang="ko-KR" sz="2000" b="1" dirty="0">
                <a:latin typeface="+mj-ea"/>
              </a:rPr>
              <a:t>( + </a:t>
            </a:r>
            <a:r>
              <a:rPr lang="ko-KR" altLang="en-US" sz="2000" b="1" dirty="0" err="1">
                <a:latin typeface="+mj-ea"/>
              </a:rPr>
              <a:t>누적강우</a:t>
            </a:r>
            <a:r>
              <a:rPr lang="ko-KR" altLang="en-US" sz="2000" b="1" dirty="0">
                <a:latin typeface="+mj-ea"/>
              </a:rPr>
              <a:t> </a:t>
            </a:r>
            <a:r>
              <a:rPr lang="en-US" altLang="ko-KR" sz="2000" b="1" dirty="0">
                <a:latin typeface="+mj-ea"/>
              </a:rPr>
              <a:t>)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A9FA8BA-AD4F-4435-80C7-4447213A425B}"/>
              </a:ext>
            </a:extLst>
          </p:cNvPr>
          <p:cNvSpPr txBox="1"/>
          <p:nvPr/>
        </p:nvSpPr>
        <p:spPr>
          <a:xfrm>
            <a:off x="9279466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model_(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/dg)_rf</a:t>
            </a:r>
            <a:endParaRPr lang="ko-KR" altLang="en-US" sz="1050" b="1" dirty="0">
              <a:latin typeface="+mj-ea"/>
            </a:endParaRPr>
          </a:p>
        </p:txBody>
      </p: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96ED2C04-8E0A-4BF9-91C7-3D11FD606F95}"/>
              </a:ext>
            </a:extLst>
          </p:cNvPr>
          <p:cNvGrpSpPr/>
          <p:nvPr/>
        </p:nvGrpSpPr>
        <p:grpSpPr>
          <a:xfrm>
            <a:off x="6465564" y="1473154"/>
            <a:ext cx="1391446" cy="4647191"/>
            <a:chOff x="6465564" y="1473154"/>
            <a:chExt cx="1391446" cy="4647191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88C2957F-BFE7-46CB-B0E3-DA69D6D943D9}"/>
                </a:ext>
              </a:extLst>
            </p:cNvPr>
            <p:cNvSpPr txBox="1"/>
            <p:nvPr/>
          </p:nvSpPr>
          <p:spPr>
            <a:xfrm>
              <a:off x="6465564" y="5503969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testdata_250814</a:t>
              </a:r>
              <a:endParaRPr lang="ko-KR" altLang="en-US" sz="1200" b="1" dirty="0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B0623A4F-078B-4CF1-83C1-D064A38C281B}"/>
                </a:ext>
              </a:extLst>
            </p:cNvPr>
            <p:cNvSpPr txBox="1"/>
            <p:nvPr/>
          </p:nvSpPr>
          <p:spPr>
            <a:xfrm>
              <a:off x="6465564" y="3478697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250716</a:t>
              </a:r>
              <a:endParaRPr lang="ko-KR" altLang="en-US" sz="1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697735E6-2EDF-4EEC-9516-E21AAF1819F4}"/>
                </a:ext>
              </a:extLst>
            </p:cNvPr>
            <p:cNvSpPr txBox="1"/>
            <p:nvPr/>
          </p:nvSpPr>
          <p:spPr>
            <a:xfrm>
              <a:off x="6472432" y="147315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240723</a:t>
              </a:r>
              <a:endParaRPr lang="ko-KR" altLang="en-US" sz="1200" b="1" dirty="0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5108AC27-B639-4545-B705-8D407272E650}"/>
                </a:ext>
              </a:extLst>
            </p:cNvPr>
            <p:cNvSpPr txBox="1"/>
            <p:nvPr/>
          </p:nvSpPr>
          <p:spPr>
            <a:xfrm>
              <a:off x="6465564" y="5843346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0.8301 </a:t>
              </a:r>
              <a:endParaRPr lang="ko-KR" altLang="en-US" sz="1200" b="1" dirty="0"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577689E3-8560-4022-BFCF-3E7EFAC96ED6}"/>
                </a:ext>
              </a:extLst>
            </p:cNvPr>
            <p:cNvSpPr txBox="1"/>
            <p:nvPr/>
          </p:nvSpPr>
          <p:spPr>
            <a:xfrm>
              <a:off x="6465564" y="381807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0.9182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CBEBB8AD-4C91-4F16-A1DC-34DC4C043DF7}"/>
                </a:ext>
              </a:extLst>
            </p:cNvPr>
            <p:cNvSpPr txBox="1"/>
            <p:nvPr/>
          </p:nvSpPr>
          <p:spPr>
            <a:xfrm>
              <a:off x="6472432" y="1812531"/>
              <a:ext cx="138457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b="1" dirty="0">
                  <a:solidFill>
                    <a:srgbClr val="FF0000"/>
                  </a:solidFill>
                </a:rPr>
                <a:t>0.5656</a:t>
              </a:r>
              <a:r>
                <a:rPr lang="en-US" altLang="ko-KR" sz="1200" b="1" dirty="0"/>
                <a:t> </a:t>
              </a:r>
              <a:endParaRPr lang="pt-BR" altLang="ko-KR" sz="1200" dirty="0"/>
            </a:p>
            <a:p>
              <a:pPr algn="ctr" latinLnBrk="1"/>
              <a:endParaRPr lang="ko-KR" altLang="en-US" sz="1200" b="1" dirty="0"/>
            </a:p>
          </p:txBody>
        </p:sp>
      </p:grp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209B6C0E-1B9E-483F-BC27-21111E7A34F7}"/>
              </a:ext>
            </a:extLst>
          </p:cNvPr>
          <p:cNvGrpSpPr/>
          <p:nvPr/>
        </p:nvGrpSpPr>
        <p:grpSpPr>
          <a:xfrm>
            <a:off x="668867" y="1566310"/>
            <a:ext cx="1290420" cy="4587791"/>
            <a:chOff x="668867" y="1566310"/>
            <a:chExt cx="1290420" cy="4587791"/>
          </a:xfrm>
        </p:grpSpPr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EC739523-FC46-4333-8B7E-ACE8D41CAE58}"/>
                </a:ext>
              </a:extLst>
            </p:cNvPr>
            <p:cNvSpPr txBox="1"/>
            <p:nvPr/>
          </p:nvSpPr>
          <p:spPr>
            <a:xfrm>
              <a:off x="668867" y="5537725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testdata_230711</a:t>
              </a:r>
              <a:endParaRPr lang="ko-KR" altLang="en-US" sz="1200" b="1" dirty="0"/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F60517DC-3427-47AB-9D67-69C3D683D07B}"/>
                </a:ext>
              </a:extLst>
            </p:cNvPr>
            <p:cNvSpPr txBox="1"/>
            <p:nvPr/>
          </p:nvSpPr>
          <p:spPr>
            <a:xfrm>
              <a:off x="672354" y="35521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220712</a:t>
              </a:r>
              <a:endParaRPr lang="ko-KR" altLang="en-US" sz="1200" b="1" dirty="0"/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4DA6FF8C-2467-4FD0-BA08-BBD5528504D0}"/>
                </a:ext>
              </a:extLst>
            </p:cNvPr>
            <p:cNvSpPr txBox="1"/>
            <p:nvPr/>
          </p:nvSpPr>
          <p:spPr>
            <a:xfrm>
              <a:off x="668867" y="15663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200802</a:t>
              </a:r>
              <a:endParaRPr lang="ko-KR" altLang="en-US" sz="1200" b="1" dirty="0"/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980A6C1A-7E95-4417-A16E-9EC9FFD76612}"/>
                </a:ext>
              </a:extLst>
            </p:cNvPr>
            <p:cNvSpPr txBox="1"/>
            <p:nvPr/>
          </p:nvSpPr>
          <p:spPr>
            <a:xfrm>
              <a:off x="668867" y="5877102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0.8559 </a:t>
              </a:r>
              <a:endParaRPr lang="ko-KR" altLang="en-US" sz="1200" b="1" dirty="0"/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5D932177-D6F8-413D-84B4-9732BF30196C}"/>
                </a:ext>
              </a:extLst>
            </p:cNvPr>
            <p:cNvSpPr txBox="1"/>
            <p:nvPr/>
          </p:nvSpPr>
          <p:spPr>
            <a:xfrm>
              <a:off x="672354" y="38914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b="1" dirty="0">
                  <a:solidFill>
                    <a:srgbClr val="FF0000"/>
                  </a:solidFill>
                </a:rPr>
                <a:t>0.6399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14A7D638-1207-469F-8F89-CB6656FE07FB}"/>
                </a:ext>
              </a:extLst>
            </p:cNvPr>
            <p:cNvSpPr txBox="1"/>
            <p:nvPr/>
          </p:nvSpPr>
          <p:spPr>
            <a:xfrm>
              <a:off x="668867" y="19056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b="1" dirty="0">
                  <a:solidFill>
                    <a:srgbClr val="FF0000"/>
                  </a:solidFill>
                </a:rPr>
                <a:t>0.7441</a:t>
              </a:r>
              <a:r>
                <a:rPr lang="en-US" altLang="ko-KR" sz="1200" b="1" dirty="0"/>
                <a:t> </a:t>
              </a:r>
              <a:endParaRPr lang="ko-KR" altLang="en-US" sz="12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82550395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그림 43">
            <a:extLst>
              <a:ext uri="{FF2B5EF4-FFF2-40B4-BE49-F238E27FC236}">
                <a16:creationId xmlns:a16="http://schemas.microsoft.com/office/drawing/2014/main" id="{B677A664-900B-45EC-B7ED-FED2250F1E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3" y="707985"/>
            <a:ext cx="3227450" cy="493143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12E4B6C2-35C2-4C27-9869-ABC58B1417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3" y="2716152"/>
            <a:ext cx="3227450" cy="497547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06F1A1F7-B882-4681-B942-265A6276DF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9262" y="4747938"/>
            <a:ext cx="3227450" cy="497547"/>
          </a:xfrm>
          <a:prstGeom prst="rect">
            <a:avLst/>
          </a:prstGeom>
        </p:spPr>
      </p:pic>
      <p:grpSp>
        <p:nvGrpSpPr>
          <p:cNvPr id="6" name="그룹 5">
            <a:extLst>
              <a:ext uri="{FF2B5EF4-FFF2-40B4-BE49-F238E27FC236}">
                <a16:creationId xmlns:a16="http://schemas.microsoft.com/office/drawing/2014/main" id="{A633956A-1F30-42A6-9C2E-8AC72E68C8A0}"/>
              </a:ext>
            </a:extLst>
          </p:cNvPr>
          <p:cNvGrpSpPr/>
          <p:nvPr/>
        </p:nvGrpSpPr>
        <p:grpSpPr>
          <a:xfrm>
            <a:off x="6465564" y="1473154"/>
            <a:ext cx="1391446" cy="4647191"/>
            <a:chOff x="6465564" y="1473154"/>
            <a:chExt cx="1391446" cy="4647191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FA255B5-0345-410B-80F9-2AFF909E4C46}"/>
                </a:ext>
              </a:extLst>
            </p:cNvPr>
            <p:cNvSpPr txBox="1"/>
            <p:nvPr/>
          </p:nvSpPr>
          <p:spPr>
            <a:xfrm>
              <a:off x="6465564" y="5503969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testdata_250814</a:t>
              </a:r>
              <a:endParaRPr lang="ko-KR" altLang="en-US" sz="1200" b="1" dirty="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749A747-00BF-4A4A-A0D9-CB38768F9B9A}"/>
                </a:ext>
              </a:extLst>
            </p:cNvPr>
            <p:cNvSpPr txBox="1"/>
            <p:nvPr/>
          </p:nvSpPr>
          <p:spPr>
            <a:xfrm>
              <a:off x="6465564" y="3478697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250716</a:t>
              </a:r>
              <a:endParaRPr lang="ko-KR" altLang="en-US" sz="1200" b="1" dirty="0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3780478-A6EF-4462-AD5A-1F9DE5B39403}"/>
                </a:ext>
              </a:extLst>
            </p:cNvPr>
            <p:cNvSpPr txBox="1"/>
            <p:nvPr/>
          </p:nvSpPr>
          <p:spPr>
            <a:xfrm>
              <a:off x="6472432" y="147315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240723</a:t>
              </a:r>
              <a:endParaRPr lang="ko-KR" altLang="en-US" sz="1200" b="1" dirty="0"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CD13AD81-9D77-4840-BEEF-57179F7C5A87}"/>
                </a:ext>
              </a:extLst>
            </p:cNvPr>
            <p:cNvSpPr txBox="1"/>
            <p:nvPr/>
          </p:nvSpPr>
          <p:spPr>
            <a:xfrm>
              <a:off x="6465564" y="5843346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0.8953</a:t>
              </a:r>
              <a:endParaRPr lang="ko-KR" altLang="en-US" sz="1200" b="1" dirty="0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9A42ED54-E154-45FD-9E22-F3DB582A0E2E}"/>
                </a:ext>
              </a:extLst>
            </p:cNvPr>
            <p:cNvSpPr txBox="1"/>
            <p:nvPr/>
          </p:nvSpPr>
          <p:spPr>
            <a:xfrm>
              <a:off x="6465564" y="381807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0.7288</a:t>
              </a:r>
              <a:endParaRPr lang="ko-KR" altLang="en-US" sz="1200" b="1" dirty="0"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DFE82EB6-8861-41EE-940F-7D3C39D3265A}"/>
                </a:ext>
              </a:extLst>
            </p:cNvPr>
            <p:cNvSpPr txBox="1"/>
            <p:nvPr/>
          </p:nvSpPr>
          <p:spPr>
            <a:xfrm>
              <a:off x="6472432" y="1812531"/>
              <a:ext cx="138457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-4.2174</a:t>
              </a:r>
              <a:endParaRPr lang="pt-BR" altLang="ko-KR" sz="1200" dirty="0"/>
            </a:p>
            <a:p>
              <a:pPr algn="ctr" latinLnBrk="1"/>
              <a:endParaRPr lang="ko-KR" altLang="en-US" sz="1200" b="1" dirty="0"/>
            </a:p>
          </p:txBody>
        </p:sp>
      </p:grpSp>
      <p:pic>
        <p:nvPicPr>
          <p:cNvPr id="2" name="그림 1">
            <a:extLst>
              <a:ext uri="{FF2B5EF4-FFF2-40B4-BE49-F238E27FC236}">
                <a16:creationId xmlns:a16="http://schemas.microsoft.com/office/drawing/2014/main" id="{B0427AF8-A21B-40FF-AA58-919893C3364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8382" y="1247792"/>
            <a:ext cx="3192890" cy="1315789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C8E7FF9E-DE29-4AC0-8F82-3948FDDFEB1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2" y="3240449"/>
            <a:ext cx="3192890" cy="1356107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DA0938AC-6E22-4385-9FDE-48F6D147DC7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2" y="5271474"/>
            <a:ext cx="3192890" cy="1356107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73A9FA09-4C55-4047-B157-8A89D4BA73F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27591" y="716406"/>
            <a:ext cx="3227450" cy="488741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9FB5B3B8-D3C4-426E-A3EB-702A5203B43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3" y="2716152"/>
            <a:ext cx="3227450" cy="497547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6006C84D-618D-4489-8E29-C63A6FBD5D6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9662" y="4747938"/>
            <a:ext cx="3227450" cy="497547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B9D11161-F507-458B-AD75-9380CEEBB71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7278" y="1254012"/>
            <a:ext cx="3192889" cy="1315789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6992310A-AF00-4935-B2D8-4BBC37A613D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8783" y="3240449"/>
            <a:ext cx="3192890" cy="1356107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5414DBF1-66B4-428D-8122-CBEC2AC62BCA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2" y="5271474"/>
            <a:ext cx="3192889" cy="1356107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037FCAF9-66BE-4633-BC24-599FA03657E0}"/>
              </a:ext>
            </a:extLst>
          </p:cNvPr>
          <p:cNvGrpSpPr/>
          <p:nvPr/>
        </p:nvGrpSpPr>
        <p:grpSpPr>
          <a:xfrm>
            <a:off x="668867" y="1566310"/>
            <a:ext cx="1290420" cy="4587791"/>
            <a:chOff x="668867" y="1566310"/>
            <a:chExt cx="1290420" cy="4587791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FE13151-BA46-4219-A32A-22942F00BBFD}"/>
                </a:ext>
              </a:extLst>
            </p:cNvPr>
            <p:cNvSpPr txBox="1"/>
            <p:nvPr/>
          </p:nvSpPr>
          <p:spPr>
            <a:xfrm>
              <a:off x="668867" y="5537725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testdata_230711</a:t>
              </a:r>
              <a:endParaRPr lang="ko-KR" altLang="en-US" sz="1200" b="1" dirty="0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ADEB3EAB-0072-4095-8733-FFDDAD956D2E}"/>
                </a:ext>
              </a:extLst>
            </p:cNvPr>
            <p:cNvSpPr txBox="1"/>
            <p:nvPr/>
          </p:nvSpPr>
          <p:spPr>
            <a:xfrm>
              <a:off x="672354" y="35521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220712</a:t>
              </a:r>
              <a:endParaRPr lang="ko-KR" altLang="en-US" sz="1200" b="1" dirty="0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800CA63C-8DB7-46FE-A1FF-5C3332D9E9F6}"/>
                </a:ext>
              </a:extLst>
            </p:cNvPr>
            <p:cNvSpPr txBox="1"/>
            <p:nvPr/>
          </p:nvSpPr>
          <p:spPr>
            <a:xfrm>
              <a:off x="668867" y="15663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200802</a:t>
              </a:r>
              <a:endParaRPr lang="ko-KR" altLang="en-US" sz="1200" b="1" dirty="0"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F471D7EC-A786-472B-86DD-C4736DB62A39}"/>
                </a:ext>
              </a:extLst>
            </p:cNvPr>
            <p:cNvSpPr txBox="1"/>
            <p:nvPr/>
          </p:nvSpPr>
          <p:spPr>
            <a:xfrm>
              <a:off x="668867" y="5877102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0.7131</a:t>
              </a:r>
              <a:endParaRPr lang="ko-KR" altLang="en-US" sz="1200" b="1" dirty="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CD3DAA8C-A351-4E6A-A57B-AB46DE11A446}"/>
                </a:ext>
              </a:extLst>
            </p:cNvPr>
            <p:cNvSpPr txBox="1"/>
            <p:nvPr/>
          </p:nvSpPr>
          <p:spPr>
            <a:xfrm>
              <a:off x="672354" y="38914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0.9659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53BFEBD7-87B5-494C-9DF1-3F7DF03D47F4}"/>
                </a:ext>
              </a:extLst>
            </p:cNvPr>
            <p:cNvSpPr txBox="1"/>
            <p:nvPr/>
          </p:nvSpPr>
          <p:spPr>
            <a:xfrm>
              <a:off x="668867" y="19056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0.4341</a:t>
              </a:r>
              <a:endParaRPr lang="ko-KR" altLang="en-US" sz="1200" b="1" dirty="0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299677C7-71CB-488B-B73B-00A215738C6E}"/>
              </a:ext>
            </a:extLst>
          </p:cNvPr>
          <p:cNvSpPr txBox="1"/>
          <p:nvPr/>
        </p:nvSpPr>
        <p:spPr>
          <a:xfrm>
            <a:off x="270933" y="230419"/>
            <a:ext cx="78996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chemeClr val="accent5"/>
                </a:solidFill>
                <a:latin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</a:rPr>
              <a:t> </a:t>
            </a:r>
            <a:r>
              <a:rPr lang="en-US" altLang="ko-KR" sz="2000" b="1" dirty="0">
                <a:latin typeface="+mj-ea"/>
              </a:rPr>
              <a:t>– </a:t>
            </a:r>
            <a:r>
              <a:rPr lang="ko-KR" altLang="en-US" sz="2000" b="1" dirty="0">
                <a:latin typeface="+mj-ea"/>
              </a:rPr>
              <a:t>관심수위 </a:t>
            </a:r>
            <a:r>
              <a:rPr lang="en-US" altLang="ko-KR" sz="2000" b="1" dirty="0">
                <a:latin typeface="+mj-ea"/>
              </a:rPr>
              <a:t>( 3</a:t>
            </a:r>
            <a:r>
              <a:rPr lang="ko-KR" altLang="en-US" sz="2000" b="1" dirty="0">
                <a:latin typeface="+mj-ea"/>
              </a:rPr>
              <a:t>시간 예측 </a:t>
            </a:r>
            <a:r>
              <a:rPr lang="en-US" altLang="ko-KR" sz="2000" b="1" dirty="0">
                <a:latin typeface="+mj-ea"/>
              </a:rPr>
              <a:t>)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1F36F4F-CEB0-4E64-B6B8-57448DFFD3CB}"/>
              </a:ext>
            </a:extLst>
          </p:cNvPr>
          <p:cNvSpPr txBox="1"/>
          <p:nvPr/>
        </p:nvSpPr>
        <p:spPr>
          <a:xfrm>
            <a:off x="9279466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model_(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/dg)_3</a:t>
            </a:r>
            <a:endParaRPr lang="ko-KR" altLang="en-US" sz="1050" b="1" dirty="0"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56313826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그림 43">
            <a:extLst>
              <a:ext uri="{FF2B5EF4-FFF2-40B4-BE49-F238E27FC236}">
                <a16:creationId xmlns:a16="http://schemas.microsoft.com/office/drawing/2014/main" id="{B677A664-900B-45EC-B7ED-FED2250F1E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3" y="707985"/>
            <a:ext cx="3227450" cy="493143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12E4B6C2-35C2-4C27-9869-ABC58B1417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3" y="2716152"/>
            <a:ext cx="3227450" cy="497547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06F1A1F7-B882-4681-B942-265A6276DF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9262" y="4747938"/>
            <a:ext cx="3227450" cy="497547"/>
          </a:xfrm>
          <a:prstGeom prst="rect">
            <a:avLst/>
          </a:prstGeom>
        </p:spPr>
      </p:pic>
      <p:grpSp>
        <p:nvGrpSpPr>
          <p:cNvPr id="6" name="그룹 5">
            <a:extLst>
              <a:ext uri="{FF2B5EF4-FFF2-40B4-BE49-F238E27FC236}">
                <a16:creationId xmlns:a16="http://schemas.microsoft.com/office/drawing/2014/main" id="{A633956A-1F30-42A6-9C2E-8AC72E68C8A0}"/>
              </a:ext>
            </a:extLst>
          </p:cNvPr>
          <p:cNvGrpSpPr/>
          <p:nvPr/>
        </p:nvGrpSpPr>
        <p:grpSpPr>
          <a:xfrm>
            <a:off x="6465564" y="1473154"/>
            <a:ext cx="1391446" cy="4647191"/>
            <a:chOff x="6465564" y="1473154"/>
            <a:chExt cx="1391446" cy="4647191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FA255B5-0345-410B-80F9-2AFF909E4C46}"/>
                </a:ext>
              </a:extLst>
            </p:cNvPr>
            <p:cNvSpPr txBox="1"/>
            <p:nvPr/>
          </p:nvSpPr>
          <p:spPr>
            <a:xfrm>
              <a:off x="6465564" y="5503969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testdata_250814</a:t>
              </a:r>
              <a:endParaRPr lang="ko-KR" altLang="en-US" sz="1200" b="1" dirty="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749A747-00BF-4A4A-A0D9-CB38768F9B9A}"/>
                </a:ext>
              </a:extLst>
            </p:cNvPr>
            <p:cNvSpPr txBox="1"/>
            <p:nvPr/>
          </p:nvSpPr>
          <p:spPr>
            <a:xfrm>
              <a:off x="6465564" y="3478697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250716</a:t>
              </a:r>
              <a:endParaRPr lang="ko-KR" altLang="en-US" sz="1200" b="1" dirty="0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3780478-A6EF-4462-AD5A-1F9DE5B39403}"/>
                </a:ext>
              </a:extLst>
            </p:cNvPr>
            <p:cNvSpPr txBox="1"/>
            <p:nvPr/>
          </p:nvSpPr>
          <p:spPr>
            <a:xfrm>
              <a:off x="6472432" y="147315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240723</a:t>
              </a:r>
              <a:endParaRPr lang="ko-KR" altLang="en-US" sz="1200" b="1" dirty="0"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CD13AD81-9D77-4840-BEEF-57179F7C5A87}"/>
                </a:ext>
              </a:extLst>
            </p:cNvPr>
            <p:cNvSpPr txBox="1"/>
            <p:nvPr/>
          </p:nvSpPr>
          <p:spPr>
            <a:xfrm>
              <a:off x="6465564" y="5843346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0.7718</a:t>
              </a:r>
              <a:endParaRPr lang="ko-KR" altLang="en-US" sz="1200" b="1" dirty="0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9A42ED54-E154-45FD-9E22-F3DB582A0E2E}"/>
                </a:ext>
              </a:extLst>
            </p:cNvPr>
            <p:cNvSpPr txBox="1"/>
            <p:nvPr/>
          </p:nvSpPr>
          <p:spPr>
            <a:xfrm>
              <a:off x="6465564" y="381807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0.9736</a:t>
              </a:r>
              <a:endParaRPr lang="ko-KR" altLang="en-US" sz="1200" b="1" dirty="0"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DFE82EB6-8861-41EE-940F-7D3C39D3265A}"/>
                </a:ext>
              </a:extLst>
            </p:cNvPr>
            <p:cNvSpPr txBox="1"/>
            <p:nvPr/>
          </p:nvSpPr>
          <p:spPr>
            <a:xfrm>
              <a:off x="6472432" y="1812531"/>
              <a:ext cx="138457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0.5221</a:t>
              </a:r>
              <a:endParaRPr lang="pt-BR" altLang="ko-KR" sz="1200" dirty="0"/>
            </a:p>
            <a:p>
              <a:pPr algn="ctr" latinLnBrk="1"/>
              <a:endParaRPr lang="ko-KR" altLang="en-US" sz="1200" b="1" dirty="0"/>
            </a:p>
          </p:txBody>
        </p:sp>
      </p:grpSp>
      <p:pic>
        <p:nvPicPr>
          <p:cNvPr id="2" name="그림 1">
            <a:extLst>
              <a:ext uri="{FF2B5EF4-FFF2-40B4-BE49-F238E27FC236}">
                <a16:creationId xmlns:a16="http://schemas.microsoft.com/office/drawing/2014/main" id="{B0427AF8-A21B-40FF-AA58-919893C3364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8383" y="1247792"/>
            <a:ext cx="3192890" cy="1315789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C8E7FF9E-DE29-4AC0-8F82-3948FDDFEB1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8383" y="3240449"/>
            <a:ext cx="3192890" cy="1356107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DA0938AC-6E22-4385-9FDE-48F6D147DC7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2" y="5271474"/>
            <a:ext cx="3192890" cy="1356107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73A9FA09-4C55-4047-B157-8A89D4BA73F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27591" y="716406"/>
            <a:ext cx="3227450" cy="488741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9FB5B3B8-D3C4-426E-A3EB-702A5203B43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3" y="2716152"/>
            <a:ext cx="3227450" cy="497547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6006C84D-618D-4489-8E29-C63A6FBD5D6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9662" y="4747938"/>
            <a:ext cx="3227450" cy="497547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B9D11161-F507-458B-AD75-9380CEEBB71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7278" y="1254012"/>
            <a:ext cx="3179833" cy="1315789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6992310A-AF00-4935-B2D8-4BBC37A613D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7278" y="3240449"/>
            <a:ext cx="3192890" cy="1356107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5414DBF1-66B4-428D-8122-CBEC2AC62BCA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7279" y="5271474"/>
            <a:ext cx="3192890" cy="1356107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037FCAF9-66BE-4633-BC24-599FA03657E0}"/>
              </a:ext>
            </a:extLst>
          </p:cNvPr>
          <p:cNvGrpSpPr/>
          <p:nvPr/>
        </p:nvGrpSpPr>
        <p:grpSpPr>
          <a:xfrm>
            <a:off x="668867" y="1566310"/>
            <a:ext cx="1290420" cy="4587791"/>
            <a:chOff x="668867" y="1566310"/>
            <a:chExt cx="1290420" cy="4587791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FE13151-BA46-4219-A32A-22942F00BBFD}"/>
                </a:ext>
              </a:extLst>
            </p:cNvPr>
            <p:cNvSpPr txBox="1"/>
            <p:nvPr/>
          </p:nvSpPr>
          <p:spPr>
            <a:xfrm>
              <a:off x="668867" y="5537725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testdata_230711</a:t>
              </a:r>
              <a:endParaRPr lang="ko-KR" altLang="en-US" sz="1200" b="1" dirty="0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ADEB3EAB-0072-4095-8733-FFDDAD956D2E}"/>
                </a:ext>
              </a:extLst>
            </p:cNvPr>
            <p:cNvSpPr txBox="1"/>
            <p:nvPr/>
          </p:nvSpPr>
          <p:spPr>
            <a:xfrm>
              <a:off x="672354" y="35521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220712</a:t>
              </a:r>
              <a:endParaRPr lang="ko-KR" altLang="en-US" sz="1200" b="1" dirty="0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800CA63C-8DB7-46FE-A1FF-5C3332D9E9F6}"/>
                </a:ext>
              </a:extLst>
            </p:cNvPr>
            <p:cNvSpPr txBox="1"/>
            <p:nvPr/>
          </p:nvSpPr>
          <p:spPr>
            <a:xfrm>
              <a:off x="668867" y="15663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200802</a:t>
              </a:r>
              <a:endParaRPr lang="ko-KR" altLang="en-US" sz="1200" b="1" dirty="0"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F471D7EC-A786-472B-86DD-C4736DB62A39}"/>
                </a:ext>
              </a:extLst>
            </p:cNvPr>
            <p:cNvSpPr txBox="1"/>
            <p:nvPr/>
          </p:nvSpPr>
          <p:spPr>
            <a:xfrm>
              <a:off x="668867" y="5877102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0.8246</a:t>
              </a:r>
              <a:endParaRPr lang="ko-KR" altLang="en-US" sz="1200" b="1" dirty="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CD3DAA8C-A351-4E6A-A57B-AB46DE11A446}"/>
                </a:ext>
              </a:extLst>
            </p:cNvPr>
            <p:cNvSpPr txBox="1"/>
            <p:nvPr/>
          </p:nvSpPr>
          <p:spPr>
            <a:xfrm>
              <a:off x="672354" y="38914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0.7718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53BFEBD7-87B5-494C-9DF1-3F7DF03D47F4}"/>
                </a:ext>
              </a:extLst>
            </p:cNvPr>
            <p:cNvSpPr txBox="1"/>
            <p:nvPr/>
          </p:nvSpPr>
          <p:spPr>
            <a:xfrm>
              <a:off x="668867" y="19056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0.8579</a:t>
              </a:r>
              <a:endParaRPr lang="ko-KR" altLang="en-US" sz="1200" b="1" dirty="0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299677C7-71CB-488B-B73B-00A215738C6E}"/>
              </a:ext>
            </a:extLst>
          </p:cNvPr>
          <p:cNvSpPr txBox="1"/>
          <p:nvPr/>
        </p:nvSpPr>
        <p:spPr>
          <a:xfrm>
            <a:off x="270933" y="230419"/>
            <a:ext cx="78996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chemeClr val="accent5"/>
                </a:solidFill>
                <a:latin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</a:rPr>
              <a:t> </a:t>
            </a:r>
            <a:r>
              <a:rPr lang="en-US" altLang="ko-KR" sz="2000" b="1" dirty="0">
                <a:latin typeface="+mj-ea"/>
              </a:rPr>
              <a:t>– </a:t>
            </a:r>
            <a:r>
              <a:rPr lang="ko-KR" altLang="en-US" sz="2000" b="1" dirty="0">
                <a:latin typeface="+mj-ea"/>
              </a:rPr>
              <a:t>관심수위 </a:t>
            </a:r>
            <a:r>
              <a:rPr lang="en-US" altLang="ko-KR" sz="2000" b="1" dirty="0">
                <a:latin typeface="+mj-ea"/>
              </a:rPr>
              <a:t>( </a:t>
            </a:r>
            <a:r>
              <a:rPr lang="ko-KR" altLang="en-US" sz="2000" b="1" dirty="0">
                <a:latin typeface="+mj-ea"/>
              </a:rPr>
              <a:t>수위 </a:t>
            </a:r>
            <a:r>
              <a:rPr lang="en-US" altLang="ko-KR" sz="2000" b="1" dirty="0">
                <a:latin typeface="+mj-ea"/>
              </a:rPr>
              <a:t>X 0.98 )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C1E6732-9D3A-4CB5-BA62-8F52B8805B67}"/>
              </a:ext>
            </a:extLst>
          </p:cNvPr>
          <p:cNvSpPr txBox="1"/>
          <p:nvPr/>
        </p:nvSpPr>
        <p:spPr>
          <a:xfrm>
            <a:off x="9279466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model_(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/dg)_0.98</a:t>
            </a:r>
            <a:endParaRPr lang="ko-KR" altLang="en-US" sz="1050" b="1" dirty="0"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73510236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그림 43">
            <a:extLst>
              <a:ext uri="{FF2B5EF4-FFF2-40B4-BE49-F238E27FC236}">
                <a16:creationId xmlns:a16="http://schemas.microsoft.com/office/drawing/2014/main" id="{B677A664-900B-45EC-B7ED-FED2250F1E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3" y="707985"/>
            <a:ext cx="3227450" cy="493143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12E4B6C2-35C2-4C27-9869-ABC58B1417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3" y="2716152"/>
            <a:ext cx="3227450" cy="497547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06F1A1F7-B882-4681-B942-265A6276DF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9262" y="4747938"/>
            <a:ext cx="3227450" cy="497547"/>
          </a:xfrm>
          <a:prstGeom prst="rect">
            <a:avLst/>
          </a:prstGeom>
        </p:spPr>
      </p:pic>
      <p:grpSp>
        <p:nvGrpSpPr>
          <p:cNvPr id="6" name="그룹 5">
            <a:extLst>
              <a:ext uri="{FF2B5EF4-FFF2-40B4-BE49-F238E27FC236}">
                <a16:creationId xmlns:a16="http://schemas.microsoft.com/office/drawing/2014/main" id="{A633956A-1F30-42A6-9C2E-8AC72E68C8A0}"/>
              </a:ext>
            </a:extLst>
          </p:cNvPr>
          <p:cNvGrpSpPr/>
          <p:nvPr/>
        </p:nvGrpSpPr>
        <p:grpSpPr>
          <a:xfrm>
            <a:off x="6465564" y="1473154"/>
            <a:ext cx="1391446" cy="4647191"/>
            <a:chOff x="6465564" y="1473154"/>
            <a:chExt cx="1391446" cy="4647191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FA255B5-0345-410B-80F9-2AFF909E4C46}"/>
                </a:ext>
              </a:extLst>
            </p:cNvPr>
            <p:cNvSpPr txBox="1"/>
            <p:nvPr/>
          </p:nvSpPr>
          <p:spPr>
            <a:xfrm>
              <a:off x="6465564" y="5503969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testdata_250814</a:t>
              </a:r>
              <a:endParaRPr lang="ko-KR" altLang="en-US" sz="1200" b="1" dirty="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749A747-00BF-4A4A-A0D9-CB38768F9B9A}"/>
                </a:ext>
              </a:extLst>
            </p:cNvPr>
            <p:cNvSpPr txBox="1"/>
            <p:nvPr/>
          </p:nvSpPr>
          <p:spPr>
            <a:xfrm>
              <a:off x="6465564" y="3478697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250716</a:t>
              </a:r>
              <a:endParaRPr lang="ko-KR" altLang="en-US" sz="1200" b="1" dirty="0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3780478-A6EF-4462-AD5A-1F9DE5B39403}"/>
                </a:ext>
              </a:extLst>
            </p:cNvPr>
            <p:cNvSpPr txBox="1"/>
            <p:nvPr/>
          </p:nvSpPr>
          <p:spPr>
            <a:xfrm>
              <a:off x="6472432" y="147315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240723</a:t>
              </a:r>
              <a:endParaRPr lang="ko-KR" altLang="en-US" sz="1200" b="1" dirty="0"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CD13AD81-9D77-4840-BEEF-57179F7C5A87}"/>
                </a:ext>
              </a:extLst>
            </p:cNvPr>
            <p:cNvSpPr txBox="1"/>
            <p:nvPr/>
          </p:nvSpPr>
          <p:spPr>
            <a:xfrm>
              <a:off x="6465564" y="5843346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0.7639</a:t>
              </a:r>
              <a:endParaRPr lang="ko-KR" altLang="en-US" sz="1200" b="1" dirty="0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9A42ED54-E154-45FD-9E22-F3DB582A0E2E}"/>
                </a:ext>
              </a:extLst>
            </p:cNvPr>
            <p:cNvSpPr txBox="1"/>
            <p:nvPr/>
          </p:nvSpPr>
          <p:spPr>
            <a:xfrm>
              <a:off x="6465564" y="381807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0.9726</a:t>
              </a:r>
              <a:endParaRPr lang="ko-KR" altLang="en-US" sz="1200" b="1" dirty="0"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DFE82EB6-8861-41EE-940F-7D3C39D3265A}"/>
                </a:ext>
              </a:extLst>
            </p:cNvPr>
            <p:cNvSpPr txBox="1"/>
            <p:nvPr/>
          </p:nvSpPr>
          <p:spPr>
            <a:xfrm>
              <a:off x="6472432" y="1812531"/>
              <a:ext cx="138457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0.4905</a:t>
              </a:r>
              <a:endParaRPr lang="pt-BR" altLang="ko-KR" sz="1200" dirty="0"/>
            </a:p>
            <a:p>
              <a:pPr algn="ctr" latinLnBrk="1"/>
              <a:endParaRPr lang="ko-KR" altLang="en-US" sz="1200" b="1" dirty="0"/>
            </a:p>
          </p:txBody>
        </p:sp>
      </p:grpSp>
      <p:pic>
        <p:nvPicPr>
          <p:cNvPr id="2" name="그림 1">
            <a:extLst>
              <a:ext uri="{FF2B5EF4-FFF2-40B4-BE49-F238E27FC236}">
                <a16:creationId xmlns:a16="http://schemas.microsoft.com/office/drawing/2014/main" id="{B0427AF8-A21B-40FF-AA58-919893C3364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8382" y="1247792"/>
            <a:ext cx="3192890" cy="1315789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C8E7FF9E-DE29-4AC0-8F82-3948FDDFEB1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8382" y="3240449"/>
            <a:ext cx="3192890" cy="1356107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DA0938AC-6E22-4385-9FDE-48F6D147DC7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2" y="5271474"/>
            <a:ext cx="3192890" cy="1356107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73A9FA09-4C55-4047-B157-8A89D4BA73F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27591" y="716406"/>
            <a:ext cx="3227450" cy="488741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9FB5B3B8-D3C4-426E-A3EB-702A5203B43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3" y="2716152"/>
            <a:ext cx="3227450" cy="497547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6006C84D-618D-4489-8E29-C63A6FBD5D6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9662" y="4747938"/>
            <a:ext cx="3227450" cy="497547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B9D11161-F507-458B-AD75-9380CEEBB71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7278" y="1254012"/>
            <a:ext cx="3192890" cy="1315789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6992310A-AF00-4935-B2D8-4BBC37A613D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8783" y="3240449"/>
            <a:ext cx="3192890" cy="1356107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5414DBF1-66B4-428D-8122-CBEC2AC62BCA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27591" y="5271474"/>
            <a:ext cx="3195542" cy="1356107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037FCAF9-66BE-4633-BC24-599FA03657E0}"/>
              </a:ext>
            </a:extLst>
          </p:cNvPr>
          <p:cNvGrpSpPr/>
          <p:nvPr/>
        </p:nvGrpSpPr>
        <p:grpSpPr>
          <a:xfrm>
            <a:off x="668867" y="1566310"/>
            <a:ext cx="1290420" cy="4587791"/>
            <a:chOff x="668867" y="1566310"/>
            <a:chExt cx="1290420" cy="4587791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FE13151-BA46-4219-A32A-22942F00BBFD}"/>
                </a:ext>
              </a:extLst>
            </p:cNvPr>
            <p:cNvSpPr txBox="1"/>
            <p:nvPr/>
          </p:nvSpPr>
          <p:spPr>
            <a:xfrm>
              <a:off x="668867" y="5537725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testdata_230711</a:t>
              </a:r>
              <a:endParaRPr lang="ko-KR" altLang="en-US" sz="1200" b="1" dirty="0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ADEB3EAB-0072-4095-8733-FFDDAD956D2E}"/>
                </a:ext>
              </a:extLst>
            </p:cNvPr>
            <p:cNvSpPr txBox="1"/>
            <p:nvPr/>
          </p:nvSpPr>
          <p:spPr>
            <a:xfrm>
              <a:off x="672354" y="35521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220712</a:t>
              </a:r>
              <a:endParaRPr lang="ko-KR" altLang="en-US" sz="1200" b="1" dirty="0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800CA63C-8DB7-46FE-A1FF-5C3332D9E9F6}"/>
                </a:ext>
              </a:extLst>
            </p:cNvPr>
            <p:cNvSpPr txBox="1"/>
            <p:nvPr/>
          </p:nvSpPr>
          <p:spPr>
            <a:xfrm>
              <a:off x="668867" y="15663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200802</a:t>
              </a:r>
              <a:endParaRPr lang="ko-KR" altLang="en-US" sz="1200" b="1" dirty="0"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F471D7EC-A786-472B-86DD-C4736DB62A39}"/>
                </a:ext>
              </a:extLst>
            </p:cNvPr>
            <p:cNvSpPr txBox="1"/>
            <p:nvPr/>
          </p:nvSpPr>
          <p:spPr>
            <a:xfrm>
              <a:off x="668867" y="5877102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0.8086</a:t>
              </a:r>
              <a:endParaRPr lang="ko-KR" altLang="en-US" sz="1200" b="1" dirty="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CD3DAA8C-A351-4E6A-A57B-AB46DE11A446}"/>
                </a:ext>
              </a:extLst>
            </p:cNvPr>
            <p:cNvSpPr txBox="1"/>
            <p:nvPr/>
          </p:nvSpPr>
          <p:spPr>
            <a:xfrm>
              <a:off x="672354" y="38914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0.5974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53BFEBD7-87B5-494C-9DF1-3F7DF03D47F4}"/>
                </a:ext>
              </a:extLst>
            </p:cNvPr>
            <p:cNvSpPr txBox="1"/>
            <p:nvPr/>
          </p:nvSpPr>
          <p:spPr>
            <a:xfrm>
              <a:off x="668867" y="19056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0.8688</a:t>
              </a:r>
              <a:endParaRPr lang="ko-KR" altLang="en-US" sz="1200" b="1" dirty="0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299677C7-71CB-488B-B73B-00A215738C6E}"/>
              </a:ext>
            </a:extLst>
          </p:cNvPr>
          <p:cNvSpPr txBox="1"/>
          <p:nvPr/>
        </p:nvSpPr>
        <p:spPr>
          <a:xfrm>
            <a:off x="270933" y="230419"/>
            <a:ext cx="78996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chemeClr val="accent5"/>
                </a:solidFill>
                <a:latin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</a:rPr>
              <a:t> </a:t>
            </a:r>
            <a:r>
              <a:rPr lang="en-US" altLang="ko-KR" sz="2000" b="1" dirty="0">
                <a:latin typeface="+mj-ea"/>
              </a:rPr>
              <a:t>– </a:t>
            </a:r>
            <a:r>
              <a:rPr lang="ko-KR" altLang="en-US" sz="2000" b="1" dirty="0">
                <a:latin typeface="+mj-ea"/>
              </a:rPr>
              <a:t>관심수위 </a:t>
            </a:r>
            <a:r>
              <a:rPr lang="en-US" altLang="ko-KR" sz="2000" b="1" dirty="0">
                <a:latin typeface="+mj-ea"/>
              </a:rPr>
              <a:t>( </a:t>
            </a:r>
            <a:r>
              <a:rPr lang="ko-KR" altLang="en-US" sz="2000" b="1" dirty="0">
                <a:latin typeface="+mj-ea"/>
              </a:rPr>
              <a:t>수위 </a:t>
            </a:r>
            <a:r>
              <a:rPr lang="en-US" altLang="ko-KR" sz="2000" b="1" dirty="0">
                <a:latin typeface="+mj-ea"/>
              </a:rPr>
              <a:t>X 1.02 )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8BD50C4-77EC-4577-B0B7-2672EF83669E}"/>
              </a:ext>
            </a:extLst>
          </p:cNvPr>
          <p:cNvSpPr txBox="1"/>
          <p:nvPr/>
        </p:nvSpPr>
        <p:spPr>
          <a:xfrm>
            <a:off x="9279466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model_(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/dg)_1.02</a:t>
            </a:r>
            <a:endParaRPr lang="ko-KR" altLang="en-US" sz="1050" b="1" dirty="0"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40573973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3EE75E94-8FB8-4A98-A686-35BD1C52C7C5}"/>
              </a:ext>
            </a:extLst>
          </p:cNvPr>
          <p:cNvSpPr txBox="1"/>
          <p:nvPr/>
        </p:nvSpPr>
        <p:spPr>
          <a:xfrm>
            <a:off x="270933" y="230419"/>
            <a:ext cx="78996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chemeClr val="accent5"/>
                </a:solidFill>
                <a:latin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</a:rPr>
              <a:t> </a:t>
            </a:r>
            <a:r>
              <a:rPr lang="en-US" altLang="ko-KR" sz="2000" b="1" dirty="0">
                <a:latin typeface="+mj-ea"/>
              </a:rPr>
              <a:t>– </a:t>
            </a:r>
            <a:r>
              <a:rPr lang="ko-KR" altLang="en-US" sz="2000" b="1" dirty="0">
                <a:latin typeface="+mj-ea"/>
              </a:rPr>
              <a:t>관심수위 </a:t>
            </a:r>
            <a:r>
              <a:rPr lang="en-US" altLang="ko-KR" sz="2000" b="1" dirty="0">
                <a:latin typeface="+mj-ea"/>
              </a:rPr>
              <a:t>( </a:t>
            </a:r>
            <a:r>
              <a:rPr lang="ko-KR" altLang="en-US" sz="2000" b="1" dirty="0">
                <a:latin typeface="+mj-ea"/>
              </a:rPr>
              <a:t>유량 예측 </a:t>
            </a:r>
            <a:r>
              <a:rPr lang="en-US" altLang="ko-KR" sz="2000" b="1" dirty="0">
                <a:latin typeface="+mj-ea"/>
              </a:rPr>
              <a:t>)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A141CDB-06C4-4F00-8552-80DEA93712EA}"/>
              </a:ext>
            </a:extLst>
          </p:cNvPr>
          <p:cNvSpPr txBox="1"/>
          <p:nvPr/>
        </p:nvSpPr>
        <p:spPr>
          <a:xfrm>
            <a:off x="9279466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model_(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/dg)_flow</a:t>
            </a:r>
            <a:endParaRPr lang="ko-KR" altLang="en-US" sz="1050" b="1" dirty="0">
              <a:latin typeface="+mj-ea"/>
            </a:endParaRPr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C72D7B55-5C18-4619-8689-9F39CE0B9D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3" y="707985"/>
            <a:ext cx="3227450" cy="493143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F1359B1E-622B-4DF2-A9AB-EE603F6D815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3" y="2716152"/>
            <a:ext cx="3227450" cy="497547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DB0B5158-CE58-4204-942B-CE53441AF70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9262" y="4747938"/>
            <a:ext cx="3227450" cy="497547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D79E458F-C1B1-47BC-ADCB-9A700BF221F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27591" y="716406"/>
            <a:ext cx="3227450" cy="488741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3527CF5C-BC2D-4EE1-8BD8-051A49A502C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3" y="2716152"/>
            <a:ext cx="3227450" cy="497547"/>
          </a:xfrm>
          <a:prstGeom prst="rect">
            <a:avLst/>
          </a:prstGeom>
        </p:spPr>
      </p:pic>
      <p:pic>
        <p:nvPicPr>
          <p:cNvPr id="54" name="그림 53">
            <a:extLst>
              <a:ext uri="{FF2B5EF4-FFF2-40B4-BE49-F238E27FC236}">
                <a16:creationId xmlns:a16="http://schemas.microsoft.com/office/drawing/2014/main" id="{1211DAA2-EEA8-4D0F-8EA2-F62E25CEDEE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9662" y="4747938"/>
            <a:ext cx="3227450" cy="497547"/>
          </a:xfrm>
          <a:prstGeom prst="rect">
            <a:avLst/>
          </a:prstGeom>
        </p:spPr>
      </p:pic>
      <p:grpSp>
        <p:nvGrpSpPr>
          <p:cNvPr id="87" name="그룹 86">
            <a:extLst>
              <a:ext uri="{FF2B5EF4-FFF2-40B4-BE49-F238E27FC236}">
                <a16:creationId xmlns:a16="http://schemas.microsoft.com/office/drawing/2014/main" id="{DEBAD6BE-6CC0-4B64-A312-AE468035344D}"/>
              </a:ext>
            </a:extLst>
          </p:cNvPr>
          <p:cNvGrpSpPr/>
          <p:nvPr/>
        </p:nvGrpSpPr>
        <p:grpSpPr>
          <a:xfrm>
            <a:off x="6465564" y="1473154"/>
            <a:ext cx="1391446" cy="4647191"/>
            <a:chOff x="6465564" y="1473154"/>
            <a:chExt cx="1391446" cy="4647191"/>
          </a:xfrm>
        </p:grpSpPr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E63C2725-DB92-418E-99C6-8E8FA330A5CF}"/>
                </a:ext>
              </a:extLst>
            </p:cNvPr>
            <p:cNvSpPr txBox="1"/>
            <p:nvPr/>
          </p:nvSpPr>
          <p:spPr>
            <a:xfrm>
              <a:off x="6465564" y="5503969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testdata_250814</a:t>
              </a:r>
              <a:endParaRPr lang="ko-KR" altLang="en-US" sz="1200" b="1" dirty="0"/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5F011E77-E8AE-4E8B-89BA-F131A652890A}"/>
                </a:ext>
              </a:extLst>
            </p:cNvPr>
            <p:cNvSpPr txBox="1"/>
            <p:nvPr/>
          </p:nvSpPr>
          <p:spPr>
            <a:xfrm>
              <a:off x="6465564" y="3478697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250716</a:t>
              </a:r>
              <a:endParaRPr lang="ko-KR" altLang="en-US" sz="1200" b="1" dirty="0"/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AF1ECEB1-7EB7-47E2-B87E-89E52828E8F0}"/>
                </a:ext>
              </a:extLst>
            </p:cNvPr>
            <p:cNvSpPr txBox="1"/>
            <p:nvPr/>
          </p:nvSpPr>
          <p:spPr>
            <a:xfrm>
              <a:off x="6472432" y="147315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240723</a:t>
              </a:r>
              <a:endParaRPr lang="ko-KR" altLang="en-US" sz="1200" b="1" dirty="0"/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BA2AA154-0658-4412-863E-FEBE16F39172}"/>
                </a:ext>
              </a:extLst>
            </p:cNvPr>
            <p:cNvSpPr txBox="1"/>
            <p:nvPr/>
          </p:nvSpPr>
          <p:spPr>
            <a:xfrm>
              <a:off x="6465564" y="5843346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0.9158</a:t>
              </a:r>
              <a:endParaRPr lang="ko-KR" altLang="en-US" sz="1200" b="1" dirty="0"/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6B821D59-CE73-420F-A863-BEE2E8597809}"/>
                </a:ext>
              </a:extLst>
            </p:cNvPr>
            <p:cNvSpPr txBox="1"/>
            <p:nvPr/>
          </p:nvSpPr>
          <p:spPr>
            <a:xfrm>
              <a:off x="6465564" y="381807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0.8734</a:t>
              </a:r>
              <a:endParaRPr lang="ko-KR" altLang="en-US" sz="1200" b="1" dirty="0"/>
            </a:p>
          </p:txBody>
        </p: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31A0AB5C-D075-4538-9A9A-F5DC2DAC0215}"/>
                </a:ext>
              </a:extLst>
            </p:cNvPr>
            <p:cNvSpPr txBox="1"/>
            <p:nvPr/>
          </p:nvSpPr>
          <p:spPr>
            <a:xfrm>
              <a:off x="6472432" y="1812531"/>
              <a:ext cx="138457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0.7932</a:t>
              </a:r>
              <a:endParaRPr lang="pt-BR" altLang="ko-KR" sz="1200" dirty="0"/>
            </a:p>
            <a:p>
              <a:pPr algn="ctr" latinLnBrk="1"/>
              <a:endParaRPr lang="ko-KR" altLang="en-US" sz="1200" b="1" dirty="0"/>
            </a:p>
          </p:txBody>
        </p:sp>
      </p:grpSp>
      <p:pic>
        <p:nvPicPr>
          <p:cNvPr id="94" name="그림 93">
            <a:extLst>
              <a:ext uri="{FF2B5EF4-FFF2-40B4-BE49-F238E27FC236}">
                <a16:creationId xmlns:a16="http://schemas.microsoft.com/office/drawing/2014/main" id="{82652E45-8D6A-4262-95FE-9C1D6C14255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8383" y="1247792"/>
            <a:ext cx="3192890" cy="1315789"/>
          </a:xfrm>
          <a:prstGeom prst="rect">
            <a:avLst/>
          </a:prstGeom>
        </p:spPr>
      </p:pic>
      <p:pic>
        <p:nvPicPr>
          <p:cNvPr id="95" name="그림 94">
            <a:extLst>
              <a:ext uri="{FF2B5EF4-FFF2-40B4-BE49-F238E27FC236}">
                <a16:creationId xmlns:a16="http://schemas.microsoft.com/office/drawing/2014/main" id="{8FEEE663-3125-488A-AA03-918B364514CA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8383" y="3240449"/>
            <a:ext cx="3192890" cy="1356107"/>
          </a:xfrm>
          <a:prstGeom prst="rect">
            <a:avLst/>
          </a:prstGeom>
        </p:spPr>
      </p:pic>
      <p:pic>
        <p:nvPicPr>
          <p:cNvPr id="96" name="그림 95">
            <a:extLst>
              <a:ext uri="{FF2B5EF4-FFF2-40B4-BE49-F238E27FC236}">
                <a16:creationId xmlns:a16="http://schemas.microsoft.com/office/drawing/2014/main" id="{AA625B5F-72F1-42AA-B68B-53A3C68EB53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2" y="5271474"/>
            <a:ext cx="3192890" cy="1356107"/>
          </a:xfrm>
          <a:prstGeom prst="rect">
            <a:avLst/>
          </a:prstGeom>
        </p:spPr>
      </p:pic>
      <p:pic>
        <p:nvPicPr>
          <p:cNvPr id="97" name="그림 96">
            <a:extLst>
              <a:ext uri="{FF2B5EF4-FFF2-40B4-BE49-F238E27FC236}">
                <a16:creationId xmlns:a16="http://schemas.microsoft.com/office/drawing/2014/main" id="{9B31B99C-774B-4D43-AC60-8D3F074D7441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2" y="1254012"/>
            <a:ext cx="3192890" cy="1315789"/>
          </a:xfrm>
          <a:prstGeom prst="rect">
            <a:avLst/>
          </a:prstGeom>
        </p:spPr>
      </p:pic>
      <p:pic>
        <p:nvPicPr>
          <p:cNvPr id="98" name="그림 97">
            <a:extLst>
              <a:ext uri="{FF2B5EF4-FFF2-40B4-BE49-F238E27FC236}">
                <a16:creationId xmlns:a16="http://schemas.microsoft.com/office/drawing/2014/main" id="{EE5889F8-0F9E-4DC8-87E1-4A8E218F12F0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62151" y="3240449"/>
            <a:ext cx="3192890" cy="1356107"/>
          </a:xfrm>
          <a:prstGeom prst="rect">
            <a:avLst/>
          </a:prstGeom>
        </p:spPr>
      </p:pic>
      <p:pic>
        <p:nvPicPr>
          <p:cNvPr id="99" name="그림 98">
            <a:extLst>
              <a:ext uri="{FF2B5EF4-FFF2-40B4-BE49-F238E27FC236}">
                <a16:creationId xmlns:a16="http://schemas.microsoft.com/office/drawing/2014/main" id="{2AF9C198-14DD-4FF6-B28E-40A5087AB78C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3" y="5271474"/>
            <a:ext cx="3192890" cy="1356107"/>
          </a:xfrm>
          <a:prstGeom prst="rect">
            <a:avLst/>
          </a:prstGeom>
        </p:spPr>
      </p:pic>
      <p:grpSp>
        <p:nvGrpSpPr>
          <p:cNvPr id="100" name="그룹 99">
            <a:extLst>
              <a:ext uri="{FF2B5EF4-FFF2-40B4-BE49-F238E27FC236}">
                <a16:creationId xmlns:a16="http://schemas.microsoft.com/office/drawing/2014/main" id="{8D9A8DF0-930F-4177-91FF-DD29BFDFF5E9}"/>
              </a:ext>
            </a:extLst>
          </p:cNvPr>
          <p:cNvGrpSpPr/>
          <p:nvPr/>
        </p:nvGrpSpPr>
        <p:grpSpPr>
          <a:xfrm>
            <a:off x="668867" y="1566310"/>
            <a:ext cx="1290420" cy="4587791"/>
            <a:chOff x="668867" y="1566310"/>
            <a:chExt cx="1290420" cy="4587791"/>
          </a:xfrm>
        </p:grpSpPr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765CC294-474E-49B4-BED0-1EF8A8056620}"/>
                </a:ext>
              </a:extLst>
            </p:cNvPr>
            <p:cNvSpPr txBox="1"/>
            <p:nvPr/>
          </p:nvSpPr>
          <p:spPr>
            <a:xfrm>
              <a:off x="668867" y="5537725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testdata_230711</a:t>
              </a:r>
              <a:endParaRPr lang="ko-KR" altLang="en-US" sz="1200" b="1" dirty="0"/>
            </a:p>
          </p:txBody>
        </p: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3EE90E51-C325-4A8B-83B6-E9AAA4CA5884}"/>
                </a:ext>
              </a:extLst>
            </p:cNvPr>
            <p:cNvSpPr txBox="1"/>
            <p:nvPr/>
          </p:nvSpPr>
          <p:spPr>
            <a:xfrm>
              <a:off x="672354" y="35521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220712</a:t>
              </a:r>
              <a:endParaRPr lang="ko-KR" altLang="en-US" sz="1200" b="1" dirty="0"/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F042E071-E761-4129-919E-FE9E49F3AD61}"/>
                </a:ext>
              </a:extLst>
            </p:cNvPr>
            <p:cNvSpPr txBox="1"/>
            <p:nvPr/>
          </p:nvSpPr>
          <p:spPr>
            <a:xfrm>
              <a:off x="668867" y="15663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200802</a:t>
              </a:r>
              <a:endParaRPr lang="ko-KR" altLang="en-US" sz="1200" b="1" dirty="0"/>
            </a:p>
          </p:txBody>
        </p: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2A87481E-8E46-4334-AD83-655CE5F30758}"/>
                </a:ext>
              </a:extLst>
            </p:cNvPr>
            <p:cNvSpPr txBox="1"/>
            <p:nvPr/>
          </p:nvSpPr>
          <p:spPr>
            <a:xfrm>
              <a:off x="668867" y="5877102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0.7145</a:t>
              </a:r>
              <a:endParaRPr lang="ko-KR" altLang="en-US" sz="1200" b="1" dirty="0"/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0B7C8F69-00D3-42EA-94EB-9FFAA81091B0}"/>
                </a:ext>
              </a:extLst>
            </p:cNvPr>
            <p:cNvSpPr txBox="1"/>
            <p:nvPr/>
          </p:nvSpPr>
          <p:spPr>
            <a:xfrm>
              <a:off x="672354" y="38914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0.9411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50C1092D-6AB1-4770-A0ED-D8EE54B725A6}"/>
                </a:ext>
              </a:extLst>
            </p:cNvPr>
            <p:cNvSpPr txBox="1"/>
            <p:nvPr/>
          </p:nvSpPr>
          <p:spPr>
            <a:xfrm>
              <a:off x="668867" y="19056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0.8104</a:t>
              </a:r>
              <a:endParaRPr lang="ko-KR" altLang="en-US" sz="12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425004358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3EE75E94-8FB8-4A98-A686-35BD1C52C7C5}"/>
              </a:ext>
            </a:extLst>
          </p:cNvPr>
          <p:cNvSpPr txBox="1"/>
          <p:nvPr/>
        </p:nvSpPr>
        <p:spPr>
          <a:xfrm>
            <a:off x="270933" y="230419"/>
            <a:ext cx="5689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chemeClr val="accent5"/>
                </a:solidFill>
                <a:latin typeface="+mj-ea"/>
              </a:rPr>
              <a:t>대곡교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</a:rPr>
              <a:t> </a:t>
            </a:r>
            <a:r>
              <a:rPr lang="en-US" altLang="ko-KR" sz="2000" b="1" dirty="0">
                <a:latin typeface="+mj-ea"/>
              </a:rPr>
              <a:t>– </a:t>
            </a:r>
            <a:r>
              <a:rPr lang="ko-KR" altLang="en-US" sz="2000" b="1" dirty="0">
                <a:latin typeface="+mj-ea"/>
              </a:rPr>
              <a:t>관심수위 </a:t>
            </a:r>
            <a:r>
              <a:rPr lang="en-US" altLang="ko-KR" sz="2000" b="1" dirty="0">
                <a:latin typeface="+mj-ea"/>
              </a:rPr>
              <a:t>( </a:t>
            </a:r>
            <a:r>
              <a:rPr lang="ko-KR" altLang="en-US" sz="2000" b="1" dirty="0">
                <a:latin typeface="+mj-ea"/>
              </a:rPr>
              <a:t>누적 강우 </a:t>
            </a:r>
            <a:r>
              <a:rPr lang="en-US" altLang="ko-KR" sz="2000" b="1" dirty="0">
                <a:latin typeface="+mj-ea"/>
              </a:rPr>
              <a:t>110mm </a:t>
            </a:r>
            <a:r>
              <a:rPr lang="ko-KR" altLang="en-US" sz="2000" b="1" dirty="0">
                <a:latin typeface="+mj-ea"/>
              </a:rPr>
              <a:t>이상 </a:t>
            </a:r>
            <a:r>
              <a:rPr lang="en-US" altLang="ko-KR" sz="2000" b="1" dirty="0">
                <a:latin typeface="+mj-ea"/>
              </a:rPr>
              <a:t>4</a:t>
            </a:r>
            <a:r>
              <a:rPr lang="ko-KR" altLang="en-US" sz="2000" b="1" dirty="0">
                <a:latin typeface="+mj-ea"/>
              </a:rPr>
              <a:t> </a:t>
            </a:r>
            <a:r>
              <a:rPr lang="en-US" altLang="ko-KR" sz="2000" b="1" dirty="0">
                <a:latin typeface="+mj-ea"/>
              </a:rPr>
              <a:t>)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FC6DAE30-9462-4ECD-ACBF-CFEBE398D720}"/>
              </a:ext>
            </a:extLst>
          </p:cNvPr>
          <p:cNvGrpSpPr/>
          <p:nvPr/>
        </p:nvGrpSpPr>
        <p:grpSpPr>
          <a:xfrm>
            <a:off x="6152294" y="1473154"/>
            <a:ext cx="1391446" cy="4647191"/>
            <a:chOff x="6465564" y="1473154"/>
            <a:chExt cx="1391446" cy="4647191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FA255B5-0345-410B-80F9-2AFF909E4C46}"/>
                </a:ext>
              </a:extLst>
            </p:cNvPr>
            <p:cNvSpPr txBox="1"/>
            <p:nvPr/>
          </p:nvSpPr>
          <p:spPr>
            <a:xfrm>
              <a:off x="6465564" y="5503969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testdata_250814</a:t>
              </a:r>
              <a:endParaRPr lang="ko-KR" altLang="en-US" sz="1200" b="1" dirty="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749A747-00BF-4A4A-A0D9-CB38768F9B9A}"/>
                </a:ext>
              </a:extLst>
            </p:cNvPr>
            <p:cNvSpPr txBox="1"/>
            <p:nvPr/>
          </p:nvSpPr>
          <p:spPr>
            <a:xfrm>
              <a:off x="6465564" y="3478697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250716</a:t>
              </a:r>
              <a:endParaRPr lang="ko-KR" altLang="en-US" sz="1200" b="1" dirty="0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3780478-A6EF-4462-AD5A-1F9DE5B39403}"/>
                </a:ext>
              </a:extLst>
            </p:cNvPr>
            <p:cNvSpPr txBox="1"/>
            <p:nvPr/>
          </p:nvSpPr>
          <p:spPr>
            <a:xfrm>
              <a:off x="6472432" y="147315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240723</a:t>
              </a:r>
              <a:endParaRPr lang="ko-KR" altLang="en-US" sz="1200" b="1" dirty="0"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CD13AD81-9D77-4840-BEEF-57179F7C5A87}"/>
                </a:ext>
              </a:extLst>
            </p:cNvPr>
            <p:cNvSpPr txBox="1"/>
            <p:nvPr/>
          </p:nvSpPr>
          <p:spPr>
            <a:xfrm>
              <a:off x="6465564" y="5843346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0.5011</a:t>
              </a:r>
              <a:endParaRPr lang="ko-KR" altLang="en-US" sz="1200" b="1" dirty="0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9A42ED54-E154-45FD-9E22-F3DB582A0E2E}"/>
                </a:ext>
              </a:extLst>
            </p:cNvPr>
            <p:cNvSpPr txBox="1"/>
            <p:nvPr/>
          </p:nvSpPr>
          <p:spPr>
            <a:xfrm>
              <a:off x="6465564" y="381807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0.8305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DFE82EB6-8861-41EE-940F-7D3C39D3265A}"/>
                </a:ext>
              </a:extLst>
            </p:cNvPr>
            <p:cNvSpPr txBox="1"/>
            <p:nvPr/>
          </p:nvSpPr>
          <p:spPr>
            <a:xfrm>
              <a:off x="6472432" y="1812531"/>
              <a:ext cx="138457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0.0871</a:t>
              </a:r>
              <a:endParaRPr lang="pt-BR" altLang="ko-KR" sz="1200" dirty="0"/>
            </a:p>
            <a:p>
              <a:pPr algn="ctr" latinLnBrk="1"/>
              <a:endParaRPr lang="ko-KR" altLang="en-US" sz="1200" b="1" dirty="0"/>
            </a:p>
          </p:txBody>
        </p:sp>
      </p:grpSp>
      <p:grpSp>
        <p:nvGrpSpPr>
          <p:cNvPr id="5" name="그룹 4">
            <a:extLst>
              <a:ext uri="{FF2B5EF4-FFF2-40B4-BE49-F238E27FC236}">
                <a16:creationId xmlns:a16="http://schemas.microsoft.com/office/drawing/2014/main" id="{CACBA84A-C766-4A99-A258-0B20ABAE2B3F}"/>
              </a:ext>
            </a:extLst>
          </p:cNvPr>
          <p:cNvGrpSpPr/>
          <p:nvPr/>
        </p:nvGrpSpPr>
        <p:grpSpPr>
          <a:xfrm>
            <a:off x="355597" y="1566310"/>
            <a:ext cx="1290420" cy="4587791"/>
            <a:chOff x="668867" y="1566310"/>
            <a:chExt cx="1290420" cy="4587791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FE13151-BA46-4219-A32A-22942F00BBFD}"/>
                </a:ext>
              </a:extLst>
            </p:cNvPr>
            <p:cNvSpPr txBox="1"/>
            <p:nvPr/>
          </p:nvSpPr>
          <p:spPr>
            <a:xfrm>
              <a:off x="668867" y="5537725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testdata_230711</a:t>
              </a:r>
              <a:endParaRPr lang="ko-KR" altLang="en-US" sz="1200" b="1" dirty="0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ADEB3EAB-0072-4095-8733-FFDDAD956D2E}"/>
                </a:ext>
              </a:extLst>
            </p:cNvPr>
            <p:cNvSpPr txBox="1"/>
            <p:nvPr/>
          </p:nvSpPr>
          <p:spPr>
            <a:xfrm>
              <a:off x="672354" y="35521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220712</a:t>
              </a:r>
              <a:endParaRPr lang="ko-KR" altLang="en-US" sz="1200" b="1" dirty="0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800CA63C-8DB7-46FE-A1FF-5C3332D9E9F6}"/>
                </a:ext>
              </a:extLst>
            </p:cNvPr>
            <p:cNvSpPr txBox="1"/>
            <p:nvPr/>
          </p:nvSpPr>
          <p:spPr>
            <a:xfrm>
              <a:off x="668867" y="15663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200802</a:t>
              </a:r>
              <a:endParaRPr lang="ko-KR" altLang="en-US" sz="1200" b="1" dirty="0"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F471D7EC-A786-472B-86DD-C4736DB62A39}"/>
                </a:ext>
              </a:extLst>
            </p:cNvPr>
            <p:cNvSpPr txBox="1"/>
            <p:nvPr/>
          </p:nvSpPr>
          <p:spPr>
            <a:xfrm>
              <a:off x="668867" y="5877102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0.7456</a:t>
              </a:r>
              <a:endParaRPr lang="ko-KR" altLang="en-US" sz="1200" b="1" dirty="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CD3DAA8C-A351-4E6A-A57B-AB46DE11A446}"/>
                </a:ext>
              </a:extLst>
            </p:cNvPr>
            <p:cNvSpPr txBox="1"/>
            <p:nvPr/>
          </p:nvSpPr>
          <p:spPr>
            <a:xfrm>
              <a:off x="672354" y="38914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pt-BR" altLang="ko-KR" sz="1200" dirty="0">
                  <a:solidFill>
                    <a:srgbClr val="FF0000"/>
                  </a:solidFill>
                </a:rPr>
                <a:t>-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0.0424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53BFEBD7-87B5-494C-9DF1-3F7DF03D47F4}"/>
                </a:ext>
              </a:extLst>
            </p:cNvPr>
            <p:cNvSpPr txBox="1"/>
            <p:nvPr/>
          </p:nvSpPr>
          <p:spPr>
            <a:xfrm>
              <a:off x="668867" y="19056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0.8350</a:t>
              </a:r>
              <a:endParaRPr lang="ko-KR" altLang="en-US" sz="1200" b="1" dirty="0"/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8E1BD931-7DDF-48DA-B726-056635A9BCE6}"/>
              </a:ext>
            </a:extLst>
          </p:cNvPr>
          <p:cNvSpPr txBox="1"/>
          <p:nvPr/>
        </p:nvSpPr>
        <p:spPr>
          <a:xfrm>
            <a:off x="9279466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model_(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/dg)_110_4_2</a:t>
            </a:r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181FA7FA-DE3D-4CCE-850D-CA11803975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6579" y="689483"/>
            <a:ext cx="4419422" cy="542588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AAD2037F-DF4F-4342-BE96-B2AC03983B2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6578" y="2777752"/>
            <a:ext cx="4419422" cy="551047"/>
          </a:xfrm>
          <a:prstGeom prst="rect">
            <a:avLst/>
          </a:prstGeom>
        </p:spPr>
      </p:pic>
      <p:pic>
        <p:nvPicPr>
          <p:cNvPr id="36" name="그림 35">
            <a:extLst>
              <a:ext uri="{FF2B5EF4-FFF2-40B4-BE49-F238E27FC236}">
                <a16:creationId xmlns:a16="http://schemas.microsoft.com/office/drawing/2014/main" id="{9C19C334-D124-4905-996E-534B71F080F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6578" y="4799977"/>
            <a:ext cx="4419422" cy="549525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D01F57E0-CDE7-44EB-891C-A0C7E98A3A8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43741" y="716172"/>
            <a:ext cx="4419422" cy="492774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C2E71C2E-7FE6-4714-9296-CF68E43F628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43741" y="2777752"/>
            <a:ext cx="4419422" cy="505397"/>
          </a:xfrm>
          <a:prstGeom prst="rect">
            <a:avLst/>
          </a:prstGeom>
        </p:spPr>
      </p:pic>
      <p:pic>
        <p:nvPicPr>
          <p:cNvPr id="43" name="그림 42">
            <a:extLst>
              <a:ext uri="{FF2B5EF4-FFF2-40B4-BE49-F238E27FC236}">
                <a16:creationId xmlns:a16="http://schemas.microsoft.com/office/drawing/2014/main" id="{2D10959B-B62D-471F-A785-0519BB7F9FC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43741" y="4851955"/>
            <a:ext cx="4419422" cy="497547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4D5CCF61-DC69-44D9-8CFB-3799C828CCC3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70557" y="5512934"/>
            <a:ext cx="2133361" cy="1109105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4C67F9FD-5A68-4AE7-ACB2-AAD75A16EE0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85592" y="1350515"/>
            <a:ext cx="2141376" cy="1110343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34DE88A8-1103-4454-8672-F0D043C3985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8838" y="3426340"/>
            <a:ext cx="2128663" cy="1125854"/>
          </a:xfrm>
          <a:prstGeom prst="rect">
            <a:avLst/>
          </a:prstGeom>
        </p:spPr>
      </p:pic>
      <p:pic>
        <p:nvPicPr>
          <p:cNvPr id="44" name="그림 43">
            <a:extLst>
              <a:ext uri="{FF2B5EF4-FFF2-40B4-BE49-F238E27FC236}">
                <a16:creationId xmlns:a16="http://schemas.microsoft.com/office/drawing/2014/main" id="{41BE02B1-4FEA-4E8D-8293-073CE6F4C34F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1971" y="1337575"/>
            <a:ext cx="2105544" cy="1108411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448F6E40-4528-4E25-B9FC-E925C7DB6155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2783" y="3423712"/>
            <a:ext cx="2103138" cy="1108411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9484D1C1-0278-4102-BAF9-785834033921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1971" y="5501931"/>
            <a:ext cx="2105029" cy="1108411"/>
          </a:xfrm>
          <a:prstGeom prst="rect">
            <a:avLst/>
          </a:prstGeom>
        </p:spPr>
      </p:pic>
      <p:pic>
        <p:nvPicPr>
          <p:cNvPr id="48" name="그림 47">
            <a:extLst>
              <a:ext uri="{FF2B5EF4-FFF2-40B4-BE49-F238E27FC236}">
                <a16:creationId xmlns:a16="http://schemas.microsoft.com/office/drawing/2014/main" id="{2ADE34C1-0274-4E50-A7AC-B754249F67E1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31464" y="5481624"/>
            <a:ext cx="2139407" cy="1128276"/>
          </a:xfrm>
          <a:prstGeom prst="rect">
            <a:avLst/>
          </a:prstGeom>
        </p:spPr>
      </p:pic>
      <p:pic>
        <p:nvPicPr>
          <p:cNvPr id="49" name="그림 48">
            <a:extLst>
              <a:ext uri="{FF2B5EF4-FFF2-40B4-BE49-F238E27FC236}">
                <a16:creationId xmlns:a16="http://schemas.microsoft.com/office/drawing/2014/main" id="{05BE3B41-A71D-44D9-A123-F53164D2AC82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63028" y="1333384"/>
            <a:ext cx="2114363" cy="1121161"/>
          </a:xfrm>
          <a:prstGeom prst="rect">
            <a:avLst/>
          </a:prstGeom>
        </p:spPr>
      </p:pic>
      <p:pic>
        <p:nvPicPr>
          <p:cNvPr id="50" name="그림 49">
            <a:extLst>
              <a:ext uri="{FF2B5EF4-FFF2-40B4-BE49-F238E27FC236}">
                <a16:creationId xmlns:a16="http://schemas.microsoft.com/office/drawing/2014/main" id="{9547D46D-B0E5-4988-9DE0-C9127E9A5F50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9413" y="3440893"/>
            <a:ext cx="2113749" cy="1105466"/>
          </a:xfrm>
          <a:prstGeom prst="rect">
            <a:avLst/>
          </a:prstGeom>
        </p:spPr>
      </p:pic>
      <p:pic>
        <p:nvPicPr>
          <p:cNvPr id="51" name="그림 50">
            <a:extLst>
              <a:ext uri="{FF2B5EF4-FFF2-40B4-BE49-F238E27FC236}">
                <a16:creationId xmlns:a16="http://schemas.microsoft.com/office/drawing/2014/main" id="{CDAF101C-5F1B-48BB-A7F4-4EE93EA6BF8D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75901" y="1332923"/>
            <a:ext cx="2105544" cy="1094271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52" name="그림 51">
            <a:extLst>
              <a:ext uri="{FF2B5EF4-FFF2-40B4-BE49-F238E27FC236}">
                <a16:creationId xmlns:a16="http://schemas.microsoft.com/office/drawing/2014/main" id="{F248DFB8-5BB1-4D32-AC39-284CDA32E9FD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75901" y="3439039"/>
            <a:ext cx="2103138" cy="1086475"/>
          </a:xfrm>
          <a:prstGeom prst="rect">
            <a:avLst/>
          </a:prstGeom>
        </p:spPr>
      </p:pic>
      <p:pic>
        <p:nvPicPr>
          <p:cNvPr id="53" name="그림 52">
            <a:extLst>
              <a:ext uri="{FF2B5EF4-FFF2-40B4-BE49-F238E27FC236}">
                <a16:creationId xmlns:a16="http://schemas.microsoft.com/office/drawing/2014/main" id="{003A34B0-002D-4603-9A7D-C73666A5ACC9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75901" y="5487411"/>
            <a:ext cx="2105029" cy="1094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086690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3EE75E94-8FB8-4A98-A686-35BD1C52C7C5}"/>
              </a:ext>
            </a:extLst>
          </p:cNvPr>
          <p:cNvSpPr txBox="1"/>
          <p:nvPr/>
        </p:nvSpPr>
        <p:spPr>
          <a:xfrm>
            <a:off x="270933" y="230419"/>
            <a:ext cx="5689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chemeClr val="accent5"/>
                </a:solidFill>
                <a:latin typeface="+mj-ea"/>
              </a:rPr>
              <a:t>대곡교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</a:rPr>
              <a:t> </a:t>
            </a:r>
            <a:r>
              <a:rPr lang="en-US" altLang="ko-KR" sz="2000" b="1" dirty="0">
                <a:latin typeface="+mj-ea"/>
              </a:rPr>
              <a:t>– </a:t>
            </a:r>
            <a:r>
              <a:rPr lang="ko-KR" altLang="en-US" sz="2000" b="1" dirty="0">
                <a:latin typeface="+mj-ea"/>
              </a:rPr>
              <a:t>관심수위 </a:t>
            </a:r>
            <a:r>
              <a:rPr lang="en-US" altLang="ko-KR" sz="2000" b="1" dirty="0">
                <a:latin typeface="+mj-ea"/>
              </a:rPr>
              <a:t>( </a:t>
            </a:r>
            <a:r>
              <a:rPr lang="ko-KR" altLang="en-US" sz="2000" b="1" dirty="0">
                <a:latin typeface="+mj-ea"/>
              </a:rPr>
              <a:t>누적 강우 </a:t>
            </a:r>
            <a:r>
              <a:rPr lang="en-US" altLang="ko-KR" sz="2000" b="1" dirty="0">
                <a:latin typeface="+mj-ea"/>
              </a:rPr>
              <a:t>110mm </a:t>
            </a:r>
            <a:r>
              <a:rPr lang="ko-KR" altLang="en-US" sz="2000" b="1" dirty="0">
                <a:latin typeface="+mj-ea"/>
              </a:rPr>
              <a:t>이상 </a:t>
            </a:r>
            <a:r>
              <a:rPr lang="en-US" altLang="ko-KR" sz="2000" b="1" dirty="0">
                <a:latin typeface="+mj-ea"/>
              </a:rPr>
              <a:t>5</a:t>
            </a:r>
            <a:r>
              <a:rPr lang="ko-KR" altLang="en-US" sz="2000" b="1" dirty="0">
                <a:latin typeface="+mj-ea"/>
              </a:rPr>
              <a:t> </a:t>
            </a:r>
            <a:r>
              <a:rPr lang="en-US" altLang="ko-KR" sz="2000" b="1" dirty="0">
                <a:latin typeface="+mj-ea"/>
              </a:rPr>
              <a:t>)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FC6DAE30-9462-4ECD-ACBF-CFEBE398D720}"/>
              </a:ext>
            </a:extLst>
          </p:cNvPr>
          <p:cNvGrpSpPr/>
          <p:nvPr/>
        </p:nvGrpSpPr>
        <p:grpSpPr>
          <a:xfrm>
            <a:off x="6152294" y="1473154"/>
            <a:ext cx="1391446" cy="4647191"/>
            <a:chOff x="6465564" y="1473154"/>
            <a:chExt cx="1391446" cy="4647191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FA255B5-0345-410B-80F9-2AFF909E4C46}"/>
                </a:ext>
              </a:extLst>
            </p:cNvPr>
            <p:cNvSpPr txBox="1"/>
            <p:nvPr/>
          </p:nvSpPr>
          <p:spPr>
            <a:xfrm>
              <a:off x="6465564" y="5503969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testdata_250814</a:t>
              </a:r>
              <a:endParaRPr lang="ko-KR" altLang="en-US" sz="1200" b="1" dirty="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749A747-00BF-4A4A-A0D9-CB38768F9B9A}"/>
                </a:ext>
              </a:extLst>
            </p:cNvPr>
            <p:cNvSpPr txBox="1"/>
            <p:nvPr/>
          </p:nvSpPr>
          <p:spPr>
            <a:xfrm>
              <a:off x="6465564" y="3478697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250716</a:t>
              </a:r>
              <a:endParaRPr lang="ko-KR" altLang="en-US" sz="1200" b="1" dirty="0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3780478-A6EF-4462-AD5A-1F9DE5B39403}"/>
                </a:ext>
              </a:extLst>
            </p:cNvPr>
            <p:cNvSpPr txBox="1"/>
            <p:nvPr/>
          </p:nvSpPr>
          <p:spPr>
            <a:xfrm>
              <a:off x="6472432" y="147315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240723</a:t>
              </a:r>
              <a:endParaRPr lang="ko-KR" altLang="en-US" sz="1200" b="1" dirty="0"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CD13AD81-9D77-4840-BEEF-57179F7C5A87}"/>
                </a:ext>
              </a:extLst>
            </p:cNvPr>
            <p:cNvSpPr txBox="1"/>
            <p:nvPr/>
          </p:nvSpPr>
          <p:spPr>
            <a:xfrm>
              <a:off x="6465564" y="5843346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0.6115</a:t>
              </a:r>
              <a:endParaRPr lang="ko-KR" altLang="en-US" sz="1200" b="1" dirty="0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9A42ED54-E154-45FD-9E22-F3DB582A0E2E}"/>
                </a:ext>
              </a:extLst>
            </p:cNvPr>
            <p:cNvSpPr txBox="1"/>
            <p:nvPr/>
          </p:nvSpPr>
          <p:spPr>
            <a:xfrm>
              <a:off x="6465564" y="381807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0.9577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DFE82EB6-8861-41EE-940F-7D3C39D3265A}"/>
                </a:ext>
              </a:extLst>
            </p:cNvPr>
            <p:cNvSpPr txBox="1"/>
            <p:nvPr/>
          </p:nvSpPr>
          <p:spPr>
            <a:xfrm>
              <a:off x="6472432" y="1812531"/>
              <a:ext cx="138457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0.5130</a:t>
              </a:r>
              <a:endParaRPr lang="pt-BR" altLang="ko-KR" sz="1200" dirty="0"/>
            </a:p>
            <a:p>
              <a:pPr algn="ctr" latinLnBrk="1"/>
              <a:endParaRPr lang="ko-KR" altLang="en-US" sz="1200" b="1" dirty="0"/>
            </a:p>
          </p:txBody>
        </p:sp>
      </p:grpSp>
      <p:grpSp>
        <p:nvGrpSpPr>
          <p:cNvPr id="5" name="그룹 4">
            <a:extLst>
              <a:ext uri="{FF2B5EF4-FFF2-40B4-BE49-F238E27FC236}">
                <a16:creationId xmlns:a16="http://schemas.microsoft.com/office/drawing/2014/main" id="{CACBA84A-C766-4A99-A258-0B20ABAE2B3F}"/>
              </a:ext>
            </a:extLst>
          </p:cNvPr>
          <p:cNvGrpSpPr/>
          <p:nvPr/>
        </p:nvGrpSpPr>
        <p:grpSpPr>
          <a:xfrm>
            <a:off x="355597" y="1566310"/>
            <a:ext cx="1290420" cy="4587791"/>
            <a:chOff x="668867" y="1566310"/>
            <a:chExt cx="1290420" cy="4587791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FE13151-BA46-4219-A32A-22942F00BBFD}"/>
                </a:ext>
              </a:extLst>
            </p:cNvPr>
            <p:cNvSpPr txBox="1"/>
            <p:nvPr/>
          </p:nvSpPr>
          <p:spPr>
            <a:xfrm>
              <a:off x="668867" y="5537725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testdata_230711</a:t>
              </a:r>
              <a:endParaRPr lang="ko-KR" altLang="en-US" sz="1200" b="1" dirty="0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ADEB3EAB-0072-4095-8733-FFDDAD956D2E}"/>
                </a:ext>
              </a:extLst>
            </p:cNvPr>
            <p:cNvSpPr txBox="1"/>
            <p:nvPr/>
          </p:nvSpPr>
          <p:spPr>
            <a:xfrm>
              <a:off x="672354" y="35521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220712</a:t>
              </a:r>
              <a:endParaRPr lang="ko-KR" altLang="en-US" sz="1200" b="1" dirty="0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800CA63C-8DB7-46FE-A1FF-5C3332D9E9F6}"/>
                </a:ext>
              </a:extLst>
            </p:cNvPr>
            <p:cNvSpPr txBox="1"/>
            <p:nvPr/>
          </p:nvSpPr>
          <p:spPr>
            <a:xfrm>
              <a:off x="668867" y="15663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200802</a:t>
              </a:r>
              <a:endParaRPr lang="ko-KR" altLang="en-US" sz="1200" b="1" dirty="0"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F471D7EC-A786-472B-86DD-C4736DB62A39}"/>
                </a:ext>
              </a:extLst>
            </p:cNvPr>
            <p:cNvSpPr txBox="1"/>
            <p:nvPr/>
          </p:nvSpPr>
          <p:spPr>
            <a:xfrm>
              <a:off x="668867" y="5877102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0.8276</a:t>
              </a:r>
              <a:endParaRPr lang="ko-KR" altLang="en-US" sz="1200" b="1" dirty="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CD3DAA8C-A351-4E6A-A57B-AB46DE11A446}"/>
                </a:ext>
              </a:extLst>
            </p:cNvPr>
            <p:cNvSpPr txBox="1"/>
            <p:nvPr/>
          </p:nvSpPr>
          <p:spPr>
            <a:xfrm>
              <a:off x="672354" y="38914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pt-BR" altLang="ko-KR" sz="1200" dirty="0">
                  <a:solidFill>
                    <a:srgbClr val="FF0000"/>
                  </a:solidFill>
                </a:rPr>
                <a:t>-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0.1000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53BFEBD7-87B5-494C-9DF1-3F7DF03D47F4}"/>
                </a:ext>
              </a:extLst>
            </p:cNvPr>
            <p:cNvSpPr txBox="1"/>
            <p:nvPr/>
          </p:nvSpPr>
          <p:spPr>
            <a:xfrm>
              <a:off x="668867" y="19056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0.9246</a:t>
              </a:r>
              <a:endParaRPr lang="ko-KR" altLang="en-US" sz="1200" b="1" dirty="0"/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8E1BD931-7DDF-48DA-B726-056635A9BCE6}"/>
              </a:ext>
            </a:extLst>
          </p:cNvPr>
          <p:cNvSpPr txBox="1"/>
          <p:nvPr/>
        </p:nvSpPr>
        <p:spPr>
          <a:xfrm>
            <a:off x="9279466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model_(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/dg)_110_5_2</a:t>
            </a:r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181FA7FA-DE3D-4CCE-850D-CA11803975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6579" y="689483"/>
            <a:ext cx="4419422" cy="542588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AAD2037F-DF4F-4342-BE96-B2AC03983B2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6578" y="2777752"/>
            <a:ext cx="4419422" cy="551047"/>
          </a:xfrm>
          <a:prstGeom prst="rect">
            <a:avLst/>
          </a:prstGeom>
        </p:spPr>
      </p:pic>
      <p:pic>
        <p:nvPicPr>
          <p:cNvPr id="36" name="그림 35">
            <a:extLst>
              <a:ext uri="{FF2B5EF4-FFF2-40B4-BE49-F238E27FC236}">
                <a16:creationId xmlns:a16="http://schemas.microsoft.com/office/drawing/2014/main" id="{9C19C334-D124-4905-996E-534B71F080F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6578" y="4799977"/>
            <a:ext cx="4419422" cy="549525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D01F57E0-CDE7-44EB-891C-A0C7E98A3A8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43741" y="716172"/>
            <a:ext cx="4419422" cy="492774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C2E71C2E-7FE6-4714-9296-CF68E43F628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43741" y="2777752"/>
            <a:ext cx="4419422" cy="505397"/>
          </a:xfrm>
          <a:prstGeom prst="rect">
            <a:avLst/>
          </a:prstGeom>
        </p:spPr>
      </p:pic>
      <p:pic>
        <p:nvPicPr>
          <p:cNvPr id="43" name="그림 42">
            <a:extLst>
              <a:ext uri="{FF2B5EF4-FFF2-40B4-BE49-F238E27FC236}">
                <a16:creationId xmlns:a16="http://schemas.microsoft.com/office/drawing/2014/main" id="{2D10959B-B62D-471F-A785-0519BB7F9FC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43741" y="4851955"/>
            <a:ext cx="4419422" cy="497547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4D5CCF61-DC69-44D9-8CFB-3799C828CCC3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82382" y="5512934"/>
            <a:ext cx="2109711" cy="1109105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4C67F9FD-5A68-4AE7-ACB2-AAD75A16EE0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00247" y="1350515"/>
            <a:ext cx="2112065" cy="1110343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34DE88A8-1103-4454-8672-F0D043C3985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8838" y="3426340"/>
            <a:ext cx="2128663" cy="1125853"/>
          </a:xfrm>
          <a:prstGeom prst="rect">
            <a:avLst/>
          </a:prstGeom>
        </p:spPr>
      </p:pic>
      <p:pic>
        <p:nvPicPr>
          <p:cNvPr id="44" name="그림 43">
            <a:extLst>
              <a:ext uri="{FF2B5EF4-FFF2-40B4-BE49-F238E27FC236}">
                <a16:creationId xmlns:a16="http://schemas.microsoft.com/office/drawing/2014/main" id="{41BE02B1-4FEA-4E8D-8293-073CE6F4C34F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1971" y="1337575"/>
            <a:ext cx="2105544" cy="1108411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448F6E40-4528-4E25-B9FC-E925C7DB6155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2783" y="3423712"/>
            <a:ext cx="2103138" cy="1108411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9484D1C1-0278-4102-BAF9-785834033921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1971" y="5501931"/>
            <a:ext cx="2105029" cy="1108411"/>
          </a:xfrm>
          <a:prstGeom prst="rect">
            <a:avLst/>
          </a:prstGeom>
        </p:spPr>
      </p:pic>
      <p:pic>
        <p:nvPicPr>
          <p:cNvPr id="48" name="그림 47">
            <a:extLst>
              <a:ext uri="{FF2B5EF4-FFF2-40B4-BE49-F238E27FC236}">
                <a16:creationId xmlns:a16="http://schemas.microsoft.com/office/drawing/2014/main" id="{2ADE34C1-0274-4E50-A7AC-B754249F67E1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31464" y="5483245"/>
            <a:ext cx="2139407" cy="1125033"/>
          </a:xfrm>
          <a:prstGeom prst="rect">
            <a:avLst/>
          </a:prstGeom>
        </p:spPr>
      </p:pic>
      <p:pic>
        <p:nvPicPr>
          <p:cNvPr id="49" name="그림 48">
            <a:extLst>
              <a:ext uri="{FF2B5EF4-FFF2-40B4-BE49-F238E27FC236}">
                <a16:creationId xmlns:a16="http://schemas.microsoft.com/office/drawing/2014/main" id="{05BE3B41-A71D-44D9-A123-F53164D2AC82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63028" y="1338033"/>
            <a:ext cx="2114363" cy="1111863"/>
          </a:xfrm>
          <a:prstGeom prst="rect">
            <a:avLst/>
          </a:prstGeom>
        </p:spPr>
      </p:pic>
      <p:pic>
        <p:nvPicPr>
          <p:cNvPr id="50" name="그림 49">
            <a:extLst>
              <a:ext uri="{FF2B5EF4-FFF2-40B4-BE49-F238E27FC236}">
                <a16:creationId xmlns:a16="http://schemas.microsoft.com/office/drawing/2014/main" id="{9547D46D-B0E5-4988-9DE0-C9127E9A5F50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9413" y="3440893"/>
            <a:ext cx="2113748" cy="1105466"/>
          </a:xfrm>
          <a:prstGeom prst="rect">
            <a:avLst/>
          </a:prstGeom>
        </p:spPr>
      </p:pic>
      <p:pic>
        <p:nvPicPr>
          <p:cNvPr id="51" name="그림 50">
            <a:extLst>
              <a:ext uri="{FF2B5EF4-FFF2-40B4-BE49-F238E27FC236}">
                <a16:creationId xmlns:a16="http://schemas.microsoft.com/office/drawing/2014/main" id="{CDAF101C-5F1B-48BB-A7F4-4EE93EA6BF8D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75901" y="1332923"/>
            <a:ext cx="2105544" cy="1094271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52" name="그림 51">
            <a:extLst>
              <a:ext uri="{FF2B5EF4-FFF2-40B4-BE49-F238E27FC236}">
                <a16:creationId xmlns:a16="http://schemas.microsoft.com/office/drawing/2014/main" id="{F248DFB8-5BB1-4D32-AC39-284CDA32E9FD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75901" y="3439039"/>
            <a:ext cx="2103138" cy="1086475"/>
          </a:xfrm>
          <a:prstGeom prst="rect">
            <a:avLst/>
          </a:prstGeom>
        </p:spPr>
      </p:pic>
      <p:pic>
        <p:nvPicPr>
          <p:cNvPr id="53" name="그림 52">
            <a:extLst>
              <a:ext uri="{FF2B5EF4-FFF2-40B4-BE49-F238E27FC236}">
                <a16:creationId xmlns:a16="http://schemas.microsoft.com/office/drawing/2014/main" id="{003A34B0-002D-4603-9A7D-C73666A5ACC9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75901" y="5487411"/>
            <a:ext cx="2105029" cy="1094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294234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그림 43">
            <a:extLst>
              <a:ext uri="{FF2B5EF4-FFF2-40B4-BE49-F238E27FC236}">
                <a16:creationId xmlns:a16="http://schemas.microsoft.com/office/drawing/2014/main" id="{B677A664-900B-45EC-B7ED-FED2250F1E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3" y="707985"/>
            <a:ext cx="3227450" cy="493143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12E4B6C2-35C2-4C27-9869-ABC58B1417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3" y="2716152"/>
            <a:ext cx="3227450" cy="497547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06F1A1F7-B882-4681-B942-265A6276DF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9262" y="4747938"/>
            <a:ext cx="3227450" cy="497547"/>
          </a:xfrm>
          <a:prstGeom prst="rect">
            <a:avLst/>
          </a:prstGeom>
        </p:spPr>
      </p:pic>
      <p:grpSp>
        <p:nvGrpSpPr>
          <p:cNvPr id="6" name="그룹 5">
            <a:extLst>
              <a:ext uri="{FF2B5EF4-FFF2-40B4-BE49-F238E27FC236}">
                <a16:creationId xmlns:a16="http://schemas.microsoft.com/office/drawing/2014/main" id="{A633956A-1F30-42A6-9C2E-8AC72E68C8A0}"/>
              </a:ext>
            </a:extLst>
          </p:cNvPr>
          <p:cNvGrpSpPr/>
          <p:nvPr/>
        </p:nvGrpSpPr>
        <p:grpSpPr>
          <a:xfrm>
            <a:off x="6465564" y="1473154"/>
            <a:ext cx="1391446" cy="4647191"/>
            <a:chOff x="6465564" y="1473154"/>
            <a:chExt cx="1391446" cy="4647191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FA255B5-0345-410B-80F9-2AFF909E4C46}"/>
                </a:ext>
              </a:extLst>
            </p:cNvPr>
            <p:cNvSpPr txBox="1"/>
            <p:nvPr/>
          </p:nvSpPr>
          <p:spPr>
            <a:xfrm>
              <a:off x="6465564" y="5503969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testdata_250814</a:t>
              </a:r>
              <a:endParaRPr lang="ko-KR" altLang="en-US" sz="1200" b="1" dirty="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749A747-00BF-4A4A-A0D9-CB38768F9B9A}"/>
                </a:ext>
              </a:extLst>
            </p:cNvPr>
            <p:cNvSpPr txBox="1"/>
            <p:nvPr/>
          </p:nvSpPr>
          <p:spPr>
            <a:xfrm>
              <a:off x="6465564" y="3478697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250716</a:t>
              </a:r>
              <a:endParaRPr lang="ko-KR" altLang="en-US" sz="1200" b="1" dirty="0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3780478-A6EF-4462-AD5A-1F9DE5B39403}"/>
                </a:ext>
              </a:extLst>
            </p:cNvPr>
            <p:cNvSpPr txBox="1"/>
            <p:nvPr/>
          </p:nvSpPr>
          <p:spPr>
            <a:xfrm>
              <a:off x="6472432" y="147315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240723</a:t>
              </a:r>
              <a:endParaRPr lang="ko-KR" altLang="en-US" sz="1200" b="1" dirty="0"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CD13AD81-9D77-4840-BEEF-57179F7C5A87}"/>
                </a:ext>
              </a:extLst>
            </p:cNvPr>
            <p:cNvSpPr txBox="1"/>
            <p:nvPr/>
          </p:nvSpPr>
          <p:spPr>
            <a:xfrm>
              <a:off x="6465564" y="5843346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0.8840</a:t>
              </a:r>
              <a:endParaRPr lang="ko-KR" altLang="en-US" sz="1200" b="1" dirty="0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9A42ED54-E154-45FD-9E22-F3DB582A0E2E}"/>
                </a:ext>
              </a:extLst>
            </p:cNvPr>
            <p:cNvSpPr txBox="1"/>
            <p:nvPr/>
          </p:nvSpPr>
          <p:spPr>
            <a:xfrm>
              <a:off x="6465564" y="381807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0.8647</a:t>
              </a:r>
              <a:endParaRPr lang="ko-KR" altLang="en-US" sz="1200" b="1" dirty="0"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DFE82EB6-8861-41EE-940F-7D3C39D3265A}"/>
                </a:ext>
              </a:extLst>
            </p:cNvPr>
            <p:cNvSpPr txBox="1"/>
            <p:nvPr/>
          </p:nvSpPr>
          <p:spPr>
            <a:xfrm>
              <a:off x="6472432" y="1812531"/>
              <a:ext cx="138457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0.6077</a:t>
              </a:r>
              <a:endParaRPr lang="pt-BR" altLang="ko-KR" sz="1200" dirty="0"/>
            </a:p>
            <a:p>
              <a:pPr algn="ctr" latinLnBrk="1"/>
              <a:endParaRPr lang="ko-KR" altLang="en-US" sz="1200" b="1" dirty="0"/>
            </a:p>
          </p:txBody>
        </p:sp>
      </p:grpSp>
      <p:pic>
        <p:nvPicPr>
          <p:cNvPr id="2" name="그림 1">
            <a:extLst>
              <a:ext uri="{FF2B5EF4-FFF2-40B4-BE49-F238E27FC236}">
                <a16:creationId xmlns:a16="http://schemas.microsoft.com/office/drawing/2014/main" id="{B0427AF8-A21B-40FF-AA58-919893C3364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8382" y="1247792"/>
            <a:ext cx="3192890" cy="1315789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C8E7FF9E-DE29-4AC0-8F82-3948FDDFEB1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8382" y="3240449"/>
            <a:ext cx="3192889" cy="1356107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DA0938AC-6E22-4385-9FDE-48F6D147DC7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2" y="5271474"/>
            <a:ext cx="3192890" cy="1356107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73A9FA09-4C55-4047-B157-8A89D4BA73F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27591" y="716406"/>
            <a:ext cx="3227450" cy="488741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9FB5B3B8-D3C4-426E-A3EB-702A5203B43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3" y="2716152"/>
            <a:ext cx="3227450" cy="497547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6006C84D-618D-4489-8E29-C63A6FBD5D6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9662" y="4747938"/>
            <a:ext cx="3227450" cy="497547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B9D11161-F507-458B-AD75-9380CEEBB71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8784" y="1254012"/>
            <a:ext cx="3192890" cy="1315789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6992310A-AF00-4935-B2D8-4BBC37A613D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8783" y="3240449"/>
            <a:ext cx="3192889" cy="1356107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5414DBF1-66B4-428D-8122-CBEC2AC62BCA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27592" y="5271474"/>
            <a:ext cx="3195542" cy="1356107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037FCAF9-66BE-4633-BC24-599FA03657E0}"/>
              </a:ext>
            </a:extLst>
          </p:cNvPr>
          <p:cNvGrpSpPr/>
          <p:nvPr/>
        </p:nvGrpSpPr>
        <p:grpSpPr>
          <a:xfrm>
            <a:off x="668867" y="1566310"/>
            <a:ext cx="1290420" cy="4587791"/>
            <a:chOff x="668867" y="1566310"/>
            <a:chExt cx="1290420" cy="4587791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FE13151-BA46-4219-A32A-22942F00BBFD}"/>
                </a:ext>
              </a:extLst>
            </p:cNvPr>
            <p:cNvSpPr txBox="1"/>
            <p:nvPr/>
          </p:nvSpPr>
          <p:spPr>
            <a:xfrm>
              <a:off x="668867" y="5537725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testdata_230711</a:t>
              </a:r>
              <a:endParaRPr lang="ko-KR" altLang="en-US" sz="1200" b="1" dirty="0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ADEB3EAB-0072-4095-8733-FFDDAD956D2E}"/>
                </a:ext>
              </a:extLst>
            </p:cNvPr>
            <p:cNvSpPr txBox="1"/>
            <p:nvPr/>
          </p:nvSpPr>
          <p:spPr>
            <a:xfrm>
              <a:off x="672354" y="35521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220712</a:t>
              </a:r>
              <a:endParaRPr lang="ko-KR" altLang="en-US" sz="1200" b="1" dirty="0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800CA63C-8DB7-46FE-A1FF-5C3332D9E9F6}"/>
                </a:ext>
              </a:extLst>
            </p:cNvPr>
            <p:cNvSpPr txBox="1"/>
            <p:nvPr/>
          </p:nvSpPr>
          <p:spPr>
            <a:xfrm>
              <a:off x="668867" y="15663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200802</a:t>
              </a:r>
              <a:endParaRPr lang="ko-KR" altLang="en-US" sz="1200" b="1" dirty="0"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F471D7EC-A786-472B-86DD-C4736DB62A39}"/>
                </a:ext>
              </a:extLst>
            </p:cNvPr>
            <p:cNvSpPr txBox="1"/>
            <p:nvPr/>
          </p:nvSpPr>
          <p:spPr>
            <a:xfrm>
              <a:off x="668867" y="5877102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0.7304</a:t>
              </a:r>
              <a:endParaRPr lang="ko-KR" altLang="en-US" sz="1200" b="1" dirty="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CD3DAA8C-A351-4E6A-A57B-AB46DE11A446}"/>
                </a:ext>
              </a:extLst>
            </p:cNvPr>
            <p:cNvSpPr txBox="1"/>
            <p:nvPr/>
          </p:nvSpPr>
          <p:spPr>
            <a:xfrm>
              <a:off x="672354" y="38914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-0.1561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53BFEBD7-87B5-494C-9DF1-3F7DF03D47F4}"/>
                </a:ext>
              </a:extLst>
            </p:cNvPr>
            <p:cNvSpPr txBox="1"/>
            <p:nvPr/>
          </p:nvSpPr>
          <p:spPr>
            <a:xfrm>
              <a:off x="668867" y="19056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0.8845</a:t>
              </a:r>
              <a:endParaRPr lang="ko-KR" altLang="en-US" sz="1200" b="1" dirty="0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299677C7-71CB-488B-B73B-00A215738C6E}"/>
              </a:ext>
            </a:extLst>
          </p:cNvPr>
          <p:cNvSpPr txBox="1"/>
          <p:nvPr/>
        </p:nvSpPr>
        <p:spPr>
          <a:xfrm>
            <a:off x="270933" y="230419"/>
            <a:ext cx="78996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chemeClr val="accent5"/>
                </a:solidFill>
                <a:latin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</a:rPr>
              <a:t> </a:t>
            </a:r>
            <a:r>
              <a:rPr lang="en-US" altLang="ko-KR" sz="2000" b="1" dirty="0">
                <a:latin typeface="+mj-ea"/>
              </a:rPr>
              <a:t>– </a:t>
            </a:r>
            <a:r>
              <a:rPr lang="ko-KR" altLang="en-US" sz="2000" b="1" dirty="0">
                <a:latin typeface="+mj-ea"/>
              </a:rPr>
              <a:t>관심수위 </a:t>
            </a:r>
            <a:r>
              <a:rPr lang="en-US" altLang="ko-KR" sz="2000" b="1" dirty="0">
                <a:latin typeface="+mj-ea"/>
              </a:rPr>
              <a:t>( 20</a:t>
            </a:r>
            <a:r>
              <a:rPr lang="ko-KR" altLang="en-US" sz="2000" b="1" dirty="0">
                <a:latin typeface="+mj-ea"/>
              </a:rPr>
              <a:t>년 이후 </a:t>
            </a:r>
            <a:r>
              <a:rPr lang="en-US" altLang="ko-KR" sz="2000" b="1" dirty="0">
                <a:latin typeface="+mj-ea"/>
              </a:rPr>
              <a:t>)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6D82F9F-5C5E-443C-934B-0DA7D76B0926}"/>
              </a:ext>
            </a:extLst>
          </p:cNvPr>
          <p:cNvSpPr txBox="1"/>
          <p:nvPr/>
        </p:nvSpPr>
        <p:spPr>
          <a:xfrm>
            <a:off x="9279466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model_(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/dg)_20</a:t>
            </a:r>
            <a:endParaRPr lang="ko-KR" altLang="en-US" sz="1050" b="1" dirty="0"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8970955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그룹 5">
            <a:extLst>
              <a:ext uri="{FF2B5EF4-FFF2-40B4-BE49-F238E27FC236}">
                <a16:creationId xmlns:a16="http://schemas.microsoft.com/office/drawing/2014/main" id="{A633956A-1F30-42A6-9C2E-8AC72E68C8A0}"/>
              </a:ext>
            </a:extLst>
          </p:cNvPr>
          <p:cNvGrpSpPr/>
          <p:nvPr/>
        </p:nvGrpSpPr>
        <p:grpSpPr>
          <a:xfrm>
            <a:off x="6465564" y="1473154"/>
            <a:ext cx="1391446" cy="4647191"/>
            <a:chOff x="6465564" y="1473154"/>
            <a:chExt cx="1391446" cy="4647191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FA255B5-0345-410B-80F9-2AFF909E4C46}"/>
                </a:ext>
              </a:extLst>
            </p:cNvPr>
            <p:cNvSpPr txBox="1"/>
            <p:nvPr/>
          </p:nvSpPr>
          <p:spPr>
            <a:xfrm>
              <a:off x="6465564" y="5503969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testdata_250814</a:t>
              </a:r>
              <a:endParaRPr lang="ko-KR" altLang="en-US" sz="1200" b="1" dirty="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749A747-00BF-4A4A-A0D9-CB38768F9B9A}"/>
                </a:ext>
              </a:extLst>
            </p:cNvPr>
            <p:cNvSpPr txBox="1"/>
            <p:nvPr/>
          </p:nvSpPr>
          <p:spPr>
            <a:xfrm>
              <a:off x="6465564" y="3478697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250716</a:t>
              </a:r>
              <a:endParaRPr lang="ko-KR" altLang="en-US" sz="1200" b="1" dirty="0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3780478-A6EF-4462-AD5A-1F9DE5B39403}"/>
                </a:ext>
              </a:extLst>
            </p:cNvPr>
            <p:cNvSpPr txBox="1"/>
            <p:nvPr/>
          </p:nvSpPr>
          <p:spPr>
            <a:xfrm>
              <a:off x="6472432" y="147315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240723</a:t>
              </a:r>
              <a:endParaRPr lang="ko-KR" altLang="en-US" sz="1200" b="1" dirty="0"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CD13AD81-9D77-4840-BEEF-57179F7C5A87}"/>
                </a:ext>
              </a:extLst>
            </p:cNvPr>
            <p:cNvSpPr txBox="1"/>
            <p:nvPr/>
          </p:nvSpPr>
          <p:spPr>
            <a:xfrm>
              <a:off x="6465564" y="5843346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0.8631</a:t>
              </a:r>
              <a:endParaRPr lang="ko-KR" altLang="en-US" sz="1200" b="1" dirty="0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9A42ED54-E154-45FD-9E22-F3DB582A0E2E}"/>
                </a:ext>
              </a:extLst>
            </p:cNvPr>
            <p:cNvSpPr txBox="1"/>
            <p:nvPr/>
          </p:nvSpPr>
          <p:spPr>
            <a:xfrm>
              <a:off x="6465564" y="381807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0.9528</a:t>
              </a:r>
              <a:endParaRPr lang="ko-KR" altLang="en-US" sz="1200" b="1" dirty="0"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DFE82EB6-8861-41EE-940F-7D3C39D3265A}"/>
                </a:ext>
              </a:extLst>
            </p:cNvPr>
            <p:cNvSpPr txBox="1"/>
            <p:nvPr/>
          </p:nvSpPr>
          <p:spPr>
            <a:xfrm>
              <a:off x="6472432" y="1812531"/>
              <a:ext cx="138457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0.6739</a:t>
              </a:r>
              <a:endParaRPr lang="pt-BR" altLang="ko-KR" sz="1200" dirty="0"/>
            </a:p>
            <a:p>
              <a:pPr algn="ctr" latinLnBrk="1"/>
              <a:endParaRPr lang="ko-KR" altLang="en-US" sz="1200" b="1" dirty="0"/>
            </a:p>
          </p:txBody>
        </p:sp>
      </p:grpSp>
      <p:pic>
        <p:nvPicPr>
          <p:cNvPr id="2" name="그림 1">
            <a:extLst>
              <a:ext uri="{FF2B5EF4-FFF2-40B4-BE49-F238E27FC236}">
                <a16:creationId xmlns:a16="http://schemas.microsoft.com/office/drawing/2014/main" id="{B0427AF8-A21B-40FF-AA58-919893C336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1" y="1247792"/>
            <a:ext cx="3227450" cy="1315789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C8E7FF9E-DE29-4AC0-8F82-3948FDDFEB1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1" y="3240449"/>
            <a:ext cx="3192891" cy="1356107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DA0938AC-6E22-4385-9FDE-48F6D147DC7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1" y="5271474"/>
            <a:ext cx="3192891" cy="1356107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B9D11161-F507-458B-AD75-9380CEEBB71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8783" y="1254012"/>
            <a:ext cx="3176257" cy="1315789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6992310A-AF00-4935-B2D8-4BBC37A613D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8782" y="3240449"/>
            <a:ext cx="3192891" cy="1356107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5414DBF1-66B4-428D-8122-CBEC2AC62BC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8782" y="5271474"/>
            <a:ext cx="3176257" cy="1356107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037FCAF9-66BE-4633-BC24-599FA03657E0}"/>
              </a:ext>
            </a:extLst>
          </p:cNvPr>
          <p:cNvGrpSpPr/>
          <p:nvPr/>
        </p:nvGrpSpPr>
        <p:grpSpPr>
          <a:xfrm>
            <a:off x="668867" y="1566310"/>
            <a:ext cx="1290420" cy="4587791"/>
            <a:chOff x="668867" y="1566310"/>
            <a:chExt cx="1290420" cy="4587791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FE13151-BA46-4219-A32A-22942F00BBFD}"/>
                </a:ext>
              </a:extLst>
            </p:cNvPr>
            <p:cNvSpPr txBox="1"/>
            <p:nvPr/>
          </p:nvSpPr>
          <p:spPr>
            <a:xfrm>
              <a:off x="668867" y="5537725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testdata_230711</a:t>
              </a:r>
              <a:endParaRPr lang="ko-KR" altLang="en-US" sz="1200" b="1" dirty="0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ADEB3EAB-0072-4095-8733-FFDDAD956D2E}"/>
                </a:ext>
              </a:extLst>
            </p:cNvPr>
            <p:cNvSpPr txBox="1"/>
            <p:nvPr/>
          </p:nvSpPr>
          <p:spPr>
            <a:xfrm>
              <a:off x="672354" y="35521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220712</a:t>
              </a:r>
              <a:endParaRPr lang="ko-KR" altLang="en-US" sz="1200" b="1" dirty="0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800CA63C-8DB7-46FE-A1FF-5C3332D9E9F6}"/>
                </a:ext>
              </a:extLst>
            </p:cNvPr>
            <p:cNvSpPr txBox="1"/>
            <p:nvPr/>
          </p:nvSpPr>
          <p:spPr>
            <a:xfrm>
              <a:off x="668867" y="15663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200802</a:t>
              </a:r>
              <a:endParaRPr lang="ko-KR" altLang="en-US" sz="1200" b="1" dirty="0"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F471D7EC-A786-472B-86DD-C4736DB62A39}"/>
                </a:ext>
              </a:extLst>
            </p:cNvPr>
            <p:cNvSpPr txBox="1"/>
            <p:nvPr/>
          </p:nvSpPr>
          <p:spPr>
            <a:xfrm>
              <a:off x="668867" y="5877102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0.7527</a:t>
              </a:r>
              <a:endParaRPr lang="ko-KR" altLang="en-US" sz="1200" b="1" dirty="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CD3DAA8C-A351-4E6A-A57B-AB46DE11A446}"/>
                </a:ext>
              </a:extLst>
            </p:cNvPr>
            <p:cNvSpPr txBox="1"/>
            <p:nvPr/>
          </p:nvSpPr>
          <p:spPr>
            <a:xfrm>
              <a:off x="672354" y="38914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-0.5266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53BFEBD7-87B5-494C-9DF1-3F7DF03D47F4}"/>
                </a:ext>
              </a:extLst>
            </p:cNvPr>
            <p:cNvSpPr txBox="1"/>
            <p:nvPr/>
          </p:nvSpPr>
          <p:spPr>
            <a:xfrm>
              <a:off x="668867" y="19056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0.8523</a:t>
              </a:r>
              <a:endParaRPr lang="ko-KR" altLang="en-US" sz="1200" b="1" dirty="0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299677C7-71CB-488B-B73B-00A215738C6E}"/>
              </a:ext>
            </a:extLst>
          </p:cNvPr>
          <p:cNvSpPr txBox="1"/>
          <p:nvPr/>
        </p:nvSpPr>
        <p:spPr>
          <a:xfrm>
            <a:off x="270933" y="230419"/>
            <a:ext cx="78996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chemeClr val="accent5"/>
                </a:solidFill>
                <a:latin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</a:rPr>
              <a:t> </a:t>
            </a:r>
            <a:r>
              <a:rPr lang="en-US" altLang="ko-KR" sz="2000" b="1" dirty="0">
                <a:latin typeface="+mj-ea"/>
              </a:rPr>
              <a:t>– </a:t>
            </a:r>
            <a:r>
              <a:rPr lang="ko-KR" altLang="en-US" sz="2000" b="1" dirty="0">
                <a:latin typeface="+mj-ea"/>
              </a:rPr>
              <a:t>관심수위 </a:t>
            </a:r>
            <a:r>
              <a:rPr lang="en-US" altLang="ko-KR" sz="2000" b="1" dirty="0">
                <a:latin typeface="+mj-ea"/>
              </a:rPr>
              <a:t>( 20</a:t>
            </a:r>
            <a:r>
              <a:rPr lang="ko-KR" altLang="en-US" sz="2000" b="1" dirty="0">
                <a:latin typeface="+mj-ea"/>
              </a:rPr>
              <a:t>년 이후 </a:t>
            </a:r>
            <a:r>
              <a:rPr lang="en-US" altLang="ko-KR" sz="2000" b="1" dirty="0">
                <a:latin typeface="+mj-ea"/>
              </a:rPr>
              <a:t>+ </a:t>
            </a:r>
            <a:r>
              <a:rPr lang="ko-KR" altLang="en-US" sz="2000" b="1" dirty="0">
                <a:latin typeface="+mj-ea"/>
              </a:rPr>
              <a:t>누적 강우 </a:t>
            </a:r>
            <a:r>
              <a:rPr lang="en-US" altLang="ko-KR" sz="2000" b="1" dirty="0">
                <a:latin typeface="+mj-ea"/>
              </a:rPr>
              <a:t>)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E29CA73-A074-4D2D-94DD-8BC225BA50DE}"/>
              </a:ext>
            </a:extLst>
          </p:cNvPr>
          <p:cNvSpPr txBox="1"/>
          <p:nvPr/>
        </p:nvSpPr>
        <p:spPr>
          <a:xfrm>
            <a:off x="9279466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model_(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/dg)_rf20</a:t>
            </a:r>
            <a:endParaRPr lang="ko-KR" altLang="en-US" sz="1050" b="1" dirty="0">
              <a:latin typeface="+mj-ea"/>
            </a:endParaRPr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B2122BB9-47FB-45EC-90F8-4D047CB2E50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2" y="707985"/>
            <a:ext cx="3227450" cy="493143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C064F5C2-DC10-4883-BBF0-744C9D0E928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2" y="2716152"/>
            <a:ext cx="3227450" cy="497547"/>
          </a:xfrm>
          <a:prstGeom prst="rect">
            <a:avLst/>
          </a:prstGeom>
        </p:spPr>
      </p:pic>
      <p:pic>
        <p:nvPicPr>
          <p:cNvPr id="33" name="그림 32">
            <a:extLst>
              <a:ext uri="{FF2B5EF4-FFF2-40B4-BE49-F238E27FC236}">
                <a16:creationId xmlns:a16="http://schemas.microsoft.com/office/drawing/2014/main" id="{559091C5-CC1F-4DED-BFEA-603FD5BE45FA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1" y="4747938"/>
            <a:ext cx="3192891" cy="497547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B8C6CD84-7FCB-4BB0-8CF0-D7A73E43F218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27589" y="716406"/>
            <a:ext cx="3227450" cy="488741"/>
          </a:xfrm>
          <a:prstGeom prst="rect">
            <a:avLst/>
          </a:prstGeom>
        </p:spPr>
      </p:pic>
      <p:pic>
        <p:nvPicPr>
          <p:cNvPr id="36" name="그림 35">
            <a:extLst>
              <a:ext uri="{FF2B5EF4-FFF2-40B4-BE49-F238E27FC236}">
                <a16:creationId xmlns:a16="http://schemas.microsoft.com/office/drawing/2014/main" id="{C785F6AC-F365-4F4B-A4CA-619DB8C42FA5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27589" y="2716152"/>
            <a:ext cx="3227450" cy="497547"/>
          </a:xfrm>
          <a:prstGeom prst="rect">
            <a:avLst/>
          </a:prstGeom>
        </p:spPr>
      </p:pic>
      <p:pic>
        <p:nvPicPr>
          <p:cNvPr id="43" name="그림 42">
            <a:extLst>
              <a:ext uri="{FF2B5EF4-FFF2-40B4-BE49-F238E27FC236}">
                <a16:creationId xmlns:a16="http://schemas.microsoft.com/office/drawing/2014/main" id="{B4019152-7D26-4B31-9503-DA6DD83D4E7F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62147" y="4747938"/>
            <a:ext cx="3192891" cy="4975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894754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3801708" y="2705725"/>
            <a:ext cx="458858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dirty="0">
                <a:latin typeface="+mj-ea"/>
                <a:ea typeface="+mj-ea"/>
              </a:rPr>
              <a:t>2. </a:t>
            </a:r>
            <a:r>
              <a:rPr lang="ko-KR" altLang="en-US" sz="4400" b="1" dirty="0">
                <a:latin typeface="+mj-ea"/>
                <a:ea typeface="+mj-ea"/>
              </a:rPr>
              <a:t>단일 </a:t>
            </a:r>
            <a:r>
              <a:rPr lang="en-US" altLang="ko-KR" sz="4400" b="1" dirty="0">
                <a:latin typeface="+mj-ea"/>
                <a:ea typeface="+mj-ea"/>
              </a:rPr>
              <a:t>LSTM</a:t>
            </a:r>
          </a:p>
          <a:p>
            <a:pPr algn="ctr"/>
            <a:r>
              <a:rPr lang="ko-KR" altLang="en-US" sz="4400" b="1" dirty="0">
                <a:latin typeface="+mj-ea"/>
                <a:ea typeface="+mj-ea"/>
              </a:rPr>
              <a:t>개발 결과</a:t>
            </a:r>
            <a:endParaRPr lang="en-US" altLang="ko-KR" sz="4400" b="1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66351180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857663" y="802753"/>
            <a:ext cx="323841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  <a:ea typeface="+mj-ea"/>
              </a:rPr>
              <a:t> 학습데이터</a:t>
            </a:r>
            <a:endParaRPr lang="ko-KR" altLang="en-US" sz="1000" b="1" dirty="0">
              <a:latin typeface="+mj-ea"/>
              <a:ea typeface="+mj-ea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65E694D8-56B9-4A6D-921B-5623FCBBA9CE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857663" y="2449205"/>
          <a:ext cx="9564054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927418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6750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10814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4048918556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522523455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2162001719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38635649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4099286348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21081817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time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성남북초교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광주시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남한산초교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대장동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구미초교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/>
                        <a:t>한국학중앙연구원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2014-07-24 15:30</a:t>
                      </a:r>
                    </a:p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1.12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5.11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2.17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40.56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53AAD899-9E1E-4F1D-9D67-D7818219E8D5}"/>
              </a:ext>
            </a:extLst>
          </p:cNvPr>
          <p:cNvSpPr txBox="1"/>
          <p:nvPr/>
        </p:nvSpPr>
        <p:spPr>
          <a:xfrm>
            <a:off x="857663" y="1865185"/>
            <a:ext cx="595630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홍수통제소 </a:t>
            </a:r>
            <a:r>
              <a:rPr lang="en-US" altLang="ko-KR" sz="1400" b="1" dirty="0"/>
              <a:t>API </a:t>
            </a:r>
            <a:r>
              <a:rPr lang="ko-KR" altLang="en-US" sz="1400" b="1" dirty="0"/>
              <a:t>호출 → </a:t>
            </a:r>
            <a:r>
              <a:rPr lang="en-US" altLang="ko-KR" sz="1400" b="1" dirty="0"/>
              <a:t>MIET</a:t>
            </a:r>
            <a:r>
              <a:rPr lang="ko-KR" altLang="en-US" sz="1400" b="1" dirty="0"/>
              <a:t> 활용 강우 이벤트 추출 →</a:t>
            </a:r>
            <a:r>
              <a:rPr lang="en-US" altLang="ko-KR" sz="1400" b="1" dirty="0"/>
              <a:t> </a:t>
            </a:r>
            <a:r>
              <a:rPr lang="ko-KR" altLang="en-US" sz="1400" b="1" dirty="0"/>
              <a:t>관심 수위 이상 추출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286E06-873F-4900-8D69-44EA679B3BA9}"/>
              </a:ext>
            </a:extLst>
          </p:cNvPr>
          <p:cNvSpPr txBox="1"/>
          <p:nvPr/>
        </p:nvSpPr>
        <p:spPr>
          <a:xfrm>
            <a:off x="3882529" y="5920334"/>
            <a:ext cx="2408193" cy="7918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800" b="1" dirty="0">
                <a:latin typeface="+mn-ea"/>
              </a:rPr>
              <a:t>학습 </a:t>
            </a:r>
            <a:r>
              <a:rPr lang="en-US" altLang="ko-KR" sz="800" b="1" dirty="0">
                <a:latin typeface="+mn-ea"/>
              </a:rPr>
              <a:t>: 2014 ~ 20230629 ( 43</a:t>
            </a:r>
            <a:r>
              <a:rPr lang="ko-KR" altLang="en-US" sz="800" b="1" dirty="0">
                <a:latin typeface="+mn-ea"/>
              </a:rPr>
              <a:t>개 </a:t>
            </a:r>
            <a:r>
              <a:rPr lang="en-US" altLang="ko-KR" sz="800" b="1" dirty="0">
                <a:latin typeface="+mn-ea"/>
              </a:rPr>
              <a:t>) - shuffle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800" b="1" dirty="0">
                <a:latin typeface="+mn-ea"/>
              </a:rPr>
              <a:t>검증 </a:t>
            </a:r>
            <a:r>
              <a:rPr lang="en-US" altLang="ko-KR" sz="800" b="1" dirty="0">
                <a:latin typeface="+mn-ea"/>
              </a:rPr>
              <a:t>: 20230713 ~ 250813 ( 12</a:t>
            </a:r>
            <a:r>
              <a:rPr lang="ko-KR" altLang="en-US" sz="800" b="1" dirty="0">
                <a:latin typeface="+mn-ea"/>
              </a:rPr>
              <a:t>개 </a:t>
            </a:r>
            <a:r>
              <a:rPr lang="en-US" altLang="ko-KR" sz="8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800" b="1" dirty="0">
                <a:latin typeface="+mn-ea"/>
              </a:rPr>
              <a:t>테스트 </a:t>
            </a:r>
            <a:r>
              <a:rPr lang="en-US" altLang="ko-KR" sz="800" b="1" dirty="0">
                <a:latin typeface="+mn-ea"/>
              </a:rPr>
              <a:t>: 2550916 ~ 251006</a:t>
            </a:r>
            <a:r>
              <a:rPr lang="ko-KR" altLang="en-US" sz="800" b="1" dirty="0">
                <a:latin typeface="+mn-ea"/>
              </a:rPr>
              <a:t> </a:t>
            </a:r>
            <a:r>
              <a:rPr lang="en-US" altLang="ko-KR" sz="800" b="1" dirty="0">
                <a:latin typeface="+mn-ea"/>
              </a:rPr>
              <a:t>( 6</a:t>
            </a:r>
            <a:r>
              <a:rPr lang="ko-KR" altLang="en-US" sz="800" b="1" dirty="0">
                <a:latin typeface="+mn-ea"/>
              </a:rPr>
              <a:t>개 </a:t>
            </a:r>
            <a:r>
              <a:rPr lang="en-US" altLang="ko-KR" sz="800" b="1" dirty="0">
                <a:latin typeface="+mn-ea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11B2DE-AE9B-4325-9947-5E17F10D700A}"/>
              </a:ext>
            </a:extLst>
          </p:cNvPr>
          <p:cNvSpPr txBox="1"/>
          <p:nvPr/>
        </p:nvSpPr>
        <p:spPr>
          <a:xfrm>
            <a:off x="8788400" y="69373"/>
            <a:ext cx="3318934" cy="22691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800" b="1" dirty="0">
                <a:latin typeface="+mn-ea"/>
              </a:rPr>
              <a:t>관심 수위 </a:t>
            </a:r>
            <a:r>
              <a:rPr lang="en-US" altLang="ko-KR" sz="800" b="1" dirty="0">
                <a:latin typeface="+mn-ea"/>
              </a:rPr>
              <a:t>: </a:t>
            </a:r>
            <a:r>
              <a:rPr lang="ko-KR" altLang="en-US" sz="800" b="1" dirty="0" err="1">
                <a:latin typeface="+mn-ea"/>
              </a:rPr>
              <a:t>궁내교</a:t>
            </a:r>
            <a:r>
              <a:rPr lang="ko-KR" altLang="en-US" sz="800" b="1" dirty="0">
                <a:latin typeface="+mn-ea"/>
              </a:rPr>
              <a:t> </a:t>
            </a:r>
            <a:r>
              <a:rPr lang="en-US" altLang="ko-KR" sz="800" b="1" dirty="0">
                <a:latin typeface="+mn-ea"/>
              </a:rPr>
              <a:t>( 2 )  </a:t>
            </a:r>
            <a:r>
              <a:rPr lang="ko-KR" altLang="en-US" sz="800" b="1" dirty="0" err="1">
                <a:latin typeface="+mn-ea"/>
              </a:rPr>
              <a:t>대곡교</a:t>
            </a:r>
            <a:r>
              <a:rPr lang="ko-KR" altLang="en-US" sz="800" b="1" dirty="0">
                <a:latin typeface="+mn-ea"/>
              </a:rPr>
              <a:t> </a:t>
            </a:r>
            <a:r>
              <a:rPr lang="en-US" altLang="ko-KR" sz="800" b="1" dirty="0">
                <a:latin typeface="+mn-ea"/>
              </a:rPr>
              <a:t>( 3.8 )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800" b="1" dirty="0">
                <a:latin typeface="+mn-ea"/>
              </a:rPr>
              <a:t>smoothing : </a:t>
            </a:r>
            <a:r>
              <a:rPr lang="ko-KR" altLang="en-US" sz="800" b="1" dirty="0" err="1">
                <a:latin typeface="+mn-ea"/>
              </a:rPr>
              <a:t>궁내교</a:t>
            </a:r>
            <a:r>
              <a:rPr lang="ko-KR" altLang="en-US" sz="800" b="1" dirty="0">
                <a:latin typeface="+mn-ea"/>
              </a:rPr>
              <a:t> </a:t>
            </a:r>
            <a:r>
              <a:rPr lang="en-US" altLang="ko-KR" sz="800" b="1" dirty="0">
                <a:latin typeface="+mn-ea"/>
              </a:rPr>
              <a:t>( 1 ) </a:t>
            </a:r>
            <a:r>
              <a:rPr lang="ko-KR" altLang="en-US" sz="800" b="1" dirty="0" err="1">
                <a:latin typeface="+mn-ea"/>
              </a:rPr>
              <a:t>대곡교</a:t>
            </a:r>
            <a:r>
              <a:rPr lang="ko-KR" altLang="en-US" sz="800" b="1" dirty="0">
                <a:latin typeface="+mn-ea"/>
              </a:rPr>
              <a:t> </a:t>
            </a:r>
            <a:r>
              <a:rPr lang="en-US" altLang="ko-KR" sz="800" b="1" dirty="0">
                <a:latin typeface="+mn-ea"/>
              </a:rPr>
              <a:t>( 2 )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800" b="1" dirty="0">
                <a:latin typeface="+mn-ea"/>
              </a:rPr>
              <a:t>그래프 스케일 고정 </a:t>
            </a:r>
            <a:r>
              <a:rPr lang="en-US" altLang="ko-KR" sz="800" b="1" dirty="0">
                <a:latin typeface="+mn-ea"/>
              </a:rPr>
              <a:t>: </a:t>
            </a:r>
            <a:r>
              <a:rPr lang="ko-KR" altLang="en-US" sz="800" b="1" dirty="0" err="1">
                <a:latin typeface="+mn-ea"/>
              </a:rPr>
              <a:t>궁내교</a:t>
            </a:r>
            <a:r>
              <a:rPr lang="ko-KR" altLang="en-US" sz="800" b="1" dirty="0">
                <a:latin typeface="+mn-ea"/>
              </a:rPr>
              <a:t> </a:t>
            </a:r>
            <a:r>
              <a:rPr lang="en-US" altLang="ko-KR" sz="800" b="1" dirty="0">
                <a:latin typeface="+mn-ea"/>
              </a:rPr>
              <a:t>( 0.7 - 3 ) </a:t>
            </a:r>
            <a:r>
              <a:rPr lang="ko-KR" altLang="en-US" sz="800" b="1" dirty="0" err="1">
                <a:latin typeface="+mn-ea"/>
              </a:rPr>
              <a:t>대곡교</a:t>
            </a:r>
            <a:r>
              <a:rPr lang="ko-KR" altLang="en-US" sz="800" b="1" dirty="0">
                <a:latin typeface="+mn-ea"/>
              </a:rPr>
              <a:t> </a:t>
            </a:r>
            <a:r>
              <a:rPr lang="en-US" altLang="ko-KR" sz="800" b="1" dirty="0">
                <a:latin typeface="+mn-ea"/>
              </a:rPr>
              <a:t>( 1.5 – 5.5 )</a:t>
            </a:r>
          </a:p>
          <a:p>
            <a:pPr>
              <a:lnSpc>
                <a:spcPct val="200000"/>
              </a:lnSpc>
            </a:pPr>
            <a:r>
              <a:rPr lang="en-US" altLang="ko-KR" sz="800" b="1" dirty="0">
                <a:latin typeface="+mn-ea"/>
              </a:rPr>
              <a:t>------------------------------------------------------------------------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800" b="1" dirty="0" err="1">
                <a:latin typeface="+mn-ea"/>
              </a:rPr>
              <a:t>learning_rate</a:t>
            </a:r>
            <a:r>
              <a:rPr lang="en-US" altLang="ko-KR" sz="800" b="1" dirty="0">
                <a:latin typeface="+mn-ea"/>
              </a:rPr>
              <a:t> = 0.0003 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800" b="1" dirty="0" err="1">
                <a:latin typeface="+mn-ea"/>
              </a:rPr>
              <a:t>Loss_function</a:t>
            </a:r>
            <a:r>
              <a:rPr lang="ko-KR" altLang="en-US" sz="800" b="1" dirty="0">
                <a:latin typeface="+mn-ea"/>
              </a:rPr>
              <a:t> </a:t>
            </a:r>
            <a:r>
              <a:rPr lang="en-US" altLang="ko-KR" sz="800" b="1" dirty="0">
                <a:latin typeface="+mn-ea"/>
              </a:rPr>
              <a:t>=</a:t>
            </a:r>
            <a:r>
              <a:rPr lang="ko-KR" altLang="en-US" sz="800" b="1" dirty="0">
                <a:latin typeface="+mn-ea"/>
              </a:rPr>
              <a:t> </a:t>
            </a:r>
            <a:r>
              <a:rPr lang="en-US" altLang="ko-KR" sz="800" b="1" dirty="0">
                <a:latin typeface="+mn-ea"/>
              </a:rPr>
              <a:t>MSE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800" b="1" dirty="0" err="1">
                <a:latin typeface="+mn-ea"/>
              </a:rPr>
              <a:t>Seq_length</a:t>
            </a:r>
            <a:r>
              <a:rPr lang="ko-KR" altLang="en-US" sz="800" b="1" dirty="0">
                <a:latin typeface="+mn-ea"/>
              </a:rPr>
              <a:t> </a:t>
            </a:r>
            <a:r>
              <a:rPr lang="en-US" altLang="ko-KR" sz="800" b="1" dirty="0">
                <a:latin typeface="+mn-ea"/>
              </a:rPr>
              <a:t>=</a:t>
            </a:r>
            <a:r>
              <a:rPr lang="ko-KR" altLang="en-US" sz="800" b="1" dirty="0">
                <a:latin typeface="+mn-ea"/>
              </a:rPr>
              <a:t> </a:t>
            </a:r>
            <a:r>
              <a:rPr lang="en-US" altLang="ko-KR" sz="800" b="1" dirty="0">
                <a:latin typeface="+mn-ea"/>
              </a:rPr>
              <a:t>36 ( 6</a:t>
            </a:r>
            <a:r>
              <a:rPr lang="ko-KR" altLang="en-US" sz="800" b="1" dirty="0">
                <a:latin typeface="+mn-ea"/>
              </a:rPr>
              <a:t>시간 </a:t>
            </a:r>
            <a:r>
              <a:rPr lang="en-US" altLang="ko-KR" sz="800" b="1" dirty="0">
                <a:latin typeface="+mn-ea"/>
              </a:rPr>
              <a:t>) 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800" b="1" dirty="0">
                <a:latin typeface="+mn-ea"/>
              </a:rPr>
              <a:t>Dense = 1 (</a:t>
            </a:r>
            <a:r>
              <a:rPr lang="ko-KR" altLang="en-US" sz="800" b="1" dirty="0">
                <a:latin typeface="+mn-ea"/>
              </a:rPr>
              <a:t> </a:t>
            </a:r>
            <a:r>
              <a:rPr lang="en-US" altLang="ko-KR" sz="800" b="1" dirty="0">
                <a:latin typeface="+mn-ea"/>
              </a:rPr>
              <a:t>36</a:t>
            </a:r>
            <a:r>
              <a:rPr lang="ko-KR" altLang="en-US" sz="800" b="1" dirty="0">
                <a:latin typeface="+mn-ea"/>
              </a:rPr>
              <a:t>번 처리 </a:t>
            </a:r>
            <a:r>
              <a:rPr lang="en-US" altLang="ko-KR" sz="800" b="1" dirty="0">
                <a:latin typeface="+mn-ea"/>
              </a:rPr>
              <a:t>) 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800" b="1" dirty="0">
                <a:latin typeface="+mn-ea"/>
              </a:rPr>
              <a:t>학습 이벤트 순서 </a:t>
            </a:r>
            <a:r>
              <a:rPr lang="en-US" altLang="ko-KR" sz="800" b="1" dirty="0">
                <a:latin typeface="+mn-ea"/>
              </a:rPr>
              <a:t>shuffle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61F6F63-EC35-4D5E-9ECF-579EF628813A}"/>
              </a:ext>
            </a:extLst>
          </p:cNvPr>
          <p:cNvSpPr txBox="1"/>
          <p:nvPr/>
        </p:nvSpPr>
        <p:spPr>
          <a:xfrm>
            <a:off x="9538245" y="5920334"/>
            <a:ext cx="2408212" cy="7918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800" b="1" dirty="0">
                <a:latin typeface="+mn-ea"/>
              </a:rPr>
              <a:t>학습 </a:t>
            </a:r>
            <a:r>
              <a:rPr lang="en-US" altLang="ko-KR" sz="800" b="1" dirty="0">
                <a:latin typeface="+mn-ea"/>
              </a:rPr>
              <a:t>: 2020 ~ 20240920 ( 25</a:t>
            </a:r>
            <a:r>
              <a:rPr lang="ko-KR" altLang="en-US" sz="800" b="1" dirty="0">
                <a:latin typeface="+mn-ea"/>
              </a:rPr>
              <a:t>개 </a:t>
            </a:r>
            <a:r>
              <a:rPr lang="en-US" altLang="ko-KR" sz="800" b="1" dirty="0">
                <a:latin typeface="+mn-ea"/>
              </a:rPr>
              <a:t>) - shuffle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800" b="1" dirty="0">
                <a:latin typeface="+mn-ea"/>
              </a:rPr>
              <a:t>검증 </a:t>
            </a:r>
            <a:r>
              <a:rPr lang="en-US" altLang="ko-KR" sz="800" b="1" dirty="0">
                <a:latin typeface="+mn-ea"/>
              </a:rPr>
              <a:t>: 20240921 ~ 250919 85</a:t>
            </a:r>
            <a:r>
              <a:rPr lang="ko-KR" altLang="en-US" sz="800" b="1" dirty="0">
                <a:latin typeface="+mn-ea"/>
              </a:rPr>
              <a:t>번</a:t>
            </a:r>
            <a:r>
              <a:rPr lang="en-US" altLang="ko-KR" sz="800" b="1" dirty="0">
                <a:latin typeface="+mn-ea"/>
              </a:rPr>
              <a:t> ( 7</a:t>
            </a:r>
            <a:r>
              <a:rPr lang="ko-KR" altLang="en-US" sz="800" b="1" dirty="0">
                <a:latin typeface="+mn-ea"/>
              </a:rPr>
              <a:t>개 </a:t>
            </a:r>
            <a:r>
              <a:rPr lang="en-US" altLang="ko-KR" sz="8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800" b="1" dirty="0">
                <a:latin typeface="+mn-ea"/>
              </a:rPr>
              <a:t>테스트 </a:t>
            </a:r>
            <a:r>
              <a:rPr lang="en-US" altLang="ko-KR" sz="800" b="1" dirty="0">
                <a:latin typeface="+mn-ea"/>
              </a:rPr>
              <a:t>: 250919 86</a:t>
            </a:r>
            <a:r>
              <a:rPr lang="ko-KR" altLang="en-US" sz="800" b="1" dirty="0">
                <a:latin typeface="+mn-ea"/>
              </a:rPr>
              <a:t>번</a:t>
            </a:r>
            <a:r>
              <a:rPr lang="en-US" altLang="ko-KR" sz="800" b="1" dirty="0">
                <a:latin typeface="+mn-ea"/>
              </a:rPr>
              <a:t> ~ 251006</a:t>
            </a:r>
            <a:r>
              <a:rPr lang="ko-KR" altLang="en-US" sz="800" b="1" dirty="0">
                <a:latin typeface="+mn-ea"/>
              </a:rPr>
              <a:t> </a:t>
            </a:r>
            <a:r>
              <a:rPr lang="en-US" altLang="ko-KR" sz="800" b="1" dirty="0">
                <a:latin typeface="+mn-ea"/>
              </a:rPr>
              <a:t>( 3</a:t>
            </a:r>
            <a:r>
              <a:rPr lang="ko-KR" altLang="en-US" sz="800" b="1" dirty="0">
                <a:latin typeface="+mn-ea"/>
              </a:rPr>
              <a:t>개 </a:t>
            </a:r>
            <a:r>
              <a:rPr lang="en-US" altLang="ko-KR" sz="800" b="1" dirty="0">
                <a:latin typeface="+mn-ea"/>
              </a:rPr>
              <a:t>)</a:t>
            </a:r>
          </a:p>
        </p:txBody>
      </p:sp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B16558E4-9DBF-4C30-B5A8-59F2C067E1F3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857663" y="3588855"/>
          <a:ext cx="10476674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927418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546573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728062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728062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37564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632814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10814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4048918556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522523455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2162001719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386356491"/>
                    </a:ext>
                  </a:extLst>
                </a:gridCol>
                <a:gridCol w="597095">
                  <a:extLst>
                    <a:ext uri="{9D8B030D-6E8A-4147-A177-3AD203B41FA5}">
                      <a16:colId xmlns:a16="http://schemas.microsoft.com/office/drawing/2014/main" val="4099286348"/>
                    </a:ext>
                  </a:extLst>
                </a:gridCol>
                <a:gridCol w="597095">
                  <a:extLst>
                    <a:ext uri="{9D8B030D-6E8A-4147-A177-3AD203B41FA5}">
                      <a16:colId xmlns:a16="http://schemas.microsoft.com/office/drawing/2014/main" val="2108181778"/>
                    </a:ext>
                  </a:extLst>
                </a:gridCol>
                <a:gridCol w="597095">
                  <a:extLst>
                    <a:ext uri="{9D8B030D-6E8A-4147-A177-3AD203B41FA5}">
                      <a16:colId xmlns:a16="http://schemas.microsoft.com/office/drawing/2014/main" val="2662403286"/>
                    </a:ext>
                  </a:extLst>
                </a:gridCol>
                <a:gridCol w="597095">
                  <a:extLst>
                    <a:ext uri="{9D8B030D-6E8A-4147-A177-3AD203B41FA5}">
                      <a16:colId xmlns:a16="http://schemas.microsoft.com/office/drawing/2014/main" val="180591977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time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성남북초교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광주시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남한산초교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대장동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구미초교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/>
                        <a:t>한국학중앙연구원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_</a:t>
                      </a:r>
                      <a:r>
                        <a:rPr lang="ko-KR" altLang="en-US" sz="800" dirty="0" err="1"/>
                        <a:t>누적강우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_</a:t>
                      </a:r>
                      <a:r>
                        <a:rPr lang="ko-KR" altLang="en-US" sz="800" dirty="0" err="1"/>
                        <a:t>누적강우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2014-07-24 15:30</a:t>
                      </a:r>
                    </a:p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1.12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5.11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2.17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40.56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7C403230-2D17-47A4-ADCE-A66D07152C36}"/>
              </a:ext>
            </a:extLst>
          </p:cNvPr>
          <p:cNvSpPr txBox="1"/>
          <p:nvPr/>
        </p:nvSpPr>
        <p:spPr>
          <a:xfrm>
            <a:off x="707056" y="4447794"/>
            <a:ext cx="4065694" cy="15822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1000" b="1" u="sng" dirty="0">
                <a:latin typeface="+mn-ea"/>
              </a:rPr>
              <a:t>관심 수위 전체 데이터</a:t>
            </a:r>
            <a:endParaRPr lang="en-US" altLang="ko-KR" sz="1000" b="1" u="sng" dirty="0">
              <a:latin typeface="+mn-ea"/>
            </a:endParaRPr>
          </a:p>
          <a:p>
            <a:pPr>
              <a:lnSpc>
                <a:spcPct val="200000"/>
              </a:lnSpc>
            </a:pPr>
            <a:endParaRPr lang="en-US" altLang="ko-KR" sz="1000" b="1" dirty="0">
              <a:latin typeface="+mn-ea"/>
            </a:endParaRP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000" b="1" dirty="0">
                <a:latin typeface="+mn-ea"/>
              </a:rPr>
              <a:t>학습 </a:t>
            </a:r>
            <a:r>
              <a:rPr lang="en-US" altLang="ko-KR" sz="1000" b="1" dirty="0">
                <a:latin typeface="+mn-ea"/>
              </a:rPr>
              <a:t>, </a:t>
            </a:r>
            <a:r>
              <a:rPr lang="ko-KR" altLang="en-US" sz="1000" b="1" dirty="0">
                <a:latin typeface="+mn-ea"/>
              </a:rPr>
              <a:t>검증 </a:t>
            </a:r>
            <a:r>
              <a:rPr lang="en-US" altLang="ko-KR" sz="1000" b="1" dirty="0">
                <a:latin typeface="+mn-ea"/>
              </a:rPr>
              <a:t>: </a:t>
            </a:r>
            <a:r>
              <a:rPr lang="ko-KR" altLang="en-US" sz="1000" b="1" dirty="0">
                <a:latin typeface="+mn-ea"/>
              </a:rPr>
              <a:t>총 </a:t>
            </a:r>
            <a:r>
              <a:rPr lang="en-US" altLang="ko-KR" sz="1000" b="1" dirty="0">
                <a:latin typeface="+mn-ea"/>
              </a:rPr>
              <a:t>67</a:t>
            </a:r>
            <a:r>
              <a:rPr lang="ko-KR" altLang="en-US" sz="1000" b="1" dirty="0">
                <a:latin typeface="+mn-ea"/>
              </a:rPr>
              <a:t>개 中 </a:t>
            </a:r>
            <a:r>
              <a:rPr lang="en-US" altLang="ko-KR" sz="1000" b="1" u="sng" dirty="0">
                <a:latin typeface="+mn-ea"/>
              </a:rPr>
              <a:t>61</a:t>
            </a:r>
            <a:r>
              <a:rPr lang="ko-KR" altLang="en-US" sz="1000" b="1" u="sng" dirty="0">
                <a:latin typeface="+mn-ea"/>
              </a:rPr>
              <a:t>개</a:t>
            </a:r>
            <a:r>
              <a:rPr lang="ko-KR" altLang="en-US" sz="1000" b="1" dirty="0">
                <a:latin typeface="+mn-ea"/>
              </a:rPr>
              <a:t> 데이터 파일 사용 </a:t>
            </a:r>
            <a:endParaRPr lang="en-US" altLang="ko-KR" sz="1000" b="1" dirty="0">
              <a:latin typeface="+mn-ea"/>
            </a:endParaRP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000" b="1" dirty="0">
                <a:latin typeface="+mn-ea"/>
              </a:rPr>
              <a:t>테스트  </a:t>
            </a:r>
            <a:r>
              <a:rPr lang="en-US" altLang="ko-KR" sz="1000" b="1" dirty="0">
                <a:latin typeface="+mn-ea"/>
              </a:rPr>
              <a:t>: </a:t>
            </a:r>
            <a:r>
              <a:rPr lang="ko-KR" altLang="en-US" sz="1000" b="1" dirty="0">
                <a:latin typeface="+mn-ea"/>
              </a:rPr>
              <a:t>학습 데이터에서 제외한 </a:t>
            </a:r>
            <a:r>
              <a:rPr lang="en-US" altLang="ko-KR" sz="1000" b="1" dirty="0">
                <a:latin typeface="+mn-ea"/>
              </a:rPr>
              <a:t>6</a:t>
            </a:r>
            <a:r>
              <a:rPr lang="ko-KR" altLang="en-US" sz="1000" b="1" dirty="0">
                <a:latin typeface="+mn-ea"/>
              </a:rPr>
              <a:t>개 데이터 파일 </a:t>
            </a:r>
            <a:r>
              <a:rPr lang="en-US" altLang="ko-KR" sz="1000" b="1" dirty="0">
                <a:latin typeface="+mn-ea"/>
              </a:rPr>
              <a:t>( 4</a:t>
            </a:r>
            <a:r>
              <a:rPr lang="ko-KR" altLang="en-US" sz="1000" b="1" dirty="0">
                <a:latin typeface="+mn-ea"/>
              </a:rPr>
              <a:t>개 이벤트 </a:t>
            </a:r>
            <a:r>
              <a:rPr lang="en-US" altLang="ko-KR" sz="1000" b="1" dirty="0">
                <a:latin typeface="+mn-ea"/>
              </a:rPr>
              <a:t>)</a:t>
            </a:r>
          </a:p>
          <a:p>
            <a:pPr>
              <a:lnSpc>
                <a:spcPct val="200000"/>
              </a:lnSpc>
            </a:pPr>
            <a:r>
              <a:rPr lang="en-US" altLang="ko-KR" sz="1000" b="1" dirty="0">
                <a:latin typeface="+mn-ea"/>
              </a:rPr>
              <a:t>               + </a:t>
            </a:r>
            <a:r>
              <a:rPr lang="ko-KR" altLang="en-US" sz="1000" b="1" dirty="0">
                <a:latin typeface="+mn-ea"/>
              </a:rPr>
              <a:t>학습에서 검증에 사용된 </a:t>
            </a:r>
            <a:r>
              <a:rPr lang="en-US" altLang="ko-KR" sz="1000" b="1" dirty="0">
                <a:latin typeface="+mn-ea"/>
              </a:rPr>
              <a:t>2</a:t>
            </a:r>
            <a:r>
              <a:rPr lang="ko-KR" altLang="en-US" sz="1000" b="1" dirty="0">
                <a:latin typeface="+mn-ea"/>
              </a:rPr>
              <a:t>개 이벤트 사용 </a:t>
            </a:r>
            <a:endParaRPr lang="en-US" altLang="ko-KR" sz="1000" b="1" dirty="0">
              <a:latin typeface="+mn-ea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A40F73D-47BD-4FE9-8346-62E0E3E6D5AE}"/>
              </a:ext>
            </a:extLst>
          </p:cNvPr>
          <p:cNvSpPr txBox="1"/>
          <p:nvPr/>
        </p:nvSpPr>
        <p:spPr>
          <a:xfrm>
            <a:off x="6354305" y="4447794"/>
            <a:ext cx="4065694" cy="15822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1000" b="1" u="sng" dirty="0">
                <a:latin typeface="+mn-ea"/>
              </a:rPr>
              <a:t>관심 수위 </a:t>
            </a:r>
            <a:r>
              <a:rPr lang="en-US" altLang="ko-KR" sz="1000" b="1" u="sng" dirty="0">
                <a:latin typeface="+mn-ea"/>
              </a:rPr>
              <a:t>20</a:t>
            </a:r>
            <a:r>
              <a:rPr lang="ko-KR" altLang="en-US" sz="1000" b="1" u="sng" dirty="0">
                <a:latin typeface="+mn-ea"/>
              </a:rPr>
              <a:t>년 이후 데이터</a:t>
            </a:r>
            <a:endParaRPr lang="en-US" altLang="ko-KR" sz="1000" b="1" u="sng" dirty="0">
              <a:latin typeface="+mn-ea"/>
            </a:endParaRPr>
          </a:p>
          <a:p>
            <a:pPr>
              <a:lnSpc>
                <a:spcPct val="200000"/>
              </a:lnSpc>
            </a:pPr>
            <a:endParaRPr lang="en-US" altLang="ko-KR" sz="1000" b="1" dirty="0">
              <a:latin typeface="+mn-ea"/>
            </a:endParaRP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000" b="1" dirty="0">
                <a:latin typeface="+mn-ea"/>
              </a:rPr>
              <a:t>학습 </a:t>
            </a:r>
            <a:r>
              <a:rPr lang="en-US" altLang="ko-KR" sz="1000" b="1" dirty="0">
                <a:latin typeface="+mn-ea"/>
              </a:rPr>
              <a:t>, </a:t>
            </a:r>
            <a:r>
              <a:rPr lang="ko-KR" altLang="en-US" sz="1000" b="1" dirty="0">
                <a:latin typeface="+mn-ea"/>
              </a:rPr>
              <a:t>검증 </a:t>
            </a:r>
            <a:r>
              <a:rPr lang="en-US" altLang="ko-KR" sz="1000" b="1" dirty="0">
                <a:latin typeface="+mn-ea"/>
              </a:rPr>
              <a:t>: </a:t>
            </a:r>
            <a:r>
              <a:rPr lang="ko-KR" altLang="en-US" sz="1000" b="1" dirty="0">
                <a:latin typeface="+mn-ea"/>
              </a:rPr>
              <a:t>총 </a:t>
            </a:r>
            <a:r>
              <a:rPr lang="en-US" altLang="ko-KR" sz="1000" b="1" dirty="0">
                <a:latin typeface="+mn-ea"/>
              </a:rPr>
              <a:t>40</a:t>
            </a:r>
            <a:r>
              <a:rPr lang="ko-KR" altLang="en-US" sz="1000" b="1" dirty="0">
                <a:latin typeface="+mn-ea"/>
              </a:rPr>
              <a:t>개 中 </a:t>
            </a:r>
            <a:r>
              <a:rPr lang="en-US" altLang="ko-KR" sz="1000" b="1" u="sng" dirty="0">
                <a:latin typeface="+mn-ea"/>
              </a:rPr>
              <a:t>35</a:t>
            </a:r>
            <a:r>
              <a:rPr lang="ko-KR" altLang="en-US" sz="1000" b="1" u="sng" dirty="0">
                <a:latin typeface="+mn-ea"/>
              </a:rPr>
              <a:t>개</a:t>
            </a:r>
            <a:r>
              <a:rPr lang="ko-KR" altLang="en-US" sz="1000" b="1" dirty="0">
                <a:latin typeface="+mn-ea"/>
              </a:rPr>
              <a:t> 데이터 파일 사용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000" b="1" dirty="0">
                <a:latin typeface="+mn-ea"/>
              </a:rPr>
              <a:t>테스트  </a:t>
            </a:r>
            <a:r>
              <a:rPr lang="en-US" altLang="ko-KR" sz="1000" b="1" dirty="0">
                <a:latin typeface="+mn-ea"/>
              </a:rPr>
              <a:t>: </a:t>
            </a:r>
            <a:r>
              <a:rPr lang="ko-KR" altLang="en-US" sz="1000" b="1" dirty="0">
                <a:latin typeface="+mn-ea"/>
              </a:rPr>
              <a:t>학습 데이터에서 제외한 </a:t>
            </a:r>
            <a:r>
              <a:rPr lang="en-US" altLang="ko-KR" sz="1000" b="1" dirty="0">
                <a:latin typeface="+mn-ea"/>
              </a:rPr>
              <a:t>5</a:t>
            </a:r>
            <a:r>
              <a:rPr lang="ko-KR" altLang="en-US" sz="1000" b="1" dirty="0">
                <a:latin typeface="+mn-ea"/>
              </a:rPr>
              <a:t>개 데이터 파일 </a:t>
            </a:r>
            <a:r>
              <a:rPr lang="en-US" altLang="ko-KR" sz="1000" b="1" dirty="0">
                <a:latin typeface="+mn-ea"/>
              </a:rPr>
              <a:t>( 4</a:t>
            </a:r>
            <a:r>
              <a:rPr lang="ko-KR" altLang="en-US" sz="1000" b="1" dirty="0">
                <a:latin typeface="+mn-ea"/>
              </a:rPr>
              <a:t>개 이벤트 </a:t>
            </a:r>
            <a:r>
              <a:rPr lang="en-US" altLang="ko-KR" sz="1000" b="1" dirty="0">
                <a:latin typeface="+mn-ea"/>
              </a:rPr>
              <a:t>)</a:t>
            </a:r>
          </a:p>
          <a:p>
            <a:pPr>
              <a:lnSpc>
                <a:spcPct val="200000"/>
              </a:lnSpc>
            </a:pPr>
            <a:r>
              <a:rPr lang="en-US" altLang="ko-KR" sz="1000" b="1" dirty="0">
                <a:latin typeface="+mn-ea"/>
              </a:rPr>
              <a:t>               + </a:t>
            </a:r>
            <a:r>
              <a:rPr lang="ko-KR" altLang="en-US" sz="1000" b="1" dirty="0">
                <a:latin typeface="+mn-ea"/>
              </a:rPr>
              <a:t>학습에서 검증에 사용된 </a:t>
            </a:r>
            <a:r>
              <a:rPr lang="en-US" altLang="ko-KR" sz="1000" b="1" dirty="0">
                <a:latin typeface="+mn-ea"/>
              </a:rPr>
              <a:t>2</a:t>
            </a:r>
            <a:r>
              <a:rPr lang="ko-KR" altLang="en-US" sz="1000" b="1" dirty="0">
                <a:latin typeface="+mn-ea"/>
              </a:rPr>
              <a:t>개 이벤트 사용 </a:t>
            </a:r>
            <a:endParaRPr lang="en-US" altLang="ko-KR" sz="1000" b="1" dirty="0">
              <a:latin typeface="+mn-ea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677E77F-53CF-413F-88B5-D02D20761D61}"/>
              </a:ext>
            </a:extLst>
          </p:cNvPr>
          <p:cNvSpPr txBox="1"/>
          <p:nvPr/>
        </p:nvSpPr>
        <p:spPr>
          <a:xfrm>
            <a:off x="857663" y="3340272"/>
            <a:ext cx="152147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/>
              <a:t>+) </a:t>
            </a:r>
            <a:r>
              <a:rPr lang="ko-KR" altLang="en-US" sz="800" b="1" dirty="0"/>
              <a:t>누적 강우 컬럼 추가</a:t>
            </a:r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D5A8E5B1-E565-4C29-98AC-392DCAF883A4}"/>
              </a:ext>
            </a:extLst>
          </p:cNvPr>
          <p:cNvCxnSpPr>
            <a:cxnSpLocks/>
          </p:cNvCxnSpPr>
          <p:nvPr/>
        </p:nvCxnSpPr>
        <p:spPr>
          <a:xfrm>
            <a:off x="6239934" y="4656667"/>
            <a:ext cx="0" cy="1811866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883964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857663" y="802753"/>
            <a:ext cx="323841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  <a:ea typeface="+mj-ea"/>
              </a:rPr>
              <a:t> 전체 강우 학습데이터</a:t>
            </a:r>
            <a:endParaRPr lang="ko-KR" altLang="en-US" sz="1000" b="1" dirty="0">
              <a:latin typeface="+mj-ea"/>
              <a:ea typeface="+mj-ea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65E694D8-56B9-4A6D-921B-5623FCBBA9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1243896"/>
              </p:ext>
            </p:extLst>
          </p:nvPr>
        </p:nvGraphicFramePr>
        <p:xfrm>
          <a:off x="857663" y="3329740"/>
          <a:ext cx="9564054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927418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6750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10814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4048918556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522523455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2162001719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38635649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4099286348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21081817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time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성남북초교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광주시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남한산초교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대장동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구미초교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/>
                        <a:t>한국학중앙연구원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2014-07-24 15:30</a:t>
                      </a:r>
                    </a:p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1.12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5.11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2.17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40.56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53AAD899-9E1E-4F1D-9D67-D7818219E8D5}"/>
              </a:ext>
            </a:extLst>
          </p:cNvPr>
          <p:cNvSpPr txBox="1"/>
          <p:nvPr/>
        </p:nvSpPr>
        <p:spPr>
          <a:xfrm>
            <a:off x="857663" y="1865185"/>
            <a:ext cx="595630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홍수통제소 </a:t>
            </a:r>
            <a:r>
              <a:rPr lang="en-US" altLang="ko-KR" sz="1400" b="1" dirty="0"/>
              <a:t>API </a:t>
            </a:r>
            <a:r>
              <a:rPr lang="ko-KR" altLang="en-US" sz="1400" b="1" dirty="0"/>
              <a:t>호출 → </a:t>
            </a:r>
            <a:r>
              <a:rPr lang="en-US" altLang="ko-KR" sz="1400" b="1" dirty="0"/>
              <a:t>MIET</a:t>
            </a:r>
            <a:r>
              <a:rPr lang="ko-KR" altLang="en-US" sz="1400" b="1" dirty="0"/>
              <a:t> 활용 강우 이벤트 추출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11B2DE-AE9B-4325-9947-5E17F10D700A}"/>
              </a:ext>
            </a:extLst>
          </p:cNvPr>
          <p:cNvSpPr txBox="1"/>
          <p:nvPr/>
        </p:nvSpPr>
        <p:spPr>
          <a:xfrm>
            <a:off x="8788400" y="69373"/>
            <a:ext cx="3318934" cy="22691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800" b="1" dirty="0">
                <a:latin typeface="+mn-ea"/>
              </a:rPr>
              <a:t>관심 수위 </a:t>
            </a:r>
            <a:r>
              <a:rPr lang="en-US" altLang="ko-KR" sz="800" b="1" dirty="0">
                <a:latin typeface="+mn-ea"/>
              </a:rPr>
              <a:t>: </a:t>
            </a:r>
            <a:r>
              <a:rPr lang="ko-KR" altLang="en-US" sz="800" b="1" dirty="0" err="1">
                <a:latin typeface="+mn-ea"/>
              </a:rPr>
              <a:t>궁내교</a:t>
            </a:r>
            <a:r>
              <a:rPr lang="ko-KR" altLang="en-US" sz="800" b="1" dirty="0">
                <a:latin typeface="+mn-ea"/>
              </a:rPr>
              <a:t> </a:t>
            </a:r>
            <a:r>
              <a:rPr lang="en-US" altLang="ko-KR" sz="800" b="1" dirty="0">
                <a:latin typeface="+mn-ea"/>
              </a:rPr>
              <a:t>( 2 )  </a:t>
            </a:r>
            <a:r>
              <a:rPr lang="ko-KR" altLang="en-US" sz="800" b="1" dirty="0" err="1">
                <a:latin typeface="+mn-ea"/>
              </a:rPr>
              <a:t>대곡교</a:t>
            </a:r>
            <a:r>
              <a:rPr lang="ko-KR" altLang="en-US" sz="800" b="1" dirty="0">
                <a:latin typeface="+mn-ea"/>
              </a:rPr>
              <a:t> </a:t>
            </a:r>
            <a:r>
              <a:rPr lang="en-US" altLang="ko-KR" sz="800" b="1" dirty="0">
                <a:latin typeface="+mn-ea"/>
              </a:rPr>
              <a:t>( 3.8 )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800" b="1" dirty="0">
                <a:latin typeface="+mn-ea"/>
              </a:rPr>
              <a:t>smoothing : </a:t>
            </a:r>
            <a:r>
              <a:rPr lang="ko-KR" altLang="en-US" sz="800" b="1" dirty="0" err="1">
                <a:latin typeface="+mn-ea"/>
              </a:rPr>
              <a:t>궁내교</a:t>
            </a:r>
            <a:r>
              <a:rPr lang="ko-KR" altLang="en-US" sz="800" b="1" dirty="0">
                <a:latin typeface="+mn-ea"/>
              </a:rPr>
              <a:t> </a:t>
            </a:r>
            <a:r>
              <a:rPr lang="en-US" altLang="ko-KR" sz="800" b="1" dirty="0">
                <a:latin typeface="+mn-ea"/>
              </a:rPr>
              <a:t>( 1 ) </a:t>
            </a:r>
            <a:r>
              <a:rPr lang="ko-KR" altLang="en-US" sz="800" b="1" dirty="0" err="1">
                <a:latin typeface="+mn-ea"/>
              </a:rPr>
              <a:t>대곡교</a:t>
            </a:r>
            <a:r>
              <a:rPr lang="ko-KR" altLang="en-US" sz="800" b="1" dirty="0">
                <a:latin typeface="+mn-ea"/>
              </a:rPr>
              <a:t> </a:t>
            </a:r>
            <a:r>
              <a:rPr lang="en-US" altLang="ko-KR" sz="800" b="1" dirty="0">
                <a:latin typeface="+mn-ea"/>
              </a:rPr>
              <a:t>( 2 )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800" b="1" dirty="0">
                <a:latin typeface="+mn-ea"/>
              </a:rPr>
              <a:t>그래프 스케일 고정 </a:t>
            </a:r>
            <a:r>
              <a:rPr lang="en-US" altLang="ko-KR" sz="800" b="1" dirty="0">
                <a:latin typeface="+mn-ea"/>
              </a:rPr>
              <a:t>: </a:t>
            </a:r>
            <a:r>
              <a:rPr lang="ko-KR" altLang="en-US" sz="800" b="1" dirty="0" err="1">
                <a:latin typeface="+mn-ea"/>
              </a:rPr>
              <a:t>궁내교</a:t>
            </a:r>
            <a:r>
              <a:rPr lang="ko-KR" altLang="en-US" sz="800" b="1" dirty="0">
                <a:latin typeface="+mn-ea"/>
              </a:rPr>
              <a:t> </a:t>
            </a:r>
            <a:r>
              <a:rPr lang="en-US" altLang="ko-KR" sz="800" b="1" dirty="0">
                <a:latin typeface="+mn-ea"/>
              </a:rPr>
              <a:t>( 0.7 - 3 ) </a:t>
            </a:r>
            <a:r>
              <a:rPr lang="ko-KR" altLang="en-US" sz="800" b="1" dirty="0" err="1">
                <a:latin typeface="+mn-ea"/>
              </a:rPr>
              <a:t>대곡교</a:t>
            </a:r>
            <a:r>
              <a:rPr lang="ko-KR" altLang="en-US" sz="800" b="1" dirty="0">
                <a:latin typeface="+mn-ea"/>
              </a:rPr>
              <a:t> </a:t>
            </a:r>
            <a:r>
              <a:rPr lang="en-US" altLang="ko-KR" sz="800" b="1" dirty="0">
                <a:latin typeface="+mn-ea"/>
              </a:rPr>
              <a:t>( 1.5 – 5.5 )</a:t>
            </a:r>
          </a:p>
          <a:p>
            <a:pPr>
              <a:lnSpc>
                <a:spcPct val="200000"/>
              </a:lnSpc>
            </a:pPr>
            <a:r>
              <a:rPr lang="en-US" altLang="ko-KR" sz="800" b="1" dirty="0">
                <a:latin typeface="+mn-ea"/>
              </a:rPr>
              <a:t>------------------------------------------------------------------------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800" b="1" dirty="0" err="1">
                <a:latin typeface="+mn-ea"/>
              </a:rPr>
              <a:t>learning_rate</a:t>
            </a:r>
            <a:r>
              <a:rPr lang="en-US" altLang="ko-KR" sz="800" b="1" dirty="0">
                <a:latin typeface="+mn-ea"/>
              </a:rPr>
              <a:t> = 0.0003 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800" b="1" dirty="0" err="1">
                <a:latin typeface="+mn-ea"/>
              </a:rPr>
              <a:t>Loss_function</a:t>
            </a:r>
            <a:r>
              <a:rPr lang="ko-KR" altLang="en-US" sz="800" b="1" dirty="0">
                <a:latin typeface="+mn-ea"/>
              </a:rPr>
              <a:t> </a:t>
            </a:r>
            <a:r>
              <a:rPr lang="en-US" altLang="ko-KR" sz="800" b="1" dirty="0">
                <a:latin typeface="+mn-ea"/>
              </a:rPr>
              <a:t>=</a:t>
            </a:r>
            <a:r>
              <a:rPr lang="ko-KR" altLang="en-US" sz="800" b="1" dirty="0">
                <a:latin typeface="+mn-ea"/>
              </a:rPr>
              <a:t> </a:t>
            </a:r>
            <a:r>
              <a:rPr lang="en-US" altLang="ko-KR" sz="800" b="1" dirty="0">
                <a:latin typeface="+mn-ea"/>
              </a:rPr>
              <a:t>MSE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800" b="1" dirty="0" err="1">
                <a:latin typeface="+mn-ea"/>
              </a:rPr>
              <a:t>Seq_length</a:t>
            </a:r>
            <a:r>
              <a:rPr lang="ko-KR" altLang="en-US" sz="800" b="1" dirty="0">
                <a:latin typeface="+mn-ea"/>
              </a:rPr>
              <a:t> </a:t>
            </a:r>
            <a:r>
              <a:rPr lang="en-US" altLang="ko-KR" sz="800" b="1" dirty="0">
                <a:latin typeface="+mn-ea"/>
              </a:rPr>
              <a:t>=</a:t>
            </a:r>
            <a:r>
              <a:rPr lang="ko-KR" altLang="en-US" sz="800" b="1" dirty="0">
                <a:latin typeface="+mn-ea"/>
              </a:rPr>
              <a:t> </a:t>
            </a:r>
            <a:r>
              <a:rPr lang="en-US" altLang="ko-KR" sz="800" b="1" dirty="0">
                <a:latin typeface="+mn-ea"/>
              </a:rPr>
              <a:t>36 ( 6</a:t>
            </a:r>
            <a:r>
              <a:rPr lang="ko-KR" altLang="en-US" sz="800" b="1" dirty="0">
                <a:latin typeface="+mn-ea"/>
              </a:rPr>
              <a:t>시간 </a:t>
            </a:r>
            <a:r>
              <a:rPr lang="en-US" altLang="ko-KR" sz="800" b="1" dirty="0">
                <a:latin typeface="+mn-ea"/>
              </a:rPr>
              <a:t>) 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800" b="1" dirty="0">
                <a:latin typeface="+mn-ea"/>
              </a:rPr>
              <a:t>Dense = 1 (</a:t>
            </a:r>
            <a:r>
              <a:rPr lang="ko-KR" altLang="en-US" sz="800" b="1" dirty="0">
                <a:latin typeface="+mn-ea"/>
              </a:rPr>
              <a:t> </a:t>
            </a:r>
            <a:r>
              <a:rPr lang="en-US" altLang="ko-KR" sz="800" b="1" dirty="0">
                <a:latin typeface="+mn-ea"/>
              </a:rPr>
              <a:t>36</a:t>
            </a:r>
            <a:r>
              <a:rPr lang="ko-KR" altLang="en-US" sz="800" b="1" dirty="0">
                <a:latin typeface="+mn-ea"/>
              </a:rPr>
              <a:t>번 처리 </a:t>
            </a:r>
            <a:r>
              <a:rPr lang="en-US" altLang="ko-KR" sz="800" b="1" dirty="0">
                <a:latin typeface="+mn-ea"/>
              </a:rPr>
              <a:t>) 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800" b="1" dirty="0">
                <a:latin typeface="+mn-ea"/>
              </a:rPr>
              <a:t>학습 이벤트 순서 </a:t>
            </a:r>
            <a:r>
              <a:rPr lang="en-US" altLang="ko-KR" sz="800" b="1" dirty="0">
                <a:latin typeface="+mn-ea"/>
              </a:rPr>
              <a:t>shuffle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9795EE0-9990-4BB0-9B23-BBE8566B2881}"/>
              </a:ext>
            </a:extLst>
          </p:cNvPr>
          <p:cNvSpPr txBox="1"/>
          <p:nvPr/>
        </p:nvSpPr>
        <p:spPr>
          <a:xfrm>
            <a:off x="8962540" y="5402896"/>
            <a:ext cx="2918354" cy="879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학습 </a:t>
            </a:r>
            <a:r>
              <a:rPr lang="en-US" altLang="ko-KR" sz="900" b="1" dirty="0">
                <a:latin typeface="+mn-ea"/>
              </a:rPr>
              <a:t>: 70% - shuffle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검증 </a:t>
            </a:r>
            <a:r>
              <a:rPr lang="en-US" altLang="ko-KR" sz="900" b="1" dirty="0">
                <a:latin typeface="+mn-ea"/>
              </a:rPr>
              <a:t>: 20% 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테스트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>
                <a:latin typeface="+mn-ea"/>
              </a:rPr>
              <a:t>나머지 </a:t>
            </a:r>
            <a:r>
              <a:rPr lang="en-US" altLang="ko-KR" sz="900" b="1" dirty="0">
                <a:latin typeface="+mn-ea"/>
              </a:rPr>
              <a:t>( 10% 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E96AD83-AB56-4CAC-88D9-8657E1F370A0}"/>
              </a:ext>
            </a:extLst>
          </p:cNvPr>
          <p:cNvSpPr txBox="1"/>
          <p:nvPr/>
        </p:nvSpPr>
        <p:spPr>
          <a:xfrm>
            <a:off x="857663" y="5183605"/>
            <a:ext cx="4906342" cy="6588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000" b="1" dirty="0">
                <a:latin typeface="+mn-ea"/>
              </a:rPr>
              <a:t>학습 </a:t>
            </a:r>
            <a:r>
              <a:rPr lang="en-US" altLang="ko-KR" sz="1000" b="1" dirty="0">
                <a:latin typeface="+mn-ea"/>
              </a:rPr>
              <a:t>: </a:t>
            </a:r>
            <a:r>
              <a:rPr lang="ko-KR" altLang="en-US" sz="1000" b="1" dirty="0">
                <a:latin typeface="+mn-ea"/>
              </a:rPr>
              <a:t>총 </a:t>
            </a:r>
            <a:r>
              <a:rPr lang="en-US" altLang="ko-KR" sz="1000" b="1" dirty="0">
                <a:latin typeface="+mn-ea"/>
              </a:rPr>
              <a:t>1420</a:t>
            </a:r>
            <a:r>
              <a:rPr lang="ko-KR" altLang="en-US" sz="1000" b="1" dirty="0">
                <a:latin typeface="+mn-ea"/>
              </a:rPr>
              <a:t>개 中 </a:t>
            </a:r>
            <a:r>
              <a:rPr lang="en-US" altLang="ko-KR" sz="1000" b="1" u="sng" dirty="0">
                <a:latin typeface="+mn-ea"/>
              </a:rPr>
              <a:t>1412</a:t>
            </a:r>
            <a:r>
              <a:rPr lang="ko-KR" altLang="en-US" sz="1000" b="1" u="sng" dirty="0">
                <a:latin typeface="+mn-ea"/>
              </a:rPr>
              <a:t>개</a:t>
            </a:r>
            <a:r>
              <a:rPr lang="ko-KR" altLang="en-US" sz="1000" b="1" dirty="0">
                <a:latin typeface="+mn-ea"/>
              </a:rPr>
              <a:t> 데이터 파일 학습에 사용 </a:t>
            </a:r>
            <a:r>
              <a:rPr lang="en-US" altLang="ko-KR" sz="1000" b="1" dirty="0">
                <a:latin typeface="+mn-ea"/>
              </a:rPr>
              <a:t>( </a:t>
            </a:r>
            <a:r>
              <a:rPr lang="ko-KR" altLang="en-US" sz="1000" b="1" dirty="0">
                <a:latin typeface="+mn-ea"/>
              </a:rPr>
              <a:t>결측 </a:t>
            </a:r>
            <a:r>
              <a:rPr lang="en-US" altLang="ko-KR" sz="1000" b="1" dirty="0">
                <a:latin typeface="+mn-ea"/>
              </a:rPr>
              <a:t>5</a:t>
            </a:r>
            <a:r>
              <a:rPr lang="ko-KR" altLang="en-US" sz="1000" b="1" dirty="0">
                <a:latin typeface="+mn-ea"/>
              </a:rPr>
              <a:t>개 </a:t>
            </a:r>
            <a:r>
              <a:rPr lang="en-US" altLang="ko-KR" sz="1000" b="1" dirty="0">
                <a:latin typeface="+mn-ea"/>
              </a:rPr>
              <a:t>+ </a:t>
            </a:r>
            <a:r>
              <a:rPr lang="ko-KR" altLang="en-US" sz="1000" b="1" dirty="0">
                <a:latin typeface="+mn-ea"/>
              </a:rPr>
              <a:t>검증 </a:t>
            </a:r>
            <a:r>
              <a:rPr lang="en-US" altLang="ko-KR" sz="1000" b="1" dirty="0">
                <a:latin typeface="+mn-ea"/>
              </a:rPr>
              <a:t>3</a:t>
            </a:r>
            <a:r>
              <a:rPr lang="ko-KR" altLang="en-US" sz="1000" b="1" dirty="0">
                <a:latin typeface="+mn-ea"/>
              </a:rPr>
              <a:t>개 </a:t>
            </a:r>
            <a:r>
              <a:rPr lang="en-US" altLang="ko-KR" sz="1000" b="1" dirty="0">
                <a:latin typeface="+mn-ea"/>
              </a:rPr>
              <a:t>) 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1000" b="1" dirty="0">
                <a:latin typeface="+mn-ea"/>
              </a:rPr>
              <a:t> </a:t>
            </a:r>
            <a:r>
              <a:rPr lang="ko-KR" altLang="en-US" sz="1000" b="1" dirty="0">
                <a:latin typeface="+mn-ea"/>
              </a:rPr>
              <a:t>검증 </a:t>
            </a:r>
            <a:r>
              <a:rPr lang="en-US" altLang="ko-KR" sz="1000" b="1" dirty="0">
                <a:latin typeface="+mn-ea"/>
              </a:rPr>
              <a:t>: </a:t>
            </a:r>
            <a:r>
              <a:rPr lang="ko-KR" altLang="en-US" sz="1000" b="1" dirty="0">
                <a:latin typeface="+mn-ea"/>
              </a:rPr>
              <a:t>학습 데이터에서 제외한 </a:t>
            </a:r>
            <a:r>
              <a:rPr lang="en-US" altLang="ko-KR" sz="1000" b="1" dirty="0">
                <a:latin typeface="+mn-ea"/>
              </a:rPr>
              <a:t>3</a:t>
            </a:r>
            <a:r>
              <a:rPr lang="ko-KR" altLang="en-US" sz="1000" b="1" dirty="0">
                <a:latin typeface="+mn-ea"/>
              </a:rPr>
              <a:t>개 </a:t>
            </a:r>
            <a:r>
              <a:rPr lang="en-US" altLang="ko-KR" sz="1000" b="1" dirty="0">
                <a:latin typeface="+mn-ea"/>
              </a:rPr>
              <a:t>+ </a:t>
            </a:r>
            <a:r>
              <a:rPr lang="ko-KR" altLang="en-US" sz="1000" b="1" dirty="0">
                <a:latin typeface="+mn-ea"/>
              </a:rPr>
              <a:t>학습에서 검증에 사용된 </a:t>
            </a:r>
            <a:r>
              <a:rPr lang="en-US" altLang="ko-KR" sz="1000" b="1" dirty="0">
                <a:latin typeface="+mn-ea"/>
              </a:rPr>
              <a:t>2</a:t>
            </a:r>
            <a:r>
              <a:rPr lang="ko-KR" altLang="en-US" sz="1000" b="1" dirty="0">
                <a:latin typeface="+mn-ea"/>
              </a:rPr>
              <a:t>개 이벤트 사용 </a:t>
            </a:r>
          </a:p>
        </p:txBody>
      </p:sp>
    </p:spTree>
    <p:extLst>
      <p:ext uri="{BB962C8B-B14F-4D97-AF65-F5344CB8AC3E}">
        <p14:creationId xmlns:p14="http://schemas.microsoft.com/office/powerpoint/2010/main" val="181555363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3EE75E94-8FB8-4A98-A686-35BD1C52C7C5}"/>
              </a:ext>
            </a:extLst>
          </p:cNvPr>
          <p:cNvSpPr txBox="1"/>
          <p:nvPr/>
        </p:nvSpPr>
        <p:spPr>
          <a:xfrm>
            <a:off x="1545948" y="3257983"/>
            <a:ext cx="15933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>
                <a:latin typeface="+mj-ea"/>
              </a:rPr>
              <a:t>전체 강우</a:t>
            </a:r>
            <a:endParaRPr lang="en-US" altLang="ko-KR" sz="1200" b="1" dirty="0">
              <a:latin typeface="+mj-ea"/>
            </a:endParaRPr>
          </a:p>
        </p:txBody>
      </p:sp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0C768C90-0DD3-49D7-B6B6-D6D3689110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2916970"/>
              </p:ext>
            </p:extLst>
          </p:nvPr>
        </p:nvGraphicFramePr>
        <p:xfrm>
          <a:off x="1545948" y="3565760"/>
          <a:ext cx="1520444" cy="294894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772414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748030">
                  <a:extLst>
                    <a:ext uri="{9D8B030D-6E8A-4147-A177-3AD203B41FA5}">
                      <a16:colId xmlns:a16="http://schemas.microsoft.com/office/drawing/2014/main" val="1089401187"/>
                    </a:ext>
                  </a:extLst>
                </a:gridCol>
              </a:tblGrid>
              <a:tr h="3530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>
                          <a:solidFill>
                            <a:schemeClr val="bg1"/>
                          </a:solidFill>
                        </a:rPr>
                        <a:t>R2</a:t>
                      </a:r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 err="1">
                          <a:solidFill>
                            <a:schemeClr val="bg1"/>
                          </a:solidFill>
                        </a:rPr>
                        <a:t>궁내교</a:t>
                      </a:r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Test data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b="1" dirty="0"/>
                        <a:t>전체 강우</a:t>
                      </a:r>
                      <a:endParaRPr lang="pt-BR" altLang="ko-KR" sz="10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11457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/>
                        <a:t>20.08.02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dirty="0">
                          <a:solidFill>
                            <a:schemeClr val="tx1"/>
                          </a:solidFill>
                        </a:rPr>
                        <a:t>0.9541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22.07.12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0.9273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23.07.11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200" dirty="0">
                          <a:solidFill>
                            <a:schemeClr val="tx1"/>
                          </a:solidFill>
                        </a:rPr>
                        <a:t>0.9329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>
                          <a:solidFill>
                            <a:schemeClr val="tx1"/>
                          </a:solidFill>
                        </a:rPr>
                        <a:t>24.07.23</a:t>
                      </a:r>
                      <a:endParaRPr lang="ko-KR" altLang="en-US" sz="1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0" dirty="0">
                          <a:solidFill>
                            <a:srgbClr val="FF0000"/>
                          </a:solidFill>
                        </a:rPr>
                        <a:t>0.6838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896286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25.07.16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rgbClr val="FF0000"/>
                          </a:solidFill>
                        </a:rPr>
                        <a:t>0.4005</a:t>
                      </a:r>
                      <a:endParaRPr lang="ko-KR" altLang="en-US" sz="1200" b="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946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25.08.14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200" dirty="0">
                          <a:solidFill>
                            <a:schemeClr val="tx1"/>
                          </a:solidFill>
                        </a:rPr>
                        <a:t>0.8120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67107547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5D6EE5BE-F42F-456B-844D-95F45ACEAA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1156625"/>
              </p:ext>
            </p:extLst>
          </p:nvPr>
        </p:nvGraphicFramePr>
        <p:xfrm>
          <a:off x="3559248" y="3565761"/>
          <a:ext cx="1530985" cy="294894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719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  <a:gridCol w="811530">
                  <a:extLst>
                    <a:ext uri="{9D8B030D-6E8A-4147-A177-3AD203B41FA5}">
                      <a16:colId xmlns:a16="http://schemas.microsoft.com/office/drawing/2014/main" val="1089401187"/>
                    </a:ext>
                  </a:extLst>
                </a:gridCol>
              </a:tblGrid>
              <a:tr h="35306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 err="1"/>
                        <a:t>궁내교</a:t>
                      </a:r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b="1" dirty="0"/>
                        <a:t>관심수위</a:t>
                      </a:r>
                      <a:endParaRPr lang="pt-BR" altLang="ko-KR" sz="10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000" b="1" dirty="0"/>
                        <a:t>+ </a:t>
                      </a:r>
                      <a:r>
                        <a:rPr lang="ko-KR" altLang="en-US" sz="1000" b="1" dirty="0" err="1"/>
                        <a:t>누적강우</a:t>
                      </a:r>
                      <a:endParaRPr lang="pt-BR" altLang="ko-KR" sz="10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11457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dirty="0"/>
                        <a:t>0.9508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dirty="0">
                          <a:solidFill>
                            <a:schemeClr val="tx1"/>
                          </a:solidFill>
                        </a:rPr>
                        <a:t>0.9176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0.0509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0.4645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200" dirty="0">
                          <a:solidFill>
                            <a:schemeClr val="tx1"/>
                          </a:solidFill>
                        </a:rPr>
                        <a:t>0.9096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200" dirty="0">
                          <a:solidFill>
                            <a:schemeClr val="tx1"/>
                          </a:solidFill>
                        </a:rPr>
                        <a:t>0.9119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0" dirty="0">
                          <a:solidFill>
                            <a:srgbClr val="FF0000"/>
                          </a:solidFill>
                        </a:rPr>
                        <a:t>0.7689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0" dirty="0">
                          <a:solidFill>
                            <a:srgbClr val="FF0000"/>
                          </a:solidFill>
                        </a:rPr>
                        <a:t>0.7989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896286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rgbClr val="FF0000"/>
                          </a:solidFill>
                        </a:rPr>
                        <a:t>0.5051</a:t>
                      </a:r>
                      <a:endParaRPr lang="ko-KR" altLang="en-US" sz="1200" b="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200" dirty="0">
                          <a:solidFill>
                            <a:srgbClr val="FF0000"/>
                          </a:solidFill>
                        </a:rPr>
                        <a:t>0.4844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946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200" dirty="0">
                          <a:solidFill>
                            <a:srgbClr val="FF0000"/>
                          </a:solidFill>
                        </a:rPr>
                        <a:t>0.7659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rgbClr val="FF0000"/>
                          </a:solidFill>
                        </a:rPr>
                        <a:t>0.7933</a:t>
                      </a:r>
                      <a:endParaRPr lang="ko-KR" altLang="en-US" sz="1200" b="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67107547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7981C971-C31C-4B79-AD72-BB1B92F2435C}"/>
              </a:ext>
            </a:extLst>
          </p:cNvPr>
          <p:cNvSpPr txBox="1"/>
          <p:nvPr/>
        </p:nvSpPr>
        <p:spPr>
          <a:xfrm>
            <a:off x="3559248" y="3257983"/>
            <a:ext cx="12111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>
                <a:latin typeface="+mj-ea"/>
              </a:rPr>
              <a:t>관심수위</a:t>
            </a:r>
            <a:endParaRPr lang="en-US" altLang="ko-KR" sz="1200" b="1" dirty="0">
              <a:latin typeface="+mj-ea"/>
            </a:endParaRPr>
          </a:p>
        </p:txBody>
      </p:sp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6FF0AEB6-95BA-4C70-ABFE-4364BC76F0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3404857"/>
              </p:ext>
            </p:extLst>
          </p:nvPr>
        </p:nvGraphicFramePr>
        <p:xfrm>
          <a:off x="5588565" y="3565760"/>
          <a:ext cx="1591310" cy="294894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779780">
                  <a:extLst>
                    <a:ext uri="{9D8B030D-6E8A-4147-A177-3AD203B41FA5}">
                      <a16:colId xmlns:a16="http://schemas.microsoft.com/office/drawing/2014/main" val="576727695"/>
                    </a:ext>
                  </a:extLst>
                </a:gridCol>
                <a:gridCol w="811530">
                  <a:extLst>
                    <a:ext uri="{9D8B030D-6E8A-4147-A177-3AD203B41FA5}">
                      <a16:colId xmlns:a16="http://schemas.microsoft.com/office/drawing/2014/main" val="2478809025"/>
                    </a:ext>
                  </a:extLst>
                </a:gridCol>
              </a:tblGrid>
              <a:tr h="35306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 err="1"/>
                        <a:t>궁내교</a:t>
                      </a:r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000" b="1" dirty="0"/>
                        <a:t>20</a:t>
                      </a:r>
                      <a:r>
                        <a:rPr lang="ko-KR" altLang="en-US" sz="1000" b="1" dirty="0"/>
                        <a:t>년 이후 </a:t>
                      </a:r>
                      <a:endParaRPr lang="pt-BR" altLang="ko-KR" sz="10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000" b="1" dirty="0"/>
                        <a:t>+ </a:t>
                      </a:r>
                      <a:r>
                        <a:rPr lang="ko-KR" altLang="en-US" sz="1000" b="1" dirty="0" err="1"/>
                        <a:t>누적강우</a:t>
                      </a:r>
                      <a:endParaRPr lang="pt-BR" altLang="ko-KR" sz="10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11457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dirty="0">
                          <a:solidFill>
                            <a:schemeClr val="tx1"/>
                          </a:solidFill>
                        </a:rPr>
                        <a:t>0.9610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dirty="0">
                          <a:solidFill>
                            <a:schemeClr val="tx1"/>
                          </a:solidFill>
                        </a:rPr>
                        <a:t>0.9407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0.2350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0.2055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200" dirty="0">
                          <a:solidFill>
                            <a:srgbClr val="FF0000"/>
                          </a:solidFill>
                        </a:rPr>
                        <a:t>0.7765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200" dirty="0">
                          <a:solidFill>
                            <a:srgbClr val="FF0000"/>
                          </a:solidFill>
                        </a:rPr>
                        <a:t>0.6441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0" dirty="0">
                          <a:solidFill>
                            <a:srgbClr val="FF0000"/>
                          </a:solidFill>
                        </a:rPr>
                        <a:t>0.7457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0" dirty="0">
                          <a:solidFill>
                            <a:srgbClr val="FF0000"/>
                          </a:solidFill>
                        </a:rPr>
                        <a:t>0.6904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896286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0" dirty="0">
                          <a:solidFill>
                            <a:srgbClr val="FF0000"/>
                          </a:solidFill>
                        </a:rPr>
                        <a:t>0.6535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200" dirty="0">
                          <a:solidFill>
                            <a:srgbClr val="FF0000"/>
                          </a:solidFill>
                        </a:rPr>
                        <a:t>0.7551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946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200" dirty="0">
                          <a:solidFill>
                            <a:schemeClr val="tx1"/>
                          </a:solidFill>
                        </a:rPr>
                        <a:t>0.8250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0.9146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67107547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206CEEFF-20C6-4110-BC2F-A5F4BD03E4A3}"/>
              </a:ext>
            </a:extLst>
          </p:cNvPr>
          <p:cNvSpPr txBox="1"/>
          <p:nvPr/>
        </p:nvSpPr>
        <p:spPr>
          <a:xfrm>
            <a:off x="5583089" y="3257983"/>
            <a:ext cx="138176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>
                <a:latin typeface="+mj-ea"/>
              </a:rPr>
              <a:t>20</a:t>
            </a:r>
            <a:r>
              <a:rPr lang="ko-KR" altLang="en-US" sz="1200" b="1" dirty="0">
                <a:latin typeface="+mj-ea"/>
              </a:rPr>
              <a:t>년 이후</a:t>
            </a:r>
            <a:endParaRPr lang="en-US" altLang="ko-KR" sz="1200" b="1" dirty="0">
              <a:latin typeface="+mj-ea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581E907-AD69-4D33-9927-380F4FE08FAD}"/>
              </a:ext>
            </a:extLst>
          </p:cNvPr>
          <p:cNvSpPr txBox="1"/>
          <p:nvPr/>
        </p:nvSpPr>
        <p:spPr>
          <a:xfrm>
            <a:off x="622385" y="850612"/>
            <a:ext cx="78996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latin typeface="+mj-ea"/>
              </a:rPr>
              <a:t>궁내교</a:t>
            </a:r>
            <a:endParaRPr lang="en-US" altLang="ko-KR" sz="2000" b="1" dirty="0">
              <a:latin typeface="+mj-ea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12B4992-2BCB-4C46-AB8E-862DCC1DD6B7}"/>
              </a:ext>
            </a:extLst>
          </p:cNvPr>
          <p:cNvSpPr txBox="1"/>
          <p:nvPr/>
        </p:nvSpPr>
        <p:spPr>
          <a:xfrm>
            <a:off x="499533" y="1389410"/>
            <a:ext cx="9037995" cy="142999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0" tIns="216000" rtlCol="0" anchor="t"/>
          <a:lstStyle>
            <a:defPPr>
              <a:defRPr lang="en-US"/>
            </a:defPPr>
            <a:lvl1pPr marL="363538" indent="-188913" defTabSz="1166646" eaLnBrk="0" hangingPunct="0">
              <a:spcAft>
                <a:spcPts val="526"/>
              </a:spcAft>
              <a:buSzPct val="100000"/>
              <a:buBlip>
                <a:blip r:embed="rId2"/>
              </a:buBlip>
              <a:defRPr sz="1400" b="1" kern="0" spc="-88">
                <a:ln>
                  <a:solidFill>
                    <a:srgbClr val="44546A">
                      <a:lumMod val="60000"/>
                      <a:lumOff val="40000"/>
                      <a:alpha val="0"/>
                    </a:srgbClr>
                  </a:solidFill>
                </a:ln>
                <a:solidFill>
                  <a:schemeClr val="accent1">
                    <a:lumMod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ko-KR" altLang="en-US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전체 강우 기반 학습 시 일반적인 이벤트에서는 높은 </a:t>
            </a:r>
            <a:r>
              <a:rPr lang="en-US" altLang="ko-KR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R²</a:t>
            </a:r>
          </a:p>
          <a:p>
            <a:r>
              <a:rPr lang="ko-KR" altLang="en-US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일부 극한 사상에서는 예측 성능이 저하</a:t>
            </a:r>
            <a:endParaRPr lang="en-US" altLang="ko-KR" sz="1400" b="1" dirty="0">
              <a:solidFill>
                <a:schemeClr val="bg2">
                  <a:lumMod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7885049-CF89-428F-8947-2F5039D718F6}"/>
              </a:ext>
            </a:extLst>
          </p:cNvPr>
          <p:cNvSpPr txBox="1"/>
          <p:nvPr/>
        </p:nvSpPr>
        <p:spPr>
          <a:xfrm>
            <a:off x="470683" y="2819400"/>
            <a:ext cx="15933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>
                <a:latin typeface="+mj-ea"/>
              </a:rPr>
              <a:t>-</a:t>
            </a:r>
            <a:r>
              <a:rPr lang="ko-KR" altLang="en-US" sz="1200" b="1" dirty="0">
                <a:latin typeface="+mj-ea"/>
              </a:rPr>
              <a:t> </a:t>
            </a:r>
            <a:r>
              <a:rPr lang="en-US" altLang="ko-KR" sz="1200" b="1" dirty="0">
                <a:latin typeface="+mj-ea"/>
              </a:rPr>
              <a:t>R2 </a:t>
            </a:r>
            <a:r>
              <a:rPr lang="ko-KR" altLang="en-US" sz="1200" b="1" dirty="0">
                <a:latin typeface="+mj-ea"/>
              </a:rPr>
              <a:t>평가</a:t>
            </a:r>
            <a:endParaRPr lang="en-US" altLang="ko-KR" sz="1200" b="1" dirty="0">
              <a:latin typeface="+mj-ea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190C343-2F1F-45CA-BA66-E6E677C70559}"/>
              </a:ext>
            </a:extLst>
          </p:cNvPr>
          <p:cNvSpPr/>
          <p:nvPr/>
        </p:nvSpPr>
        <p:spPr>
          <a:xfrm>
            <a:off x="2268286" y="3911604"/>
            <a:ext cx="795298" cy="260309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6119539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3EE75E94-8FB8-4A98-A686-35BD1C52C7C5}"/>
              </a:ext>
            </a:extLst>
          </p:cNvPr>
          <p:cNvSpPr txBox="1"/>
          <p:nvPr/>
        </p:nvSpPr>
        <p:spPr>
          <a:xfrm>
            <a:off x="270933" y="230419"/>
            <a:ext cx="5689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rgbClr val="FF0000"/>
                </a:solidFill>
                <a:latin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</a:rPr>
              <a:t> </a:t>
            </a:r>
            <a:r>
              <a:rPr lang="en-US" altLang="ko-KR" sz="2000" b="1" dirty="0">
                <a:latin typeface="+mj-ea"/>
              </a:rPr>
              <a:t>- </a:t>
            </a:r>
            <a:r>
              <a:rPr lang="ko-KR" altLang="en-US" sz="2000" b="1" dirty="0" err="1">
                <a:latin typeface="+mj-ea"/>
              </a:rPr>
              <a:t>전체강우</a:t>
            </a:r>
            <a:r>
              <a:rPr lang="ko-KR" altLang="en-US" sz="2000" b="1" dirty="0">
                <a:latin typeface="+mj-ea"/>
                <a:ea typeface="+mj-ea"/>
              </a:rPr>
              <a:t> </a:t>
            </a:r>
          </a:p>
        </p:txBody>
      </p:sp>
      <p:pic>
        <p:nvPicPr>
          <p:cNvPr id="44" name="그림 43">
            <a:extLst>
              <a:ext uri="{FF2B5EF4-FFF2-40B4-BE49-F238E27FC236}">
                <a16:creationId xmlns:a16="http://schemas.microsoft.com/office/drawing/2014/main" id="{B677A664-900B-45EC-B7ED-FED2250F1E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9883" y="689483"/>
            <a:ext cx="3227450" cy="542588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12E4B6C2-35C2-4C27-9869-ABC58B1417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3" y="2689402"/>
            <a:ext cx="3227450" cy="551047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06F1A1F7-B882-4681-B942-265A6276DF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9262" y="4721949"/>
            <a:ext cx="3227450" cy="549525"/>
          </a:xfrm>
          <a:prstGeom prst="rect">
            <a:avLst/>
          </a:prstGeom>
        </p:spPr>
      </p:pic>
      <p:grpSp>
        <p:nvGrpSpPr>
          <p:cNvPr id="6" name="그룹 5">
            <a:extLst>
              <a:ext uri="{FF2B5EF4-FFF2-40B4-BE49-F238E27FC236}">
                <a16:creationId xmlns:a16="http://schemas.microsoft.com/office/drawing/2014/main" id="{FC6DAE30-9462-4ECD-ACBF-CFEBE398D720}"/>
              </a:ext>
            </a:extLst>
          </p:cNvPr>
          <p:cNvGrpSpPr/>
          <p:nvPr/>
        </p:nvGrpSpPr>
        <p:grpSpPr>
          <a:xfrm>
            <a:off x="6465564" y="1473154"/>
            <a:ext cx="1391446" cy="4647191"/>
            <a:chOff x="6465564" y="1473154"/>
            <a:chExt cx="1391446" cy="4647191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FA255B5-0345-410B-80F9-2AFF909E4C46}"/>
                </a:ext>
              </a:extLst>
            </p:cNvPr>
            <p:cNvSpPr txBox="1"/>
            <p:nvPr/>
          </p:nvSpPr>
          <p:spPr>
            <a:xfrm>
              <a:off x="6465564" y="5503969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testdata_250814</a:t>
              </a:r>
              <a:endParaRPr lang="ko-KR" altLang="en-US" sz="1200" b="1" dirty="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749A747-00BF-4A4A-A0D9-CB38768F9B9A}"/>
                </a:ext>
              </a:extLst>
            </p:cNvPr>
            <p:cNvSpPr txBox="1"/>
            <p:nvPr/>
          </p:nvSpPr>
          <p:spPr>
            <a:xfrm>
              <a:off x="6465564" y="3478697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250716</a:t>
              </a:r>
              <a:endParaRPr lang="ko-KR" altLang="en-US" sz="1200" b="1" dirty="0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3780478-A6EF-4462-AD5A-1F9DE5B39403}"/>
                </a:ext>
              </a:extLst>
            </p:cNvPr>
            <p:cNvSpPr txBox="1"/>
            <p:nvPr/>
          </p:nvSpPr>
          <p:spPr>
            <a:xfrm>
              <a:off x="6472432" y="147315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240723</a:t>
              </a:r>
              <a:endParaRPr lang="ko-KR" altLang="en-US" sz="1200" b="1" dirty="0"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CD13AD81-9D77-4840-BEEF-57179F7C5A87}"/>
                </a:ext>
              </a:extLst>
            </p:cNvPr>
            <p:cNvSpPr txBox="1"/>
            <p:nvPr/>
          </p:nvSpPr>
          <p:spPr>
            <a:xfrm>
              <a:off x="6465564" y="5843346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pt-BR" altLang="ko-KR" sz="1200" dirty="0"/>
                <a:t>0.8120</a:t>
              </a:r>
              <a:endParaRPr lang="ko-KR" altLang="en-US" sz="1200" b="1" dirty="0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9A42ED54-E154-45FD-9E22-F3DB582A0E2E}"/>
                </a:ext>
              </a:extLst>
            </p:cNvPr>
            <p:cNvSpPr txBox="1"/>
            <p:nvPr/>
          </p:nvSpPr>
          <p:spPr>
            <a:xfrm>
              <a:off x="6465564" y="381807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0.4005</a:t>
              </a:r>
              <a:endParaRPr lang="ko-KR" altLang="en-US" sz="1200" b="1" dirty="0"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DFE82EB6-8861-41EE-940F-7D3C39D3265A}"/>
                </a:ext>
              </a:extLst>
            </p:cNvPr>
            <p:cNvSpPr txBox="1"/>
            <p:nvPr/>
          </p:nvSpPr>
          <p:spPr>
            <a:xfrm>
              <a:off x="6472432" y="1812531"/>
              <a:ext cx="138457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pt-BR" altLang="ko-KR" sz="1200" dirty="0">
                  <a:solidFill>
                    <a:srgbClr val="FF0000"/>
                  </a:solidFill>
                </a:rPr>
                <a:t>0.6838</a:t>
              </a:r>
              <a:endParaRPr lang="pt-BR" altLang="ko-KR" sz="1200" dirty="0"/>
            </a:p>
            <a:p>
              <a:pPr algn="ctr" latinLnBrk="1"/>
              <a:endParaRPr lang="ko-KR" altLang="en-US" sz="1200" b="1" dirty="0"/>
            </a:p>
          </p:txBody>
        </p:sp>
      </p:grpSp>
      <p:pic>
        <p:nvPicPr>
          <p:cNvPr id="2" name="그림 1">
            <a:extLst>
              <a:ext uri="{FF2B5EF4-FFF2-40B4-BE49-F238E27FC236}">
                <a16:creationId xmlns:a16="http://schemas.microsoft.com/office/drawing/2014/main" id="{B0427AF8-A21B-40FF-AA58-919893C3364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2520" y="1280084"/>
            <a:ext cx="3159109" cy="1263644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C8E7FF9E-DE29-4AC0-8F82-3948FDDFEB1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82617" y="3273072"/>
            <a:ext cx="3227149" cy="1290860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DA0938AC-6E22-4385-9FDE-48F6D147DC7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5778" y="5302821"/>
            <a:ext cx="3233529" cy="1293412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73A9FA09-4C55-4047-B157-8A89D4BA73F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3" y="716172"/>
            <a:ext cx="3227450" cy="492774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9FB5B3B8-D3C4-426E-A3EB-702A5203B43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3" y="2712227"/>
            <a:ext cx="3227450" cy="505397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6006C84D-618D-4489-8E29-C63A6FBD5D6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9662" y="4745885"/>
            <a:ext cx="3227450" cy="501653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B9D11161-F507-458B-AD75-9380CEEBB71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2563" y="1280084"/>
            <a:ext cx="3159109" cy="1263644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6992310A-AF00-4935-B2D8-4BBC37A613D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2564" y="3286680"/>
            <a:ext cx="3159109" cy="1263644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5414DBF1-66B4-428D-8122-CBEC2AC62BCA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3" y="5313745"/>
            <a:ext cx="3178909" cy="1271564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CACBA84A-C766-4A99-A258-0B20ABAE2B3F}"/>
              </a:ext>
            </a:extLst>
          </p:cNvPr>
          <p:cNvGrpSpPr/>
          <p:nvPr/>
        </p:nvGrpSpPr>
        <p:grpSpPr>
          <a:xfrm>
            <a:off x="668867" y="1566310"/>
            <a:ext cx="1290420" cy="4587791"/>
            <a:chOff x="668867" y="1566310"/>
            <a:chExt cx="1290420" cy="4587791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FE13151-BA46-4219-A32A-22942F00BBFD}"/>
                </a:ext>
              </a:extLst>
            </p:cNvPr>
            <p:cNvSpPr txBox="1"/>
            <p:nvPr/>
          </p:nvSpPr>
          <p:spPr>
            <a:xfrm>
              <a:off x="668867" y="5537725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testdata_230711</a:t>
              </a:r>
              <a:endParaRPr lang="ko-KR" altLang="en-US" sz="1200" b="1" dirty="0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ADEB3EAB-0072-4095-8733-FFDDAD956D2E}"/>
                </a:ext>
              </a:extLst>
            </p:cNvPr>
            <p:cNvSpPr txBox="1"/>
            <p:nvPr/>
          </p:nvSpPr>
          <p:spPr>
            <a:xfrm>
              <a:off x="672354" y="35521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220712</a:t>
              </a:r>
              <a:endParaRPr lang="ko-KR" altLang="en-US" sz="1200" b="1" dirty="0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800CA63C-8DB7-46FE-A1FF-5C3332D9E9F6}"/>
                </a:ext>
              </a:extLst>
            </p:cNvPr>
            <p:cNvSpPr txBox="1"/>
            <p:nvPr/>
          </p:nvSpPr>
          <p:spPr>
            <a:xfrm>
              <a:off x="668867" y="15663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200802</a:t>
              </a:r>
              <a:endParaRPr lang="ko-KR" altLang="en-US" sz="1200" b="1" dirty="0"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F471D7EC-A786-472B-86DD-C4736DB62A39}"/>
                </a:ext>
              </a:extLst>
            </p:cNvPr>
            <p:cNvSpPr txBox="1"/>
            <p:nvPr/>
          </p:nvSpPr>
          <p:spPr>
            <a:xfrm>
              <a:off x="668867" y="5877102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pt-BR" altLang="ko-KR" sz="1200" dirty="0"/>
                <a:t>0.9329</a:t>
              </a:r>
              <a:endParaRPr lang="ko-KR" altLang="en-US" sz="1200" b="1" dirty="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CD3DAA8C-A351-4E6A-A57B-AB46DE11A446}"/>
                </a:ext>
              </a:extLst>
            </p:cNvPr>
            <p:cNvSpPr txBox="1"/>
            <p:nvPr/>
          </p:nvSpPr>
          <p:spPr>
            <a:xfrm>
              <a:off x="672354" y="38914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0.9273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53BFEBD7-87B5-494C-9DF1-3F7DF03D47F4}"/>
                </a:ext>
              </a:extLst>
            </p:cNvPr>
            <p:cNvSpPr txBox="1"/>
            <p:nvPr/>
          </p:nvSpPr>
          <p:spPr>
            <a:xfrm>
              <a:off x="668867" y="19056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pt-BR" altLang="ko-KR" sz="1200" dirty="0"/>
                <a:t>0.9541</a:t>
              </a:r>
              <a:endParaRPr lang="ko-KR" altLang="en-US" sz="12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6985046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3EE75E94-8FB8-4A98-A686-35BD1C52C7C5}"/>
              </a:ext>
            </a:extLst>
          </p:cNvPr>
          <p:cNvSpPr txBox="1"/>
          <p:nvPr/>
        </p:nvSpPr>
        <p:spPr>
          <a:xfrm>
            <a:off x="270933" y="230419"/>
            <a:ext cx="5689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rgbClr val="FF0000"/>
                </a:solidFill>
                <a:latin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</a:rPr>
              <a:t> </a:t>
            </a:r>
            <a:r>
              <a:rPr lang="en-US" altLang="ko-KR" sz="2000" b="1" dirty="0">
                <a:latin typeface="+mj-ea"/>
              </a:rPr>
              <a:t>– </a:t>
            </a:r>
            <a:r>
              <a:rPr lang="ko-KR" altLang="en-US" sz="2000" b="1" dirty="0">
                <a:latin typeface="+mj-ea"/>
              </a:rPr>
              <a:t>관심수위</a:t>
            </a:r>
            <a:r>
              <a:rPr lang="ko-KR" altLang="en-US" sz="2000" b="1" dirty="0">
                <a:latin typeface="+mj-ea"/>
                <a:ea typeface="+mj-ea"/>
              </a:rPr>
              <a:t> </a:t>
            </a:r>
          </a:p>
        </p:txBody>
      </p:sp>
      <p:pic>
        <p:nvPicPr>
          <p:cNvPr id="44" name="그림 43">
            <a:extLst>
              <a:ext uri="{FF2B5EF4-FFF2-40B4-BE49-F238E27FC236}">
                <a16:creationId xmlns:a16="http://schemas.microsoft.com/office/drawing/2014/main" id="{B677A664-900B-45EC-B7ED-FED2250F1E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9883" y="689483"/>
            <a:ext cx="3227450" cy="542588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12E4B6C2-35C2-4C27-9869-ABC58B1417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3" y="2689402"/>
            <a:ext cx="3227450" cy="551047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06F1A1F7-B882-4681-B942-265A6276DF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9262" y="4721949"/>
            <a:ext cx="3227450" cy="549525"/>
          </a:xfrm>
          <a:prstGeom prst="rect">
            <a:avLst/>
          </a:prstGeom>
        </p:spPr>
      </p:pic>
      <p:grpSp>
        <p:nvGrpSpPr>
          <p:cNvPr id="6" name="그룹 5">
            <a:extLst>
              <a:ext uri="{FF2B5EF4-FFF2-40B4-BE49-F238E27FC236}">
                <a16:creationId xmlns:a16="http://schemas.microsoft.com/office/drawing/2014/main" id="{FC6DAE30-9462-4ECD-ACBF-CFEBE398D720}"/>
              </a:ext>
            </a:extLst>
          </p:cNvPr>
          <p:cNvGrpSpPr/>
          <p:nvPr/>
        </p:nvGrpSpPr>
        <p:grpSpPr>
          <a:xfrm>
            <a:off x="6465564" y="1473154"/>
            <a:ext cx="1391446" cy="4647191"/>
            <a:chOff x="6465564" y="1473154"/>
            <a:chExt cx="1391446" cy="4647191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FA255B5-0345-410B-80F9-2AFF909E4C46}"/>
                </a:ext>
              </a:extLst>
            </p:cNvPr>
            <p:cNvSpPr txBox="1"/>
            <p:nvPr/>
          </p:nvSpPr>
          <p:spPr>
            <a:xfrm>
              <a:off x="6465564" y="5503969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testdata_250814</a:t>
              </a:r>
              <a:endParaRPr lang="ko-KR" altLang="en-US" sz="1200" b="1" dirty="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749A747-00BF-4A4A-A0D9-CB38768F9B9A}"/>
                </a:ext>
              </a:extLst>
            </p:cNvPr>
            <p:cNvSpPr txBox="1"/>
            <p:nvPr/>
          </p:nvSpPr>
          <p:spPr>
            <a:xfrm>
              <a:off x="6465564" y="3478697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250716</a:t>
              </a:r>
              <a:endParaRPr lang="ko-KR" altLang="en-US" sz="1200" b="1" dirty="0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3780478-A6EF-4462-AD5A-1F9DE5B39403}"/>
                </a:ext>
              </a:extLst>
            </p:cNvPr>
            <p:cNvSpPr txBox="1"/>
            <p:nvPr/>
          </p:nvSpPr>
          <p:spPr>
            <a:xfrm>
              <a:off x="6472432" y="147315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240723</a:t>
              </a:r>
              <a:endParaRPr lang="ko-KR" altLang="en-US" sz="1200" b="1" dirty="0"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CD13AD81-9D77-4840-BEEF-57179F7C5A87}"/>
                </a:ext>
              </a:extLst>
            </p:cNvPr>
            <p:cNvSpPr txBox="1"/>
            <p:nvPr/>
          </p:nvSpPr>
          <p:spPr>
            <a:xfrm>
              <a:off x="6465564" y="5843346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pt-BR" altLang="ko-KR" sz="1200" dirty="0">
                  <a:solidFill>
                    <a:srgbClr val="FF0000"/>
                  </a:solidFill>
                </a:rPr>
                <a:t>0.7659</a:t>
              </a:r>
              <a:endParaRPr lang="ko-KR" altLang="en-US" sz="1200" b="1" dirty="0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9A42ED54-E154-45FD-9E22-F3DB582A0E2E}"/>
                </a:ext>
              </a:extLst>
            </p:cNvPr>
            <p:cNvSpPr txBox="1"/>
            <p:nvPr/>
          </p:nvSpPr>
          <p:spPr>
            <a:xfrm>
              <a:off x="6465564" y="381807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0.5051</a:t>
              </a:r>
              <a:endParaRPr lang="ko-KR" altLang="en-US" sz="1200" b="1" dirty="0"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DFE82EB6-8861-41EE-940F-7D3C39D3265A}"/>
                </a:ext>
              </a:extLst>
            </p:cNvPr>
            <p:cNvSpPr txBox="1"/>
            <p:nvPr/>
          </p:nvSpPr>
          <p:spPr>
            <a:xfrm>
              <a:off x="6472432" y="1812531"/>
              <a:ext cx="138457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pt-BR" altLang="ko-KR" sz="1200" dirty="0">
                  <a:solidFill>
                    <a:srgbClr val="FF0000"/>
                  </a:solidFill>
                </a:rPr>
                <a:t>0.7689</a:t>
              </a:r>
              <a:endParaRPr lang="pt-BR" altLang="ko-KR" sz="1200" dirty="0"/>
            </a:p>
            <a:p>
              <a:pPr algn="ctr" latinLnBrk="1"/>
              <a:endParaRPr lang="ko-KR" altLang="en-US" sz="1200" b="1" dirty="0"/>
            </a:p>
          </p:txBody>
        </p:sp>
      </p:grpSp>
      <p:pic>
        <p:nvPicPr>
          <p:cNvPr id="2" name="그림 1">
            <a:extLst>
              <a:ext uri="{FF2B5EF4-FFF2-40B4-BE49-F238E27FC236}">
                <a16:creationId xmlns:a16="http://schemas.microsoft.com/office/drawing/2014/main" id="{B0427AF8-A21B-40FF-AA58-919893C3364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2520" y="1280084"/>
            <a:ext cx="3159110" cy="1263644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C8E7FF9E-DE29-4AC0-8F82-3948FDDFEB1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82616" y="3273072"/>
            <a:ext cx="3227152" cy="1290860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DA0938AC-6E22-4385-9FDE-48F6D147DC7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5778" y="5302821"/>
            <a:ext cx="3233530" cy="1293412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73A9FA09-4C55-4047-B157-8A89D4BA73F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3" y="716172"/>
            <a:ext cx="3227450" cy="492774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9FB5B3B8-D3C4-426E-A3EB-702A5203B43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3" y="2712227"/>
            <a:ext cx="3227450" cy="505397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6006C84D-618D-4489-8E29-C63A6FBD5D6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9662" y="4745885"/>
            <a:ext cx="3227450" cy="501653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B9D11161-F507-458B-AD75-9380CEEBB71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2563" y="1280084"/>
            <a:ext cx="3159110" cy="1263644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6992310A-AF00-4935-B2D8-4BBC37A613D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2564" y="3286680"/>
            <a:ext cx="3159110" cy="1263644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5414DBF1-66B4-428D-8122-CBEC2AC62BCA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3" y="5313745"/>
            <a:ext cx="3178910" cy="1271564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CACBA84A-C766-4A99-A258-0B20ABAE2B3F}"/>
              </a:ext>
            </a:extLst>
          </p:cNvPr>
          <p:cNvGrpSpPr/>
          <p:nvPr/>
        </p:nvGrpSpPr>
        <p:grpSpPr>
          <a:xfrm>
            <a:off x="668867" y="1566310"/>
            <a:ext cx="1290420" cy="4587791"/>
            <a:chOff x="668867" y="1566310"/>
            <a:chExt cx="1290420" cy="4587791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FE13151-BA46-4219-A32A-22942F00BBFD}"/>
                </a:ext>
              </a:extLst>
            </p:cNvPr>
            <p:cNvSpPr txBox="1"/>
            <p:nvPr/>
          </p:nvSpPr>
          <p:spPr>
            <a:xfrm>
              <a:off x="668867" y="5537725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testdata_230711</a:t>
              </a:r>
              <a:endParaRPr lang="ko-KR" altLang="en-US" sz="1200" b="1" dirty="0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ADEB3EAB-0072-4095-8733-FFDDAD956D2E}"/>
                </a:ext>
              </a:extLst>
            </p:cNvPr>
            <p:cNvSpPr txBox="1"/>
            <p:nvPr/>
          </p:nvSpPr>
          <p:spPr>
            <a:xfrm>
              <a:off x="672354" y="35521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220712</a:t>
              </a:r>
              <a:endParaRPr lang="ko-KR" altLang="en-US" sz="1200" b="1" dirty="0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800CA63C-8DB7-46FE-A1FF-5C3332D9E9F6}"/>
                </a:ext>
              </a:extLst>
            </p:cNvPr>
            <p:cNvSpPr txBox="1"/>
            <p:nvPr/>
          </p:nvSpPr>
          <p:spPr>
            <a:xfrm>
              <a:off x="668867" y="15663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200802</a:t>
              </a:r>
              <a:endParaRPr lang="ko-KR" altLang="en-US" sz="1200" b="1" dirty="0"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F471D7EC-A786-472B-86DD-C4736DB62A39}"/>
                </a:ext>
              </a:extLst>
            </p:cNvPr>
            <p:cNvSpPr txBox="1"/>
            <p:nvPr/>
          </p:nvSpPr>
          <p:spPr>
            <a:xfrm>
              <a:off x="668867" y="5877102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pt-BR" altLang="ko-KR" sz="1200" dirty="0"/>
                <a:t>0.9096</a:t>
              </a:r>
              <a:endParaRPr lang="ko-KR" altLang="en-US" sz="1200" b="1" dirty="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CD3DAA8C-A351-4E6A-A57B-AB46DE11A446}"/>
                </a:ext>
              </a:extLst>
            </p:cNvPr>
            <p:cNvSpPr txBox="1"/>
            <p:nvPr/>
          </p:nvSpPr>
          <p:spPr>
            <a:xfrm>
              <a:off x="672354" y="38914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0.0509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53BFEBD7-87B5-494C-9DF1-3F7DF03D47F4}"/>
                </a:ext>
              </a:extLst>
            </p:cNvPr>
            <p:cNvSpPr txBox="1"/>
            <p:nvPr/>
          </p:nvSpPr>
          <p:spPr>
            <a:xfrm>
              <a:off x="668867" y="19056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pt-BR" altLang="ko-KR" sz="1200" dirty="0"/>
                <a:t>0.9508</a:t>
              </a:r>
              <a:endParaRPr lang="ko-KR" altLang="en-US" sz="12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101974192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3EE75E94-8FB8-4A98-A686-35BD1C52C7C5}"/>
              </a:ext>
            </a:extLst>
          </p:cNvPr>
          <p:cNvSpPr txBox="1"/>
          <p:nvPr/>
        </p:nvSpPr>
        <p:spPr>
          <a:xfrm>
            <a:off x="270933" y="230419"/>
            <a:ext cx="5689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rgbClr val="FF0000"/>
                </a:solidFill>
                <a:latin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</a:rPr>
              <a:t> </a:t>
            </a:r>
            <a:r>
              <a:rPr lang="en-US" altLang="ko-KR" sz="2000" b="1" dirty="0">
                <a:latin typeface="+mj-ea"/>
              </a:rPr>
              <a:t>– </a:t>
            </a:r>
            <a:r>
              <a:rPr lang="ko-KR" altLang="en-US" sz="2000" b="1" dirty="0">
                <a:latin typeface="+mj-ea"/>
              </a:rPr>
              <a:t>관심수위 </a:t>
            </a:r>
            <a:r>
              <a:rPr lang="en-US" altLang="ko-KR" sz="2000" b="1" dirty="0">
                <a:latin typeface="+mj-ea"/>
              </a:rPr>
              <a:t>( + </a:t>
            </a:r>
            <a:r>
              <a:rPr lang="ko-KR" altLang="en-US" sz="2000" b="1" dirty="0" err="1">
                <a:latin typeface="+mj-ea"/>
              </a:rPr>
              <a:t>누적강우</a:t>
            </a:r>
            <a:r>
              <a:rPr lang="ko-KR" altLang="en-US" sz="2000" b="1" dirty="0">
                <a:latin typeface="+mj-ea"/>
              </a:rPr>
              <a:t> </a:t>
            </a:r>
            <a:r>
              <a:rPr lang="en-US" altLang="ko-KR" sz="2000" b="1" dirty="0">
                <a:latin typeface="+mj-ea"/>
              </a:rPr>
              <a:t>)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</a:p>
        </p:txBody>
      </p:sp>
      <p:pic>
        <p:nvPicPr>
          <p:cNvPr id="44" name="그림 43">
            <a:extLst>
              <a:ext uri="{FF2B5EF4-FFF2-40B4-BE49-F238E27FC236}">
                <a16:creationId xmlns:a16="http://schemas.microsoft.com/office/drawing/2014/main" id="{B677A664-900B-45EC-B7ED-FED2250F1E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7601" y="689483"/>
            <a:ext cx="3193671" cy="542588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12E4B6C2-35C2-4C27-9869-ABC58B1417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7601" y="2689402"/>
            <a:ext cx="3193671" cy="551047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06F1A1F7-B882-4681-B942-265A6276DF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2" y="4721949"/>
            <a:ext cx="3227450" cy="549525"/>
          </a:xfrm>
          <a:prstGeom prst="rect">
            <a:avLst/>
          </a:prstGeom>
        </p:spPr>
      </p:pic>
      <p:grpSp>
        <p:nvGrpSpPr>
          <p:cNvPr id="6" name="그룹 5">
            <a:extLst>
              <a:ext uri="{FF2B5EF4-FFF2-40B4-BE49-F238E27FC236}">
                <a16:creationId xmlns:a16="http://schemas.microsoft.com/office/drawing/2014/main" id="{FC6DAE30-9462-4ECD-ACBF-CFEBE398D720}"/>
              </a:ext>
            </a:extLst>
          </p:cNvPr>
          <p:cNvGrpSpPr/>
          <p:nvPr/>
        </p:nvGrpSpPr>
        <p:grpSpPr>
          <a:xfrm>
            <a:off x="6465564" y="1473154"/>
            <a:ext cx="1391446" cy="4647191"/>
            <a:chOff x="6465564" y="1473154"/>
            <a:chExt cx="1391446" cy="4647191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FA255B5-0345-410B-80F9-2AFF909E4C46}"/>
                </a:ext>
              </a:extLst>
            </p:cNvPr>
            <p:cNvSpPr txBox="1"/>
            <p:nvPr/>
          </p:nvSpPr>
          <p:spPr>
            <a:xfrm>
              <a:off x="6465564" y="5503969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testdata_250814</a:t>
              </a:r>
              <a:endParaRPr lang="ko-KR" altLang="en-US" sz="1200" b="1" dirty="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749A747-00BF-4A4A-A0D9-CB38768F9B9A}"/>
                </a:ext>
              </a:extLst>
            </p:cNvPr>
            <p:cNvSpPr txBox="1"/>
            <p:nvPr/>
          </p:nvSpPr>
          <p:spPr>
            <a:xfrm>
              <a:off x="6465564" y="3478697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250716</a:t>
              </a:r>
              <a:endParaRPr lang="ko-KR" altLang="en-US" sz="1200" b="1" dirty="0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3780478-A6EF-4462-AD5A-1F9DE5B39403}"/>
                </a:ext>
              </a:extLst>
            </p:cNvPr>
            <p:cNvSpPr txBox="1"/>
            <p:nvPr/>
          </p:nvSpPr>
          <p:spPr>
            <a:xfrm>
              <a:off x="6472432" y="147315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240723</a:t>
              </a:r>
              <a:endParaRPr lang="ko-KR" altLang="en-US" sz="1200" b="1" dirty="0"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CD13AD81-9D77-4840-BEEF-57179F7C5A87}"/>
                </a:ext>
              </a:extLst>
            </p:cNvPr>
            <p:cNvSpPr txBox="1"/>
            <p:nvPr/>
          </p:nvSpPr>
          <p:spPr>
            <a:xfrm>
              <a:off x="6465564" y="5843346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0.7933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9A42ED54-E154-45FD-9E22-F3DB582A0E2E}"/>
                </a:ext>
              </a:extLst>
            </p:cNvPr>
            <p:cNvSpPr txBox="1"/>
            <p:nvPr/>
          </p:nvSpPr>
          <p:spPr>
            <a:xfrm>
              <a:off x="6465564" y="381807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0.4844</a:t>
              </a:r>
              <a:r>
                <a:rPr lang="en-US" altLang="ko-KR" sz="1200" b="1" dirty="0"/>
                <a:t> 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DFE82EB6-8861-41EE-940F-7D3C39D3265A}"/>
                </a:ext>
              </a:extLst>
            </p:cNvPr>
            <p:cNvSpPr txBox="1"/>
            <p:nvPr/>
          </p:nvSpPr>
          <p:spPr>
            <a:xfrm>
              <a:off x="6472432" y="1812531"/>
              <a:ext cx="138457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 </a:t>
              </a:r>
              <a:r>
                <a:rPr lang="pt-BR" altLang="ko-KR" sz="1200" dirty="0">
                  <a:solidFill>
                    <a:srgbClr val="FF0000"/>
                  </a:solidFill>
                </a:rPr>
                <a:t>0.7989</a:t>
              </a:r>
              <a:endParaRPr lang="pt-BR" altLang="ko-KR" sz="1200" dirty="0"/>
            </a:p>
            <a:p>
              <a:pPr algn="ctr" latinLnBrk="1"/>
              <a:endParaRPr lang="ko-KR" altLang="en-US" sz="1200" b="1" dirty="0"/>
            </a:p>
          </p:txBody>
        </p:sp>
      </p:grpSp>
      <p:pic>
        <p:nvPicPr>
          <p:cNvPr id="2" name="그림 1">
            <a:extLst>
              <a:ext uri="{FF2B5EF4-FFF2-40B4-BE49-F238E27FC236}">
                <a16:creationId xmlns:a16="http://schemas.microsoft.com/office/drawing/2014/main" id="{B0427AF8-A21B-40FF-AA58-919893C3364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2163" y="1280084"/>
            <a:ext cx="3159109" cy="1263644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C8E7FF9E-DE29-4AC0-8F82-3948FDDFEB1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2163" y="3286680"/>
            <a:ext cx="3159109" cy="1263644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DA0938AC-6E22-4385-9FDE-48F6D147DC7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7603" y="5310793"/>
            <a:ext cx="3193669" cy="1277468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73A9FA09-4C55-4047-B157-8A89D4BA73F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27592" y="716172"/>
            <a:ext cx="3227450" cy="492774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9FB5B3B8-D3C4-426E-A3EB-702A5203B43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8002" y="2712227"/>
            <a:ext cx="3193671" cy="505397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B9D11161-F507-458B-AD75-9380CEEBB71E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95931" y="1280084"/>
            <a:ext cx="3159109" cy="1263644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6992310A-AF00-4935-B2D8-4BBC37A613D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8003" y="3279768"/>
            <a:ext cx="3193669" cy="1277468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CACBA84A-C766-4A99-A258-0B20ABAE2B3F}"/>
              </a:ext>
            </a:extLst>
          </p:cNvPr>
          <p:cNvGrpSpPr/>
          <p:nvPr/>
        </p:nvGrpSpPr>
        <p:grpSpPr>
          <a:xfrm>
            <a:off x="668867" y="1566310"/>
            <a:ext cx="1290420" cy="4587791"/>
            <a:chOff x="668867" y="1566310"/>
            <a:chExt cx="1290420" cy="4587791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FE13151-BA46-4219-A32A-22942F00BBFD}"/>
                </a:ext>
              </a:extLst>
            </p:cNvPr>
            <p:cNvSpPr txBox="1"/>
            <p:nvPr/>
          </p:nvSpPr>
          <p:spPr>
            <a:xfrm>
              <a:off x="668867" y="5537725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testdata_230711</a:t>
              </a:r>
              <a:endParaRPr lang="ko-KR" altLang="en-US" sz="1200" b="1" dirty="0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ADEB3EAB-0072-4095-8733-FFDDAD956D2E}"/>
                </a:ext>
              </a:extLst>
            </p:cNvPr>
            <p:cNvSpPr txBox="1"/>
            <p:nvPr/>
          </p:nvSpPr>
          <p:spPr>
            <a:xfrm>
              <a:off x="672354" y="35521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220712</a:t>
              </a:r>
              <a:endParaRPr lang="ko-KR" altLang="en-US" sz="1200" b="1" dirty="0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800CA63C-8DB7-46FE-A1FF-5C3332D9E9F6}"/>
                </a:ext>
              </a:extLst>
            </p:cNvPr>
            <p:cNvSpPr txBox="1"/>
            <p:nvPr/>
          </p:nvSpPr>
          <p:spPr>
            <a:xfrm>
              <a:off x="668867" y="15663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200802</a:t>
              </a:r>
              <a:endParaRPr lang="ko-KR" altLang="en-US" sz="1200" b="1" dirty="0"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F471D7EC-A786-472B-86DD-C4736DB62A39}"/>
                </a:ext>
              </a:extLst>
            </p:cNvPr>
            <p:cNvSpPr txBox="1"/>
            <p:nvPr/>
          </p:nvSpPr>
          <p:spPr>
            <a:xfrm>
              <a:off x="668867" y="5877102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pt-BR" altLang="ko-KR" sz="1200" dirty="0"/>
                <a:t>0.9119</a:t>
              </a:r>
              <a:endParaRPr lang="ko-KR" altLang="en-US" sz="1200" b="1" dirty="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CD3DAA8C-A351-4E6A-A57B-AB46DE11A446}"/>
                </a:ext>
              </a:extLst>
            </p:cNvPr>
            <p:cNvSpPr txBox="1"/>
            <p:nvPr/>
          </p:nvSpPr>
          <p:spPr>
            <a:xfrm>
              <a:off x="672354" y="38914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0.4645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53BFEBD7-87B5-494C-9DF1-3F7DF03D47F4}"/>
                </a:ext>
              </a:extLst>
            </p:cNvPr>
            <p:cNvSpPr txBox="1"/>
            <p:nvPr/>
          </p:nvSpPr>
          <p:spPr>
            <a:xfrm>
              <a:off x="668867" y="19056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pt-BR" altLang="ko-KR" sz="1200" dirty="0"/>
                <a:t>0.9176</a:t>
              </a:r>
              <a:r>
                <a:rPr lang="en-US" altLang="ko-KR" sz="1200" b="1" dirty="0"/>
                <a:t> </a:t>
              </a:r>
              <a:endParaRPr lang="ko-KR" altLang="en-US" sz="1200" b="1" dirty="0"/>
            </a:p>
          </p:txBody>
        </p:sp>
      </p:grpSp>
      <p:pic>
        <p:nvPicPr>
          <p:cNvPr id="32" name="그림 31">
            <a:extLst>
              <a:ext uri="{FF2B5EF4-FFF2-40B4-BE49-F238E27FC236}">
                <a16:creationId xmlns:a16="http://schemas.microsoft.com/office/drawing/2014/main" id="{48A1701F-1E76-4B9E-ACBC-A99B7B0DD0B3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27591" y="4747938"/>
            <a:ext cx="3227450" cy="497547"/>
          </a:xfrm>
          <a:prstGeom prst="rect">
            <a:avLst/>
          </a:prstGeom>
        </p:spPr>
      </p:pic>
      <p:pic>
        <p:nvPicPr>
          <p:cNvPr id="33" name="그림 32">
            <a:extLst>
              <a:ext uri="{FF2B5EF4-FFF2-40B4-BE49-F238E27FC236}">
                <a16:creationId xmlns:a16="http://schemas.microsoft.com/office/drawing/2014/main" id="{74A75D3F-9220-497E-9869-54399B35E038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61371" y="5310793"/>
            <a:ext cx="3193669" cy="1277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062460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3EE75E94-8FB8-4A98-A686-35BD1C52C7C5}"/>
              </a:ext>
            </a:extLst>
          </p:cNvPr>
          <p:cNvSpPr txBox="1"/>
          <p:nvPr/>
        </p:nvSpPr>
        <p:spPr>
          <a:xfrm>
            <a:off x="270933" y="230419"/>
            <a:ext cx="5689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rgbClr val="FF0000"/>
                </a:solidFill>
                <a:latin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</a:rPr>
              <a:t> </a:t>
            </a:r>
            <a:r>
              <a:rPr lang="en-US" altLang="ko-KR" sz="2000" b="1" dirty="0">
                <a:latin typeface="+mj-ea"/>
              </a:rPr>
              <a:t>– </a:t>
            </a:r>
            <a:r>
              <a:rPr lang="ko-KR" altLang="en-US" sz="2000" b="1" dirty="0">
                <a:latin typeface="+mj-ea"/>
              </a:rPr>
              <a:t>관심수위 </a:t>
            </a:r>
            <a:r>
              <a:rPr lang="en-US" altLang="ko-KR" sz="2000" b="1" dirty="0">
                <a:latin typeface="+mj-ea"/>
              </a:rPr>
              <a:t>( 20</a:t>
            </a:r>
            <a:r>
              <a:rPr lang="ko-KR" altLang="en-US" sz="2000" b="1" dirty="0">
                <a:latin typeface="+mj-ea"/>
              </a:rPr>
              <a:t>년 이후 </a:t>
            </a:r>
            <a:r>
              <a:rPr lang="en-US" altLang="ko-KR" sz="2000" b="1" dirty="0">
                <a:latin typeface="+mj-ea"/>
              </a:rPr>
              <a:t>)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</a:p>
        </p:txBody>
      </p:sp>
      <p:pic>
        <p:nvPicPr>
          <p:cNvPr id="44" name="그림 43">
            <a:extLst>
              <a:ext uri="{FF2B5EF4-FFF2-40B4-BE49-F238E27FC236}">
                <a16:creationId xmlns:a16="http://schemas.microsoft.com/office/drawing/2014/main" id="{B677A664-900B-45EC-B7ED-FED2250F1E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9883" y="689483"/>
            <a:ext cx="3227450" cy="542588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12E4B6C2-35C2-4C27-9869-ABC58B1417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3" y="2689402"/>
            <a:ext cx="3227450" cy="551047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06F1A1F7-B882-4681-B942-265A6276DF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9262" y="4721949"/>
            <a:ext cx="3227450" cy="549525"/>
          </a:xfrm>
          <a:prstGeom prst="rect">
            <a:avLst/>
          </a:prstGeom>
        </p:spPr>
      </p:pic>
      <p:grpSp>
        <p:nvGrpSpPr>
          <p:cNvPr id="6" name="그룹 5">
            <a:extLst>
              <a:ext uri="{FF2B5EF4-FFF2-40B4-BE49-F238E27FC236}">
                <a16:creationId xmlns:a16="http://schemas.microsoft.com/office/drawing/2014/main" id="{FC6DAE30-9462-4ECD-ACBF-CFEBE398D720}"/>
              </a:ext>
            </a:extLst>
          </p:cNvPr>
          <p:cNvGrpSpPr/>
          <p:nvPr/>
        </p:nvGrpSpPr>
        <p:grpSpPr>
          <a:xfrm>
            <a:off x="6465564" y="1473154"/>
            <a:ext cx="1391446" cy="4647191"/>
            <a:chOff x="6465564" y="1473154"/>
            <a:chExt cx="1391446" cy="4647191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FA255B5-0345-410B-80F9-2AFF909E4C46}"/>
                </a:ext>
              </a:extLst>
            </p:cNvPr>
            <p:cNvSpPr txBox="1"/>
            <p:nvPr/>
          </p:nvSpPr>
          <p:spPr>
            <a:xfrm>
              <a:off x="6465564" y="5503969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testdata_250814</a:t>
              </a:r>
              <a:endParaRPr lang="ko-KR" altLang="en-US" sz="1200" b="1" dirty="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749A747-00BF-4A4A-A0D9-CB38768F9B9A}"/>
                </a:ext>
              </a:extLst>
            </p:cNvPr>
            <p:cNvSpPr txBox="1"/>
            <p:nvPr/>
          </p:nvSpPr>
          <p:spPr>
            <a:xfrm>
              <a:off x="6465564" y="3478697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250716</a:t>
              </a:r>
              <a:endParaRPr lang="ko-KR" altLang="en-US" sz="1200" b="1" dirty="0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3780478-A6EF-4462-AD5A-1F9DE5B39403}"/>
                </a:ext>
              </a:extLst>
            </p:cNvPr>
            <p:cNvSpPr txBox="1"/>
            <p:nvPr/>
          </p:nvSpPr>
          <p:spPr>
            <a:xfrm>
              <a:off x="6472432" y="147315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240723</a:t>
              </a:r>
              <a:endParaRPr lang="ko-KR" altLang="en-US" sz="1200" b="1" dirty="0"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CD13AD81-9D77-4840-BEEF-57179F7C5A87}"/>
                </a:ext>
              </a:extLst>
            </p:cNvPr>
            <p:cNvSpPr txBox="1"/>
            <p:nvPr/>
          </p:nvSpPr>
          <p:spPr>
            <a:xfrm>
              <a:off x="6465564" y="5843346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pt-BR" altLang="ko-KR" sz="1200" dirty="0"/>
                <a:t>0.8250</a:t>
              </a:r>
              <a:endParaRPr lang="ko-KR" altLang="en-US" sz="1200" b="1" dirty="0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9A42ED54-E154-45FD-9E22-F3DB582A0E2E}"/>
                </a:ext>
              </a:extLst>
            </p:cNvPr>
            <p:cNvSpPr txBox="1"/>
            <p:nvPr/>
          </p:nvSpPr>
          <p:spPr>
            <a:xfrm>
              <a:off x="6465564" y="381807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pt-BR" altLang="ko-KR" sz="1200" dirty="0">
                  <a:solidFill>
                    <a:srgbClr val="FF0000"/>
                  </a:solidFill>
                </a:rPr>
                <a:t>0.6535</a:t>
              </a:r>
              <a:endParaRPr lang="ko-KR" altLang="en-US" sz="1200" b="1" dirty="0"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DFE82EB6-8861-41EE-940F-7D3C39D3265A}"/>
                </a:ext>
              </a:extLst>
            </p:cNvPr>
            <p:cNvSpPr txBox="1"/>
            <p:nvPr/>
          </p:nvSpPr>
          <p:spPr>
            <a:xfrm>
              <a:off x="6472432" y="1812531"/>
              <a:ext cx="138457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pt-BR" altLang="ko-KR" sz="1200" dirty="0">
                  <a:solidFill>
                    <a:srgbClr val="FF0000"/>
                  </a:solidFill>
                </a:rPr>
                <a:t>0.7457</a:t>
              </a:r>
              <a:endParaRPr lang="pt-BR" altLang="ko-KR" sz="1200" dirty="0"/>
            </a:p>
            <a:p>
              <a:pPr algn="ctr" latinLnBrk="1"/>
              <a:endParaRPr lang="ko-KR" altLang="en-US" sz="1200" b="1" dirty="0"/>
            </a:p>
          </p:txBody>
        </p:sp>
      </p:grpSp>
      <p:pic>
        <p:nvPicPr>
          <p:cNvPr id="2" name="그림 1">
            <a:extLst>
              <a:ext uri="{FF2B5EF4-FFF2-40B4-BE49-F238E27FC236}">
                <a16:creationId xmlns:a16="http://schemas.microsoft.com/office/drawing/2014/main" id="{B0427AF8-A21B-40FF-AA58-919893C3364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0198" y="1280084"/>
            <a:ext cx="3159110" cy="1263644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C8E7FF9E-DE29-4AC0-8F82-3948FDDFEB1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7602" y="3286680"/>
            <a:ext cx="3159110" cy="1263644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DA0938AC-6E22-4385-9FDE-48F6D147DC7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3" y="5310950"/>
            <a:ext cx="3192889" cy="1277155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73A9FA09-4C55-4047-B157-8A89D4BA73F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3" y="716172"/>
            <a:ext cx="3227450" cy="492774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9FB5B3B8-D3C4-426E-A3EB-702A5203B43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3" y="2712227"/>
            <a:ext cx="3227450" cy="505397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6006C84D-618D-4489-8E29-C63A6FBD5D6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9662" y="4745885"/>
            <a:ext cx="3227450" cy="501653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B9D11161-F507-458B-AD75-9380CEEBB71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2563" y="1280084"/>
            <a:ext cx="3159110" cy="1263644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6992310A-AF00-4935-B2D8-4BBC37A613D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2563" y="3286680"/>
            <a:ext cx="3159110" cy="1263644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5414DBF1-66B4-428D-8122-CBEC2AC62BCA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3" y="5313745"/>
            <a:ext cx="3178910" cy="1271564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CACBA84A-C766-4A99-A258-0B20ABAE2B3F}"/>
              </a:ext>
            </a:extLst>
          </p:cNvPr>
          <p:cNvGrpSpPr/>
          <p:nvPr/>
        </p:nvGrpSpPr>
        <p:grpSpPr>
          <a:xfrm>
            <a:off x="668867" y="1566310"/>
            <a:ext cx="1290420" cy="4587791"/>
            <a:chOff x="668867" y="1566310"/>
            <a:chExt cx="1290420" cy="4587791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FE13151-BA46-4219-A32A-22942F00BBFD}"/>
                </a:ext>
              </a:extLst>
            </p:cNvPr>
            <p:cNvSpPr txBox="1"/>
            <p:nvPr/>
          </p:nvSpPr>
          <p:spPr>
            <a:xfrm>
              <a:off x="668867" y="5537725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testdata_230711</a:t>
              </a:r>
              <a:endParaRPr lang="ko-KR" altLang="en-US" sz="1200" b="1" dirty="0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ADEB3EAB-0072-4095-8733-FFDDAD956D2E}"/>
                </a:ext>
              </a:extLst>
            </p:cNvPr>
            <p:cNvSpPr txBox="1"/>
            <p:nvPr/>
          </p:nvSpPr>
          <p:spPr>
            <a:xfrm>
              <a:off x="672354" y="35521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220712</a:t>
              </a:r>
              <a:endParaRPr lang="ko-KR" altLang="en-US" sz="1200" b="1" dirty="0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800CA63C-8DB7-46FE-A1FF-5C3332D9E9F6}"/>
                </a:ext>
              </a:extLst>
            </p:cNvPr>
            <p:cNvSpPr txBox="1"/>
            <p:nvPr/>
          </p:nvSpPr>
          <p:spPr>
            <a:xfrm>
              <a:off x="668867" y="15663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200802</a:t>
              </a:r>
              <a:endParaRPr lang="ko-KR" altLang="en-US" sz="1200" b="1" dirty="0"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F471D7EC-A786-472B-86DD-C4736DB62A39}"/>
                </a:ext>
              </a:extLst>
            </p:cNvPr>
            <p:cNvSpPr txBox="1"/>
            <p:nvPr/>
          </p:nvSpPr>
          <p:spPr>
            <a:xfrm>
              <a:off x="668867" y="5877102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pt-BR" altLang="ko-KR" sz="1200" dirty="0">
                  <a:solidFill>
                    <a:srgbClr val="FF0000"/>
                  </a:solidFill>
                </a:rPr>
                <a:t>0.7765</a:t>
              </a:r>
              <a:endParaRPr lang="ko-KR" altLang="en-US" sz="1200" b="1" dirty="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CD3DAA8C-A351-4E6A-A57B-AB46DE11A446}"/>
                </a:ext>
              </a:extLst>
            </p:cNvPr>
            <p:cNvSpPr txBox="1"/>
            <p:nvPr/>
          </p:nvSpPr>
          <p:spPr>
            <a:xfrm>
              <a:off x="672354" y="38914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0.2350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53BFEBD7-87B5-494C-9DF1-3F7DF03D47F4}"/>
                </a:ext>
              </a:extLst>
            </p:cNvPr>
            <p:cNvSpPr txBox="1"/>
            <p:nvPr/>
          </p:nvSpPr>
          <p:spPr>
            <a:xfrm>
              <a:off x="668867" y="19056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pt-BR" altLang="ko-KR" sz="1200" dirty="0"/>
                <a:t>0.9610</a:t>
              </a:r>
              <a:endParaRPr lang="ko-KR" altLang="en-US" sz="12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99249285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3EE75E94-8FB8-4A98-A686-35BD1C52C7C5}"/>
              </a:ext>
            </a:extLst>
          </p:cNvPr>
          <p:cNvSpPr txBox="1"/>
          <p:nvPr/>
        </p:nvSpPr>
        <p:spPr>
          <a:xfrm>
            <a:off x="270933" y="230419"/>
            <a:ext cx="5689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rgbClr val="FF0000"/>
                </a:solidFill>
                <a:latin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</a:rPr>
              <a:t> </a:t>
            </a:r>
            <a:r>
              <a:rPr lang="en-US" altLang="ko-KR" sz="2000" b="1" dirty="0">
                <a:latin typeface="+mj-ea"/>
              </a:rPr>
              <a:t>– </a:t>
            </a:r>
            <a:r>
              <a:rPr lang="ko-KR" altLang="en-US" sz="2000" b="1" dirty="0">
                <a:latin typeface="+mj-ea"/>
              </a:rPr>
              <a:t>관심수위 </a:t>
            </a:r>
            <a:r>
              <a:rPr lang="en-US" altLang="ko-KR" sz="2000" b="1" dirty="0">
                <a:latin typeface="+mj-ea"/>
              </a:rPr>
              <a:t>( 20</a:t>
            </a:r>
            <a:r>
              <a:rPr lang="ko-KR" altLang="en-US" sz="2000" b="1" dirty="0">
                <a:latin typeface="+mj-ea"/>
              </a:rPr>
              <a:t>년 이후 </a:t>
            </a:r>
            <a:r>
              <a:rPr lang="en-US" altLang="ko-KR" sz="2000" b="1" dirty="0">
                <a:latin typeface="+mj-ea"/>
              </a:rPr>
              <a:t>+ </a:t>
            </a:r>
            <a:r>
              <a:rPr lang="ko-KR" altLang="en-US" sz="2000" b="1" dirty="0" err="1">
                <a:latin typeface="+mj-ea"/>
              </a:rPr>
              <a:t>누적강우</a:t>
            </a:r>
            <a:r>
              <a:rPr lang="ko-KR" altLang="en-US" sz="2000" b="1" dirty="0">
                <a:latin typeface="+mj-ea"/>
              </a:rPr>
              <a:t> </a:t>
            </a:r>
            <a:r>
              <a:rPr lang="en-US" altLang="ko-KR" sz="2000" b="1" dirty="0">
                <a:latin typeface="+mj-ea"/>
              </a:rPr>
              <a:t>)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FC6DAE30-9462-4ECD-ACBF-CFEBE398D720}"/>
              </a:ext>
            </a:extLst>
          </p:cNvPr>
          <p:cNvGrpSpPr/>
          <p:nvPr/>
        </p:nvGrpSpPr>
        <p:grpSpPr>
          <a:xfrm>
            <a:off x="6465564" y="1473154"/>
            <a:ext cx="1391446" cy="4647191"/>
            <a:chOff x="6465564" y="1473154"/>
            <a:chExt cx="1391446" cy="4647191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FA255B5-0345-410B-80F9-2AFF909E4C46}"/>
                </a:ext>
              </a:extLst>
            </p:cNvPr>
            <p:cNvSpPr txBox="1"/>
            <p:nvPr/>
          </p:nvSpPr>
          <p:spPr>
            <a:xfrm>
              <a:off x="6465564" y="5503969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testdata_250814</a:t>
              </a:r>
              <a:endParaRPr lang="ko-KR" altLang="en-US" sz="1200" b="1" dirty="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749A747-00BF-4A4A-A0D9-CB38768F9B9A}"/>
                </a:ext>
              </a:extLst>
            </p:cNvPr>
            <p:cNvSpPr txBox="1"/>
            <p:nvPr/>
          </p:nvSpPr>
          <p:spPr>
            <a:xfrm>
              <a:off x="6465564" y="3478697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250716</a:t>
              </a:r>
              <a:endParaRPr lang="ko-KR" altLang="en-US" sz="1200" b="1" dirty="0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3780478-A6EF-4462-AD5A-1F9DE5B39403}"/>
                </a:ext>
              </a:extLst>
            </p:cNvPr>
            <p:cNvSpPr txBox="1"/>
            <p:nvPr/>
          </p:nvSpPr>
          <p:spPr>
            <a:xfrm>
              <a:off x="6472432" y="147315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240723</a:t>
              </a:r>
              <a:endParaRPr lang="ko-KR" altLang="en-US" sz="1200" b="1" dirty="0"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CD13AD81-9D77-4840-BEEF-57179F7C5A87}"/>
                </a:ext>
              </a:extLst>
            </p:cNvPr>
            <p:cNvSpPr txBox="1"/>
            <p:nvPr/>
          </p:nvSpPr>
          <p:spPr>
            <a:xfrm>
              <a:off x="6465564" y="5843346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pt-BR" altLang="ko-KR" sz="1200" dirty="0"/>
                <a:t>0.9146</a:t>
              </a:r>
              <a:endParaRPr lang="ko-KR" altLang="en-US" sz="1200" b="1" dirty="0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9A42ED54-E154-45FD-9E22-F3DB582A0E2E}"/>
                </a:ext>
              </a:extLst>
            </p:cNvPr>
            <p:cNvSpPr txBox="1"/>
            <p:nvPr/>
          </p:nvSpPr>
          <p:spPr>
            <a:xfrm>
              <a:off x="6465564" y="381807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pt-BR" altLang="ko-KR" sz="1200" dirty="0">
                  <a:solidFill>
                    <a:srgbClr val="FF0000"/>
                  </a:solidFill>
                </a:rPr>
                <a:t>0.7551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DFE82EB6-8861-41EE-940F-7D3C39D3265A}"/>
                </a:ext>
              </a:extLst>
            </p:cNvPr>
            <p:cNvSpPr txBox="1"/>
            <p:nvPr/>
          </p:nvSpPr>
          <p:spPr>
            <a:xfrm>
              <a:off x="6472432" y="1812531"/>
              <a:ext cx="138457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pt-BR" altLang="ko-KR" sz="1200" dirty="0">
                  <a:solidFill>
                    <a:srgbClr val="FF0000"/>
                  </a:solidFill>
                </a:rPr>
                <a:t>0.6904</a:t>
              </a:r>
              <a:endParaRPr lang="pt-BR" altLang="ko-KR" sz="1200" dirty="0"/>
            </a:p>
            <a:p>
              <a:pPr algn="ctr" latinLnBrk="1"/>
              <a:endParaRPr lang="ko-KR" altLang="en-US" sz="1200" b="1" dirty="0"/>
            </a:p>
          </p:txBody>
        </p:sp>
      </p:grpSp>
      <p:pic>
        <p:nvPicPr>
          <p:cNvPr id="2" name="그림 1">
            <a:extLst>
              <a:ext uri="{FF2B5EF4-FFF2-40B4-BE49-F238E27FC236}">
                <a16:creationId xmlns:a16="http://schemas.microsoft.com/office/drawing/2014/main" id="{B0427AF8-A21B-40FF-AA58-919893C336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2164" y="1280084"/>
            <a:ext cx="3159109" cy="1263644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C8E7FF9E-DE29-4AC0-8F82-3948FDDFEB1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2163" y="3286680"/>
            <a:ext cx="3159109" cy="1263644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DA0938AC-6E22-4385-9FDE-48F6D147DC7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2163" y="5317705"/>
            <a:ext cx="3159109" cy="1263644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B9D11161-F507-458B-AD75-9380CEEBB71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2564" y="1280084"/>
            <a:ext cx="3159109" cy="1263644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6992310A-AF00-4935-B2D8-4BBC37A613D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2563" y="3286680"/>
            <a:ext cx="3159109" cy="1263644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CACBA84A-C766-4A99-A258-0B20ABAE2B3F}"/>
              </a:ext>
            </a:extLst>
          </p:cNvPr>
          <p:cNvGrpSpPr/>
          <p:nvPr/>
        </p:nvGrpSpPr>
        <p:grpSpPr>
          <a:xfrm>
            <a:off x="668867" y="1566310"/>
            <a:ext cx="1290420" cy="4587791"/>
            <a:chOff x="668867" y="1566310"/>
            <a:chExt cx="1290420" cy="4587791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FE13151-BA46-4219-A32A-22942F00BBFD}"/>
                </a:ext>
              </a:extLst>
            </p:cNvPr>
            <p:cNvSpPr txBox="1"/>
            <p:nvPr/>
          </p:nvSpPr>
          <p:spPr>
            <a:xfrm>
              <a:off x="668867" y="5537725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testdata_230711</a:t>
              </a:r>
              <a:endParaRPr lang="ko-KR" altLang="en-US" sz="1200" b="1" dirty="0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ADEB3EAB-0072-4095-8733-FFDDAD956D2E}"/>
                </a:ext>
              </a:extLst>
            </p:cNvPr>
            <p:cNvSpPr txBox="1"/>
            <p:nvPr/>
          </p:nvSpPr>
          <p:spPr>
            <a:xfrm>
              <a:off x="672354" y="35521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220712</a:t>
              </a:r>
              <a:endParaRPr lang="ko-KR" altLang="en-US" sz="1200" b="1" dirty="0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800CA63C-8DB7-46FE-A1FF-5C3332D9E9F6}"/>
                </a:ext>
              </a:extLst>
            </p:cNvPr>
            <p:cNvSpPr txBox="1"/>
            <p:nvPr/>
          </p:nvSpPr>
          <p:spPr>
            <a:xfrm>
              <a:off x="668867" y="15663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200802</a:t>
              </a:r>
              <a:endParaRPr lang="ko-KR" altLang="en-US" sz="1200" b="1" dirty="0"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F471D7EC-A786-472B-86DD-C4736DB62A39}"/>
                </a:ext>
              </a:extLst>
            </p:cNvPr>
            <p:cNvSpPr txBox="1"/>
            <p:nvPr/>
          </p:nvSpPr>
          <p:spPr>
            <a:xfrm>
              <a:off x="668867" y="5877102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pt-BR" altLang="ko-KR" sz="1200" dirty="0">
                  <a:solidFill>
                    <a:srgbClr val="FF0000"/>
                  </a:solidFill>
                </a:rPr>
                <a:t>0.6441</a:t>
              </a:r>
              <a:endParaRPr lang="ko-KR" altLang="en-US" sz="1200" b="1" dirty="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CD3DAA8C-A351-4E6A-A57B-AB46DE11A446}"/>
                </a:ext>
              </a:extLst>
            </p:cNvPr>
            <p:cNvSpPr txBox="1"/>
            <p:nvPr/>
          </p:nvSpPr>
          <p:spPr>
            <a:xfrm>
              <a:off x="672354" y="38914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0.2055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53BFEBD7-87B5-494C-9DF1-3F7DF03D47F4}"/>
                </a:ext>
              </a:extLst>
            </p:cNvPr>
            <p:cNvSpPr txBox="1"/>
            <p:nvPr/>
          </p:nvSpPr>
          <p:spPr>
            <a:xfrm>
              <a:off x="668867" y="19056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pt-BR" altLang="ko-KR" sz="1200" dirty="0"/>
                <a:t>0.9407</a:t>
              </a:r>
              <a:endParaRPr lang="ko-KR" altLang="en-US" sz="1200" b="1" dirty="0"/>
            </a:p>
          </p:txBody>
        </p:sp>
      </p:grpSp>
      <p:pic>
        <p:nvPicPr>
          <p:cNvPr id="33" name="그림 32">
            <a:extLst>
              <a:ext uri="{FF2B5EF4-FFF2-40B4-BE49-F238E27FC236}">
                <a16:creationId xmlns:a16="http://schemas.microsoft.com/office/drawing/2014/main" id="{74A75D3F-9220-497E-9869-54399B35E03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62152" y="5310949"/>
            <a:ext cx="3192889" cy="1277156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181FA7FA-DE3D-4CCE-850D-CA118039758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7601" y="689483"/>
            <a:ext cx="3193671" cy="542588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AAD2037F-DF4F-4342-BE96-B2AC03983B2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7601" y="2689402"/>
            <a:ext cx="3193671" cy="551047"/>
          </a:xfrm>
          <a:prstGeom prst="rect">
            <a:avLst/>
          </a:prstGeom>
        </p:spPr>
      </p:pic>
      <p:pic>
        <p:nvPicPr>
          <p:cNvPr id="36" name="그림 35">
            <a:extLst>
              <a:ext uri="{FF2B5EF4-FFF2-40B4-BE49-F238E27FC236}">
                <a16:creationId xmlns:a16="http://schemas.microsoft.com/office/drawing/2014/main" id="{9C19C334-D124-4905-996E-534B71F080FA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2" y="4721949"/>
            <a:ext cx="3227450" cy="549525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D01F57E0-CDE7-44EB-891C-A0C7E98A3A85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27592" y="716172"/>
            <a:ext cx="3227450" cy="492774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C2E71C2E-7FE6-4714-9296-CF68E43F6281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8002" y="2712227"/>
            <a:ext cx="3193671" cy="505397"/>
          </a:xfrm>
          <a:prstGeom prst="rect">
            <a:avLst/>
          </a:prstGeom>
        </p:spPr>
      </p:pic>
      <p:pic>
        <p:nvPicPr>
          <p:cNvPr id="43" name="그림 42">
            <a:extLst>
              <a:ext uri="{FF2B5EF4-FFF2-40B4-BE49-F238E27FC236}">
                <a16:creationId xmlns:a16="http://schemas.microsoft.com/office/drawing/2014/main" id="{2D10959B-B62D-471F-A785-0519BB7F9FC5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27591" y="4747938"/>
            <a:ext cx="3227450" cy="4975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409814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3EE75E94-8FB8-4A98-A686-35BD1C52C7C5}"/>
              </a:ext>
            </a:extLst>
          </p:cNvPr>
          <p:cNvSpPr txBox="1"/>
          <p:nvPr/>
        </p:nvSpPr>
        <p:spPr>
          <a:xfrm>
            <a:off x="1545948" y="3257983"/>
            <a:ext cx="15933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>
                <a:latin typeface="+mj-ea"/>
              </a:rPr>
              <a:t>전체 강우</a:t>
            </a:r>
            <a:endParaRPr lang="en-US" altLang="ko-KR" sz="1200" b="1" dirty="0">
              <a:latin typeface="+mj-ea"/>
            </a:endParaRPr>
          </a:p>
        </p:txBody>
      </p:sp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0C768C90-0DD3-49D7-B6B6-D6D3689110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0626659"/>
              </p:ext>
            </p:extLst>
          </p:nvPr>
        </p:nvGraphicFramePr>
        <p:xfrm>
          <a:off x="1545948" y="3565760"/>
          <a:ext cx="1520444" cy="294894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772414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748030">
                  <a:extLst>
                    <a:ext uri="{9D8B030D-6E8A-4147-A177-3AD203B41FA5}">
                      <a16:colId xmlns:a16="http://schemas.microsoft.com/office/drawing/2014/main" val="1089401187"/>
                    </a:ext>
                  </a:extLst>
                </a:gridCol>
              </a:tblGrid>
              <a:tr h="3530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>
                          <a:solidFill>
                            <a:schemeClr val="bg1"/>
                          </a:solidFill>
                        </a:rPr>
                        <a:t>R2</a:t>
                      </a:r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 err="1">
                          <a:solidFill>
                            <a:schemeClr val="bg1"/>
                          </a:solidFill>
                        </a:rPr>
                        <a:t>대곡교</a:t>
                      </a:r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Test data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b="1" dirty="0"/>
                        <a:t>전체 강우</a:t>
                      </a:r>
                      <a:endParaRPr lang="pt-BR" altLang="ko-KR" sz="10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11457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20.08.02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dirty="0">
                          <a:solidFill>
                            <a:schemeClr val="tx1"/>
                          </a:solidFill>
                        </a:rPr>
                        <a:t>0.8737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22.07.12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rgbClr val="FF0000"/>
                          </a:solidFill>
                        </a:rPr>
                        <a:t>0.7555</a:t>
                      </a:r>
                      <a:endParaRPr lang="ko-KR" altLang="en-US" sz="1200" b="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23.07.11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rgbClr val="FF0000"/>
                          </a:solidFill>
                        </a:rPr>
                        <a:t>0.7992</a:t>
                      </a:r>
                      <a:endParaRPr lang="ko-KR" altLang="en-US" sz="1200" b="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>
                          <a:solidFill>
                            <a:schemeClr val="tx1"/>
                          </a:solidFill>
                        </a:rPr>
                        <a:t>24.07.23</a:t>
                      </a:r>
                      <a:endParaRPr lang="ko-KR" altLang="en-US" sz="1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rgbClr val="FF0000"/>
                          </a:solidFill>
                        </a:rPr>
                        <a:t>0.1336</a:t>
                      </a:r>
                      <a:endParaRPr lang="ko-KR" altLang="en-US" sz="1200" b="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896286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25.07.16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0.8864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946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25.08.14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0.8356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67107547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5D6EE5BE-F42F-456B-844D-95F45ACEAA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8506206"/>
              </p:ext>
            </p:extLst>
          </p:nvPr>
        </p:nvGraphicFramePr>
        <p:xfrm>
          <a:off x="3559248" y="3565761"/>
          <a:ext cx="1530985" cy="294894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719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  <a:gridCol w="811530">
                  <a:extLst>
                    <a:ext uri="{9D8B030D-6E8A-4147-A177-3AD203B41FA5}">
                      <a16:colId xmlns:a16="http://schemas.microsoft.com/office/drawing/2014/main" val="1089401187"/>
                    </a:ext>
                  </a:extLst>
                </a:gridCol>
              </a:tblGrid>
              <a:tr h="35306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 err="1">
                          <a:solidFill>
                            <a:schemeClr val="bg1"/>
                          </a:solidFill>
                        </a:rPr>
                        <a:t>대곡교</a:t>
                      </a:r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00" b="1" dirty="0"/>
                        <a:t>관심수위</a:t>
                      </a:r>
                      <a:endParaRPr lang="pt-BR" altLang="ko-KR" sz="10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000" b="1" dirty="0"/>
                        <a:t>+ </a:t>
                      </a:r>
                      <a:r>
                        <a:rPr lang="ko-KR" altLang="en-US" sz="1000" b="1" dirty="0" err="1"/>
                        <a:t>누적강우</a:t>
                      </a:r>
                      <a:endParaRPr lang="pt-BR" altLang="ko-KR" sz="10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11457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dirty="0">
                          <a:solidFill>
                            <a:schemeClr val="tx1"/>
                          </a:solidFill>
                        </a:rPr>
                        <a:t>0.9090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dirty="0">
                          <a:solidFill>
                            <a:schemeClr val="tx1"/>
                          </a:solidFill>
                        </a:rPr>
                        <a:t>0.9422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rgbClr val="FF0000"/>
                          </a:solidFill>
                        </a:rPr>
                        <a:t>0.5072</a:t>
                      </a:r>
                      <a:endParaRPr lang="ko-KR" altLang="en-US" sz="1200" b="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rgbClr val="FF0000"/>
                          </a:solidFill>
                        </a:rPr>
                        <a:t>0.6228</a:t>
                      </a:r>
                      <a:endParaRPr lang="ko-KR" altLang="en-US" sz="1200" b="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0.8436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0.8492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rgbClr val="FF0000"/>
                          </a:solidFill>
                        </a:rPr>
                        <a:t>0.5396</a:t>
                      </a:r>
                      <a:endParaRPr lang="ko-KR" altLang="en-US" sz="1200" b="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rgbClr val="FF0000"/>
                          </a:solidFill>
                        </a:rPr>
                        <a:t>0.5213</a:t>
                      </a:r>
                      <a:endParaRPr lang="ko-KR" altLang="en-US" sz="1200" b="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896286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0.9218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0.9162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946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0.9005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0.8923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67107547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7981C971-C31C-4B79-AD72-BB1B92F2435C}"/>
              </a:ext>
            </a:extLst>
          </p:cNvPr>
          <p:cNvSpPr txBox="1"/>
          <p:nvPr/>
        </p:nvSpPr>
        <p:spPr>
          <a:xfrm>
            <a:off x="3559248" y="3257983"/>
            <a:ext cx="12111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>
                <a:latin typeface="+mj-ea"/>
              </a:rPr>
              <a:t>관심수위</a:t>
            </a:r>
            <a:endParaRPr lang="en-US" altLang="ko-KR" sz="1200" b="1" dirty="0">
              <a:latin typeface="+mj-ea"/>
            </a:endParaRPr>
          </a:p>
        </p:txBody>
      </p:sp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6FF0AEB6-95BA-4C70-ABFE-4364BC76F0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6035748"/>
              </p:ext>
            </p:extLst>
          </p:nvPr>
        </p:nvGraphicFramePr>
        <p:xfrm>
          <a:off x="5588565" y="3565760"/>
          <a:ext cx="1591310" cy="294894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779780">
                  <a:extLst>
                    <a:ext uri="{9D8B030D-6E8A-4147-A177-3AD203B41FA5}">
                      <a16:colId xmlns:a16="http://schemas.microsoft.com/office/drawing/2014/main" val="576727695"/>
                    </a:ext>
                  </a:extLst>
                </a:gridCol>
                <a:gridCol w="811530">
                  <a:extLst>
                    <a:ext uri="{9D8B030D-6E8A-4147-A177-3AD203B41FA5}">
                      <a16:colId xmlns:a16="http://schemas.microsoft.com/office/drawing/2014/main" val="2478809025"/>
                    </a:ext>
                  </a:extLst>
                </a:gridCol>
              </a:tblGrid>
              <a:tr h="35306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 err="1">
                          <a:solidFill>
                            <a:schemeClr val="bg1"/>
                          </a:solidFill>
                        </a:rPr>
                        <a:t>대곡교</a:t>
                      </a:r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000" b="1" dirty="0"/>
                        <a:t>20</a:t>
                      </a:r>
                      <a:r>
                        <a:rPr lang="ko-KR" altLang="en-US" sz="1000" b="1" dirty="0"/>
                        <a:t>년 이후 </a:t>
                      </a:r>
                      <a:endParaRPr lang="pt-BR" altLang="ko-KR" sz="10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000" b="1" dirty="0"/>
                        <a:t>+ </a:t>
                      </a:r>
                      <a:r>
                        <a:rPr lang="ko-KR" altLang="en-US" sz="1000" b="1" dirty="0" err="1"/>
                        <a:t>누적강우</a:t>
                      </a:r>
                      <a:endParaRPr lang="pt-BR" altLang="ko-KR" sz="10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11457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dirty="0">
                          <a:solidFill>
                            <a:schemeClr val="tx1"/>
                          </a:solidFill>
                        </a:rPr>
                        <a:t>0.9578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dirty="0">
                          <a:solidFill>
                            <a:schemeClr val="tx1"/>
                          </a:solidFill>
                        </a:rPr>
                        <a:t>0.9719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rgbClr val="FF0000"/>
                          </a:solidFill>
                        </a:rPr>
                        <a:t>0.3842</a:t>
                      </a:r>
                      <a:endParaRPr lang="ko-KR" altLang="en-US" sz="1200" b="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rgbClr val="FF0000"/>
                          </a:solidFill>
                        </a:rPr>
                        <a:t>0.5927</a:t>
                      </a:r>
                      <a:endParaRPr lang="ko-KR" altLang="en-US" sz="1200" b="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rgbClr val="FF0000"/>
                          </a:solidFill>
                        </a:rPr>
                        <a:t>0.7163</a:t>
                      </a:r>
                      <a:endParaRPr lang="ko-KR" altLang="en-US" sz="1200" b="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rgbClr val="FF0000"/>
                          </a:solidFill>
                        </a:rPr>
                        <a:t>0.7324</a:t>
                      </a:r>
                      <a:endParaRPr lang="ko-KR" altLang="en-US" sz="1200" b="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rgbClr val="FF0000"/>
                          </a:solidFill>
                        </a:rPr>
                        <a:t>0.4315</a:t>
                      </a:r>
                      <a:endParaRPr lang="ko-KR" altLang="en-US" sz="1200" b="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rgbClr val="FF0000"/>
                          </a:solidFill>
                        </a:rPr>
                        <a:t>0.3858</a:t>
                      </a:r>
                      <a:endParaRPr lang="ko-KR" altLang="en-US" sz="1200" b="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896286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0.9106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0.9196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946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0.9172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0.9006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67107547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206CEEFF-20C6-4110-BC2F-A5F4BD03E4A3}"/>
              </a:ext>
            </a:extLst>
          </p:cNvPr>
          <p:cNvSpPr txBox="1"/>
          <p:nvPr/>
        </p:nvSpPr>
        <p:spPr>
          <a:xfrm>
            <a:off x="5583089" y="3257983"/>
            <a:ext cx="138176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>
                <a:latin typeface="+mj-ea"/>
              </a:rPr>
              <a:t>20</a:t>
            </a:r>
            <a:r>
              <a:rPr lang="ko-KR" altLang="en-US" sz="1200" b="1" dirty="0">
                <a:latin typeface="+mj-ea"/>
              </a:rPr>
              <a:t>년 이후</a:t>
            </a:r>
            <a:endParaRPr lang="en-US" altLang="ko-KR" sz="1200" b="1" dirty="0">
              <a:latin typeface="+mj-ea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581E907-AD69-4D33-9927-380F4FE08FAD}"/>
              </a:ext>
            </a:extLst>
          </p:cNvPr>
          <p:cNvSpPr txBox="1"/>
          <p:nvPr/>
        </p:nvSpPr>
        <p:spPr>
          <a:xfrm>
            <a:off x="622385" y="850612"/>
            <a:ext cx="78996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latin typeface="+mj-ea"/>
              </a:rPr>
              <a:t>대곡교</a:t>
            </a:r>
            <a:endParaRPr lang="en-US" altLang="ko-KR" sz="2000" b="1" dirty="0">
              <a:latin typeface="+mj-ea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12B4992-2BCB-4C46-AB8E-862DCC1DD6B7}"/>
              </a:ext>
            </a:extLst>
          </p:cNvPr>
          <p:cNvSpPr txBox="1"/>
          <p:nvPr/>
        </p:nvSpPr>
        <p:spPr>
          <a:xfrm>
            <a:off x="499533" y="1389410"/>
            <a:ext cx="9037995" cy="142999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0" tIns="216000" rtlCol="0" anchor="t"/>
          <a:lstStyle>
            <a:defPPr>
              <a:defRPr lang="en-US"/>
            </a:defPPr>
            <a:lvl1pPr marL="363538" indent="-188913" defTabSz="1166646" eaLnBrk="0" hangingPunct="0">
              <a:spcAft>
                <a:spcPts val="526"/>
              </a:spcAft>
              <a:buSzPct val="100000"/>
              <a:buBlip>
                <a:blip r:embed="rId2"/>
              </a:buBlip>
              <a:defRPr sz="1400" b="1" kern="0" spc="-88">
                <a:ln>
                  <a:solidFill>
                    <a:srgbClr val="44546A">
                      <a:lumMod val="60000"/>
                      <a:lumOff val="40000"/>
                      <a:alpha val="0"/>
                    </a:srgbClr>
                  </a:solidFill>
                </a:ln>
                <a:solidFill>
                  <a:schemeClr val="accent1">
                    <a:lumMod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ko-KR" altLang="en-US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전체 강우 기반 학습 시 일반적인 이벤트에서는 높은 </a:t>
            </a:r>
            <a:r>
              <a:rPr lang="en-US" altLang="ko-KR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R²</a:t>
            </a:r>
          </a:p>
          <a:p>
            <a:r>
              <a:rPr lang="ko-KR" altLang="en-US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일부 이벤트에서는 완만한 상승</a:t>
            </a:r>
            <a:r>
              <a:rPr lang="en-US" altLang="ko-KR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·</a:t>
            </a:r>
            <a:r>
              <a:rPr lang="ko-KR" altLang="en-US" dirty="0">
                <a:solidFill>
                  <a:schemeClr val="bg2">
                    <a:lumMod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지연 특성으로 인해 성능 저하</a:t>
            </a:r>
            <a:endParaRPr lang="en-US" altLang="ko-KR" dirty="0">
              <a:solidFill>
                <a:schemeClr val="bg2">
                  <a:lumMod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7885049-CF89-428F-8947-2F5039D718F6}"/>
              </a:ext>
            </a:extLst>
          </p:cNvPr>
          <p:cNvSpPr txBox="1"/>
          <p:nvPr/>
        </p:nvSpPr>
        <p:spPr>
          <a:xfrm>
            <a:off x="470683" y="2819400"/>
            <a:ext cx="15933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>
                <a:latin typeface="+mj-ea"/>
              </a:rPr>
              <a:t>-</a:t>
            </a:r>
            <a:r>
              <a:rPr lang="ko-KR" altLang="en-US" sz="1200" b="1" dirty="0">
                <a:latin typeface="+mj-ea"/>
              </a:rPr>
              <a:t> </a:t>
            </a:r>
            <a:r>
              <a:rPr lang="en-US" altLang="ko-KR" sz="1200" b="1" dirty="0">
                <a:latin typeface="+mj-ea"/>
              </a:rPr>
              <a:t>R2 </a:t>
            </a:r>
            <a:r>
              <a:rPr lang="ko-KR" altLang="en-US" sz="1200" b="1" dirty="0">
                <a:latin typeface="+mj-ea"/>
              </a:rPr>
              <a:t>평가</a:t>
            </a:r>
            <a:endParaRPr lang="en-US" altLang="ko-KR" sz="1200" b="1" dirty="0">
              <a:latin typeface="+mj-ea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88B87BBA-8FB4-4E5C-AB43-7CAF29B36FC4}"/>
              </a:ext>
            </a:extLst>
          </p:cNvPr>
          <p:cNvSpPr/>
          <p:nvPr/>
        </p:nvSpPr>
        <p:spPr>
          <a:xfrm>
            <a:off x="2268286" y="3911604"/>
            <a:ext cx="795298" cy="260309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483163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그림 43">
            <a:extLst>
              <a:ext uri="{FF2B5EF4-FFF2-40B4-BE49-F238E27FC236}">
                <a16:creationId xmlns:a16="http://schemas.microsoft.com/office/drawing/2014/main" id="{B677A664-900B-45EC-B7ED-FED2250F1E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3" y="707985"/>
            <a:ext cx="3227450" cy="493143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12E4B6C2-35C2-4C27-9869-ABC58B1417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3" y="2716152"/>
            <a:ext cx="3227450" cy="497547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06F1A1F7-B882-4681-B942-265A6276DF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9262" y="4747938"/>
            <a:ext cx="3227450" cy="497547"/>
          </a:xfrm>
          <a:prstGeom prst="rect">
            <a:avLst/>
          </a:prstGeom>
        </p:spPr>
      </p:pic>
      <p:grpSp>
        <p:nvGrpSpPr>
          <p:cNvPr id="6" name="그룹 5">
            <a:extLst>
              <a:ext uri="{FF2B5EF4-FFF2-40B4-BE49-F238E27FC236}">
                <a16:creationId xmlns:a16="http://schemas.microsoft.com/office/drawing/2014/main" id="{A633956A-1F30-42A6-9C2E-8AC72E68C8A0}"/>
              </a:ext>
            </a:extLst>
          </p:cNvPr>
          <p:cNvGrpSpPr/>
          <p:nvPr/>
        </p:nvGrpSpPr>
        <p:grpSpPr>
          <a:xfrm>
            <a:off x="6465564" y="1473154"/>
            <a:ext cx="1391446" cy="4647191"/>
            <a:chOff x="6465564" y="1473154"/>
            <a:chExt cx="1391446" cy="4647191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FA255B5-0345-410B-80F9-2AFF909E4C46}"/>
                </a:ext>
              </a:extLst>
            </p:cNvPr>
            <p:cNvSpPr txBox="1"/>
            <p:nvPr/>
          </p:nvSpPr>
          <p:spPr>
            <a:xfrm>
              <a:off x="6465564" y="5503969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testdata_250814</a:t>
              </a:r>
              <a:endParaRPr lang="ko-KR" altLang="en-US" sz="1200" b="1" dirty="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749A747-00BF-4A4A-A0D9-CB38768F9B9A}"/>
                </a:ext>
              </a:extLst>
            </p:cNvPr>
            <p:cNvSpPr txBox="1"/>
            <p:nvPr/>
          </p:nvSpPr>
          <p:spPr>
            <a:xfrm>
              <a:off x="6465564" y="3478697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250716</a:t>
              </a:r>
              <a:endParaRPr lang="ko-KR" altLang="en-US" sz="1200" b="1" dirty="0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3780478-A6EF-4462-AD5A-1F9DE5B39403}"/>
                </a:ext>
              </a:extLst>
            </p:cNvPr>
            <p:cNvSpPr txBox="1"/>
            <p:nvPr/>
          </p:nvSpPr>
          <p:spPr>
            <a:xfrm>
              <a:off x="6472432" y="147315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240723</a:t>
              </a:r>
              <a:endParaRPr lang="ko-KR" altLang="en-US" sz="1200" b="1" dirty="0"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CD13AD81-9D77-4840-BEEF-57179F7C5A87}"/>
                </a:ext>
              </a:extLst>
            </p:cNvPr>
            <p:cNvSpPr txBox="1"/>
            <p:nvPr/>
          </p:nvSpPr>
          <p:spPr>
            <a:xfrm>
              <a:off x="6465564" y="5843346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0.8356</a:t>
              </a:r>
              <a:endParaRPr lang="ko-KR" altLang="en-US" sz="1200" b="1" dirty="0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9A42ED54-E154-45FD-9E22-F3DB582A0E2E}"/>
                </a:ext>
              </a:extLst>
            </p:cNvPr>
            <p:cNvSpPr txBox="1"/>
            <p:nvPr/>
          </p:nvSpPr>
          <p:spPr>
            <a:xfrm>
              <a:off x="6465564" y="381807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0.8864</a:t>
              </a:r>
              <a:endParaRPr lang="ko-KR" altLang="en-US" sz="1200" b="1" dirty="0"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DFE82EB6-8861-41EE-940F-7D3C39D3265A}"/>
                </a:ext>
              </a:extLst>
            </p:cNvPr>
            <p:cNvSpPr txBox="1"/>
            <p:nvPr/>
          </p:nvSpPr>
          <p:spPr>
            <a:xfrm>
              <a:off x="6472432" y="1812531"/>
              <a:ext cx="138457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0.1336</a:t>
              </a:r>
              <a:endParaRPr lang="pt-BR" altLang="ko-KR" sz="1200" dirty="0"/>
            </a:p>
            <a:p>
              <a:pPr algn="ctr" latinLnBrk="1"/>
              <a:endParaRPr lang="ko-KR" altLang="en-US" sz="1200" b="1" dirty="0"/>
            </a:p>
          </p:txBody>
        </p:sp>
      </p:grpSp>
      <p:pic>
        <p:nvPicPr>
          <p:cNvPr id="2" name="그림 1">
            <a:extLst>
              <a:ext uri="{FF2B5EF4-FFF2-40B4-BE49-F238E27FC236}">
                <a16:creationId xmlns:a16="http://schemas.microsoft.com/office/drawing/2014/main" id="{B0427AF8-A21B-40FF-AA58-919893C3364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8383" y="1267108"/>
            <a:ext cx="3192889" cy="1277156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C8E7FF9E-DE29-4AC0-8F82-3948FDDFEB1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8384" y="3279925"/>
            <a:ext cx="3192887" cy="1277155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DA0938AC-6E22-4385-9FDE-48F6D147DC7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4" y="5310950"/>
            <a:ext cx="3192887" cy="1277155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73A9FA09-4C55-4047-B157-8A89D4BA73F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27591" y="716406"/>
            <a:ext cx="3227450" cy="488741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9FB5B3B8-D3C4-426E-A3EB-702A5203B43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3" y="2716152"/>
            <a:ext cx="3227450" cy="497547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6006C84D-618D-4489-8E29-C63A6FBD5D6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9662" y="4747938"/>
            <a:ext cx="3227450" cy="497547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B9D11161-F507-458B-AD75-9380CEEBB71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7278" y="1273328"/>
            <a:ext cx="3192889" cy="1277156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6992310A-AF00-4935-B2D8-4BBC37A613D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7278" y="3279924"/>
            <a:ext cx="3192889" cy="1277156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5414DBF1-66B4-428D-8122-CBEC2AC62BCA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7278" y="5310949"/>
            <a:ext cx="3192889" cy="1277156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037FCAF9-66BE-4633-BC24-599FA03657E0}"/>
              </a:ext>
            </a:extLst>
          </p:cNvPr>
          <p:cNvGrpSpPr/>
          <p:nvPr/>
        </p:nvGrpSpPr>
        <p:grpSpPr>
          <a:xfrm>
            <a:off x="668867" y="1566310"/>
            <a:ext cx="1290420" cy="4587791"/>
            <a:chOff x="668867" y="1566310"/>
            <a:chExt cx="1290420" cy="4587791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FE13151-BA46-4219-A32A-22942F00BBFD}"/>
                </a:ext>
              </a:extLst>
            </p:cNvPr>
            <p:cNvSpPr txBox="1"/>
            <p:nvPr/>
          </p:nvSpPr>
          <p:spPr>
            <a:xfrm>
              <a:off x="668867" y="5537725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testdata_230711</a:t>
              </a:r>
              <a:endParaRPr lang="ko-KR" altLang="en-US" sz="1200" b="1" dirty="0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ADEB3EAB-0072-4095-8733-FFDDAD956D2E}"/>
                </a:ext>
              </a:extLst>
            </p:cNvPr>
            <p:cNvSpPr txBox="1"/>
            <p:nvPr/>
          </p:nvSpPr>
          <p:spPr>
            <a:xfrm>
              <a:off x="672354" y="35521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220712</a:t>
              </a:r>
              <a:endParaRPr lang="ko-KR" altLang="en-US" sz="1200" b="1" dirty="0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800CA63C-8DB7-46FE-A1FF-5C3332D9E9F6}"/>
                </a:ext>
              </a:extLst>
            </p:cNvPr>
            <p:cNvSpPr txBox="1"/>
            <p:nvPr/>
          </p:nvSpPr>
          <p:spPr>
            <a:xfrm>
              <a:off x="668867" y="15663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200802</a:t>
              </a:r>
              <a:endParaRPr lang="ko-KR" altLang="en-US" sz="1200" b="1" dirty="0"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F471D7EC-A786-472B-86DD-C4736DB62A39}"/>
                </a:ext>
              </a:extLst>
            </p:cNvPr>
            <p:cNvSpPr txBox="1"/>
            <p:nvPr/>
          </p:nvSpPr>
          <p:spPr>
            <a:xfrm>
              <a:off x="668867" y="5877102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0.7992</a:t>
              </a:r>
              <a:endParaRPr lang="ko-KR" altLang="en-US" sz="1200" b="1" dirty="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CD3DAA8C-A351-4E6A-A57B-AB46DE11A446}"/>
                </a:ext>
              </a:extLst>
            </p:cNvPr>
            <p:cNvSpPr txBox="1"/>
            <p:nvPr/>
          </p:nvSpPr>
          <p:spPr>
            <a:xfrm>
              <a:off x="672354" y="38914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0.7555</a:t>
              </a:r>
              <a:endParaRPr lang="ko-KR" altLang="en-US" sz="1200" b="1" dirty="0"/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53BFEBD7-87B5-494C-9DF1-3F7DF03D47F4}"/>
                </a:ext>
              </a:extLst>
            </p:cNvPr>
            <p:cNvSpPr txBox="1"/>
            <p:nvPr/>
          </p:nvSpPr>
          <p:spPr>
            <a:xfrm>
              <a:off x="668867" y="19056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pt-BR" altLang="ko-KR" sz="1200" dirty="0"/>
                <a:t>0.8737</a:t>
              </a:r>
              <a:endParaRPr lang="ko-KR" altLang="en-US" sz="1200" b="1" dirty="0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299677C7-71CB-488B-B73B-00A215738C6E}"/>
              </a:ext>
            </a:extLst>
          </p:cNvPr>
          <p:cNvSpPr txBox="1"/>
          <p:nvPr/>
        </p:nvSpPr>
        <p:spPr>
          <a:xfrm>
            <a:off x="270933" y="230419"/>
            <a:ext cx="78996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chemeClr val="accent5"/>
                </a:solidFill>
                <a:latin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</a:rPr>
              <a:t> </a:t>
            </a:r>
            <a:r>
              <a:rPr lang="en-US" altLang="ko-KR" sz="2000" b="1" dirty="0">
                <a:latin typeface="+mj-ea"/>
              </a:rPr>
              <a:t>- </a:t>
            </a:r>
            <a:r>
              <a:rPr lang="ko-KR" altLang="en-US" sz="2000" b="1" dirty="0" err="1">
                <a:latin typeface="+mj-ea"/>
              </a:rPr>
              <a:t>전체강우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91852027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그림 43">
            <a:extLst>
              <a:ext uri="{FF2B5EF4-FFF2-40B4-BE49-F238E27FC236}">
                <a16:creationId xmlns:a16="http://schemas.microsoft.com/office/drawing/2014/main" id="{B677A664-900B-45EC-B7ED-FED2250F1E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3" y="707985"/>
            <a:ext cx="3227450" cy="493143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12E4B6C2-35C2-4C27-9869-ABC58B1417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3" y="2716152"/>
            <a:ext cx="3227450" cy="497547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06F1A1F7-B882-4681-B942-265A6276DF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9262" y="4747938"/>
            <a:ext cx="3227450" cy="497547"/>
          </a:xfrm>
          <a:prstGeom prst="rect">
            <a:avLst/>
          </a:prstGeom>
        </p:spPr>
      </p:pic>
      <p:grpSp>
        <p:nvGrpSpPr>
          <p:cNvPr id="6" name="그룹 5">
            <a:extLst>
              <a:ext uri="{FF2B5EF4-FFF2-40B4-BE49-F238E27FC236}">
                <a16:creationId xmlns:a16="http://schemas.microsoft.com/office/drawing/2014/main" id="{A633956A-1F30-42A6-9C2E-8AC72E68C8A0}"/>
              </a:ext>
            </a:extLst>
          </p:cNvPr>
          <p:cNvGrpSpPr/>
          <p:nvPr/>
        </p:nvGrpSpPr>
        <p:grpSpPr>
          <a:xfrm>
            <a:off x="6465564" y="1473154"/>
            <a:ext cx="1391446" cy="4647191"/>
            <a:chOff x="6465564" y="1473154"/>
            <a:chExt cx="1391446" cy="4647191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FA255B5-0345-410B-80F9-2AFF909E4C46}"/>
                </a:ext>
              </a:extLst>
            </p:cNvPr>
            <p:cNvSpPr txBox="1"/>
            <p:nvPr/>
          </p:nvSpPr>
          <p:spPr>
            <a:xfrm>
              <a:off x="6465564" y="5503969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testdata_250814</a:t>
              </a:r>
              <a:endParaRPr lang="ko-KR" altLang="en-US" sz="1200" b="1" dirty="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749A747-00BF-4A4A-A0D9-CB38768F9B9A}"/>
                </a:ext>
              </a:extLst>
            </p:cNvPr>
            <p:cNvSpPr txBox="1"/>
            <p:nvPr/>
          </p:nvSpPr>
          <p:spPr>
            <a:xfrm>
              <a:off x="6465564" y="3478697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250716</a:t>
              </a:r>
              <a:endParaRPr lang="ko-KR" altLang="en-US" sz="1200" b="1" dirty="0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3780478-A6EF-4462-AD5A-1F9DE5B39403}"/>
                </a:ext>
              </a:extLst>
            </p:cNvPr>
            <p:cNvSpPr txBox="1"/>
            <p:nvPr/>
          </p:nvSpPr>
          <p:spPr>
            <a:xfrm>
              <a:off x="6472432" y="147315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240723</a:t>
              </a:r>
              <a:endParaRPr lang="ko-KR" altLang="en-US" sz="1200" b="1" dirty="0"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CD13AD81-9D77-4840-BEEF-57179F7C5A87}"/>
                </a:ext>
              </a:extLst>
            </p:cNvPr>
            <p:cNvSpPr txBox="1"/>
            <p:nvPr/>
          </p:nvSpPr>
          <p:spPr>
            <a:xfrm>
              <a:off x="6465564" y="5843346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0.9005</a:t>
              </a:r>
              <a:endParaRPr lang="ko-KR" altLang="en-US" sz="1200" b="1" dirty="0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9A42ED54-E154-45FD-9E22-F3DB582A0E2E}"/>
                </a:ext>
              </a:extLst>
            </p:cNvPr>
            <p:cNvSpPr txBox="1"/>
            <p:nvPr/>
          </p:nvSpPr>
          <p:spPr>
            <a:xfrm>
              <a:off x="6465564" y="381807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0.9218</a:t>
              </a:r>
              <a:endParaRPr lang="ko-KR" altLang="en-US" sz="1200" b="1" dirty="0"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DFE82EB6-8861-41EE-940F-7D3C39D3265A}"/>
                </a:ext>
              </a:extLst>
            </p:cNvPr>
            <p:cNvSpPr txBox="1"/>
            <p:nvPr/>
          </p:nvSpPr>
          <p:spPr>
            <a:xfrm>
              <a:off x="6472432" y="1812531"/>
              <a:ext cx="138457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0.5396</a:t>
              </a:r>
              <a:endParaRPr lang="pt-BR" altLang="ko-KR" sz="1200" dirty="0"/>
            </a:p>
            <a:p>
              <a:pPr algn="ctr" latinLnBrk="1"/>
              <a:endParaRPr lang="ko-KR" altLang="en-US" sz="1200" b="1" dirty="0"/>
            </a:p>
          </p:txBody>
        </p:sp>
      </p:grpSp>
      <p:pic>
        <p:nvPicPr>
          <p:cNvPr id="2" name="그림 1">
            <a:extLst>
              <a:ext uri="{FF2B5EF4-FFF2-40B4-BE49-F238E27FC236}">
                <a16:creationId xmlns:a16="http://schemas.microsoft.com/office/drawing/2014/main" id="{B0427AF8-A21B-40FF-AA58-919893C3364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8383" y="1267108"/>
            <a:ext cx="3192890" cy="1277156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C8E7FF9E-DE29-4AC0-8F82-3948FDDFEB1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8383" y="3279925"/>
            <a:ext cx="3192889" cy="1277155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DA0938AC-6E22-4385-9FDE-48F6D147DC7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4" y="5310950"/>
            <a:ext cx="3192888" cy="1277155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73A9FA09-4C55-4047-B157-8A89D4BA73F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27591" y="716406"/>
            <a:ext cx="3227450" cy="488741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9FB5B3B8-D3C4-426E-A3EB-702A5203B43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3" y="2716152"/>
            <a:ext cx="3227450" cy="497547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6006C84D-618D-4489-8E29-C63A6FBD5D6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9662" y="4747938"/>
            <a:ext cx="3227450" cy="497547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B9D11161-F507-458B-AD75-9380CEEBB71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7278" y="1273328"/>
            <a:ext cx="3192890" cy="1277156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6992310A-AF00-4935-B2D8-4BBC37A613D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7278" y="3279924"/>
            <a:ext cx="3192890" cy="1277156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5414DBF1-66B4-428D-8122-CBEC2AC62BCA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7278" y="5310949"/>
            <a:ext cx="3192890" cy="1277156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037FCAF9-66BE-4633-BC24-599FA03657E0}"/>
              </a:ext>
            </a:extLst>
          </p:cNvPr>
          <p:cNvGrpSpPr/>
          <p:nvPr/>
        </p:nvGrpSpPr>
        <p:grpSpPr>
          <a:xfrm>
            <a:off x="668867" y="1566310"/>
            <a:ext cx="1290420" cy="4587791"/>
            <a:chOff x="668867" y="1566310"/>
            <a:chExt cx="1290420" cy="4587791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FE13151-BA46-4219-A32A-22942F00BBFD}"/>
                </a:ext>
              </a:extLst>
            </p:cNvPr>
            <p:cNvSpPr txBox="1"/>
            <p:nvPr/>
          </p:nvSpPr>
          <p:spPr>
            <a:xfrm>
              <a:off x="668867" y="5537725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testdata_230711</a:t>
              </a:r>
              <a:endParaRPr lang="ko-KR" altLang="en-US" sz="1200" b="1" dirty="0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ADEB3EAB-0072-4095-8733-FFDDAD956D2E}"/>
                </a:ext>
              </a:extLst>
            </p:cNvPr>
            <p:cNvSpPr txBox="1"/>
            <p:nvPr/>
          </p:nvSpPr>
          <p:spPr>
            <a:xfrm>
              <a:off x="672354" y="35521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220712</a:t>
              </a:r>
              <a:endParaRPr lang="ko-KR" altLang="en-US" sz="1200" b="1" dirty="0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800CA63C-8DB7-46FE-A1FF-5C3332D9E9F6}"/>
                </a:ext>
              </a:extLst>
            </p:cNvPr>
            <p:cNvSpPr txBox="1"/>
            <p:nvPr/>
          </p:nvSpPr>
          <p:spPr>
            <a:xfrm>
              <a:off x="668867" y="15663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200802</a:t>
              </a:r>
              <a:endParaRPr lang="ko-KR" altLang="en-US" sz="1200" b="1" dirty="0"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F471D7EC-A786-472B-86DD-C4736DB62A39}"/>
                </a:ext>
              </a:extLst>
            </p:cNvPr>
            <p:cNvSpPr txBox="1"/>
            <p:nvPr/>
          </p:nvSpPr>
          <p:spPr>
            <a:xfrm>
              <a:off x="668867" y="5877102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0.8436</a:t>
              </a:r>
              <a:endParaRPr lang="ko-KR" altLang="en-US" sz="1200" b="1" dirty="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CD3DAA8C-A351-4E6A-A57B-AB46DE11A446}"/>
                </a:ext>
              </a:extLst>
            </p:cNvPr>
            <p:cNvSpPr txBox="1"/>
            <p:nvPr/>
          </p:nvSpPr>
          <p:spPr>
            <a:xfrm>
              <a:off x="672354" y="38914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0.5072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53BFEBD7-87B5-494C-9DF1-3F7DF03D47F4}"/>
                </a:ext>
              </a:extLst>
            </p:cNvPr>
            <p:cNvSpPr txBox="1"/>
            <p:nvPr/>
          </p:nvSpPr>
          <p:spPr>
            <a:xfrm>
              <a:off x="668867" y="19056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pt-BR" altLang="ko-KR" sz="1200" dirty="0"/>
                <a:t>0.9090</a:t>
              </a:r>
              <a:endParaRPr lang="ko-KR" altLang="en-US" sz="1200" b="1" dirty="0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299677C7-71CB-488B-B73B-00A215738C6E}"/>
              </a:ext>
            </a:extLst>
          </p:cNvPr>
          <p:cNvSpPr txBox="1"/>
          <p:nvPr/>
        </p:nvSpPr>
        <p:spPr>
          <a:xfrm>
            <a:off x="270933" y="230419"/>
            <a:ext cx="78996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chemeClr val="accent5"/>
                </a:solidFill>
                <a:latin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</a:rPr>
              <a:t> </a:t>
            </a:r>
            <a:r>
              <a:rPr lang="en-US" altLang="ko-KR" sz="2000" b="1" dirty="0">
                <a:latin typeface="+mj-ea"/>
              </a:rPr>
              <a:t>– </a:t>
            </a:r>
            <a:r>
              <a:rPr lang="ko-KR" altLang="en-US" sz="2000" b="1" dirty="0">
                <a:latin typeface="+mj-ea"/>
              </a:rPr>
              <a:t>관심수위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1928024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그림 43">
            <a:extLst>
              <a:ext uri="{FF2B5EF4-FFF2-40B4-BE49-F238E27FC236}">
                <a16:creationId xmlns:a16="http://schemas.microsoft.com/office/drawing/2014/main" id="{B677A664-900B-45EC-B7ED-FED2250F1E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2" y="707985"/>
            <a:ext cx="3227450" cy="493143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12E4B6C2-35C2-4C27-9869-ABC58B1417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2" y="2716152"/>
            <a:ext cx="3227450" cy="497547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06F1A1F7-B882-4681-B942-265A6276DF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1" y="4747938"/>
            <a:ext cx="3192891" cy="497547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B0427AF8-A21B-40FF-AA58-919893C3364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5017" y="1270435"/>
            <a:ext cx="3176254" cy="1270502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C8E7FF9E-DE29-4AC0-8F82-3948FDDFEB1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8382" y="3279924"/>
            <a:ext cx="3192889" cy="1277156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DA0938AC-6E22-4385-9FDE-48F6D147DC7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0456" y="5314276"/>
            <a:ext cx="3176254" cy="1270502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73A9FA09-4C55-4047-B157-8A89D4BA73F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27589" y="716406"/>
            <a:ext cx="3227450" cy="488741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9FB5B3B8-D3C4-426E-A3EB-702A5203B43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27589" y="2716152"/>
            <a:ext cx="3227450" cy="497547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6006C84D-618D-4489-8E29-C63A6FBD5D6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62147" y="4747938"/>
            <a:ext cx="3192891" cy="497547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B9D11161-F507-458B-AD75-9380CEEBB71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8783" y="1276655"/>
            <a:ext cx="3176254" cy="1270502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6992310A-AF00-4935-B2D8-4BBC37A613D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62149" y="3279924"/>
            <a:ext cx="3192889" cy="1277156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5414DBF1-66B4-428D-8122-CBEC2AC62BCA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8783" y="5314276"/>
            <a:ext cx="3176254" cy="1270502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299677C7-71CB-488B-B73B-00A215738C6E}"/>
              </a:ext>
            </a:extLst>
          </p:cNvPr>
          <p:cNvSpPr txBox="1"/>
          <p:nvPr/>
        </p:nvSpPr>
        <p:spPr>
          <a:xfrm>
            <a:off x="270933" y="230419"/>
            <a:ext cx="78996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chemeClr val="accent5"/>
                </a:solidFill>
                <a:latin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</a:rPr>
              <a:t> </a:t>
            </a:r>
            <a:r>
              <a:rPr lang="en-US" altLang="ko-KR" sz="2000" b="1" dirty="0">
                <a:latin typeface="+mj-ea"/>
              </a:rPr>
              <a:t>– </a:t>
            </a:r>
            <a:r>
              <a:rPr lang="ko-KR" altLang="en-US" sz="2000" b="1" dirty="0">
                <a:latin typeface="+mj-ea"/>
              </a:rPr>
              <a:t>관심수위 </a:t>
            </a:r>
            <a:r>
              <a:rPr lang="en-US" altLang="ko-KR" sz="2000" b="1" dirty="0">
                <a:latin typeface="+mj-ea"/>
              </a:rPr>
              <a:t>( + </a:t>
            </a:r>
            <a:r>
              <a:rPr lang="ko-KR" altLang="en-US" sz="2000" b="1" dirty="0" err="1">
                <a:latin typeface="+mj-ea"/>
              </a:rPr>
              <a:t>누적강우</a:t>
            </a:r>
            <a:r>
              <a:rPr lang="ko-KR" altLang="en-US" sz="2000" b="1" dirty="0">
                <a:latin typeface="+mj-ea"/>
              </a:rPr>
              <a:t> </a:t>
            </a:r>
            <a:r>
              <a:rPr lang="en-US" altLang="ko-KR" sz="2000" b="1" dirty="0">
                <a:latin typeface="+mj-ea"/>
              </a:rPr>
              <a:t>)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</a:p>
        </p:txBody>
      </p: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96ED2C04-8E0A-4BF9-91C7-3D11FD606F95}"/>
              </a:ext>
            </a:extLst>
          </p:cNvPr>
          <p:cNvGrpSpPr/>
          <p:nvPr/>
        </p:nvGrpSpPr>
        <p:grpSpPr>
          <a:xfrm>
            <a:off x="6465564" y="1473154"/>
            <a:ext cx="1391446" cy="4647191"/>
            <a:chOff x="6465564" y="1473154"/>
            <a:chExt cx="1391446" cy="4647191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88C2957F-BFE7-46CB-B0E3-DA69D6D943D9}"/>
                </a:ext>
              </a:extLst>
            </p:cNvPr>
            <p:cNvSpPr txBox="1"/>
            <p:nvPr/>
          </p:nvSpPr>
          <p:spPr>
            <a:xfrm>
              <a:off x="6465564" y="5503969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testdata_250814</a:t>
              </a:r>
              <a:endParaRPr lang="ko-KR" altLang="en-US" sz="1200" b="1" dirty="0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B0623A4F-078B-4CF1-83C1-D064A38C281B}"/>
                </a:ext>
              </a:extLst>
            </p:cNvPr>
            <p:cNvSpPr txBox="1"/>
            <p:nvPr/>
          </p:nvSpPr>
          <p:spPr>
            <a:xfrm>
              <a:off x="6465564" y="3478697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250716</a:t>
              </a:r>
              <a:endParaRPr lang="ko-KR" altLang="en-US" sz="1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697735E6-2EDF-4EEC-9516-E21AAF1819F4}"/>
                </a:ext>
              </a:extLst>
            </p:cNvPr>
            <p:cNvSpPr txBox="1"/>
            <p:nvPr/>
          </p:nvSpPr>
          <p:spPr>
            <a:xfrm>
              <a:off x="6472432" y="147315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240723</a:t>
              </a:r>
              <a:endParaRPr lang="ko-KR" altLang="en-US" sz="1200" b="1" dirty="0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5108AC27-B639-4545-B705-8D407272E650}"/>
                </a:ext>
              </a:extLst>
            </p:cNvPr>
            <p:cNvSpPr txBox="1"/>
            <p:nvPr/>
          </p:nvSpPr>
          <p:spPr>
            <a:xfrm>
              <a:off x="6465564" y="5843346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0.8923</a:t>
              </a:r>
              <a:r>
                <a:rPr lang="en-US" altLang="ko-KR" sz="1200" b="1" dirty="0"/>
                <a:t> </a:t>
              </a:r>
              <a:endParaRPr lang="ko-KR" altLang="en-US" sz="1200" b="1" dirty="0"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577689E3-8560-4022-BFCF-3E7EFAC96ED6}"/>
                </a:ext>
              </a:extLst>
            </p:cNvPr>
            <p:cNvSpPr txBox="1"/>
            <p:nvPr/>
          </p:nvSpPr>
          <p:spPr>
            <a:xfrm>
              <a:off x="6465564" y="381807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0.9162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CBEBB8AD-4C91-4F16-A1DC-34DC4C043DF7}"/>
                </a:ext>
              </a:extLst>
            </p:cNvPr>
            <p:cNvSpPr txBox="1"/>
            <p:nvPr/>
          </p:nvSpPr>
          <p:spPr>
            <a:xfrm>
              <a:off x="6472432" y="1812531"/>
              <a:ext cx="138457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0.5213</a:t>
              </a:r>
              <a:r>
                <a:rPr lang="en-US" altLang="ko-KR" sz="1200" b="1" dirty="0"/>
                <a:t> </a:t>
              </a:r>
              <a:endParaRPr lang="pt-BR" altLang="ko-KR" sz="1200" dirty="0"/>
            </a:p>
            <a:p>
              <a:pPr algn="ctr" latinLnBrk="1"/>
              <a:endParaRPr lang="ko-KR" altLang="en-US" sz="1200" b="1" dirty="0"/>
            </a:p>
          </p:txBody>
        </p:sp>
      </p:grp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209B6C0E-1B9E-483F-BC27-21111E7A34F7}"/>
              </a:ext>
            </a:extLst>
          </p:cNvPr>
          <p:cNvGrpSpPr/>
          <p:nvPr/>
        </p:nvGrpSpPr>
        <p:grpSpPr>
          <a:xfrm>
            <a:off x="668867" y="1566310"/>
            <a:ext cx="1290420" cy="4587791"/>
            <a:chOff x="668867" y="1566310"/>
            <a:chExt cx="1290420" cy="4587791"/>
          </a:xfrm>
        </p:grpSpPr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EC739523-FC46-4333-8B7E-ACE8D41CAE58}"/>
                </a:ext>
              </a:extLst>
            </p:cNvPr>
            <p:cNvSpPr txBox="1"/>
            <p:nvPr/>
          </p:nvSpPr>
          <p:spPr>
            <a:xfrm>
              <a:off x="668867" y="5537725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testdata_230711</a:t>
              </a:r>
              <a:endParaRPr lang="ko-KR" altLang="en-US" sz="1200" b="1" dirty="0"/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F60517DC-3427-47AB-9D67-69C3D683D07B}"/>
                </a:ext>
              </a:extLst>
            </p:cNvPr>
            <p:cNvSpPr txBox="1"/>
            <p:nvPr/>
          </p:nvSpPr>
          <p:spPr>
            <a:xfrm>
              <a:off x="672354" y="35521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220712</a:t>
              </a:r>
              <a:endParaRPr lang="ko-KR" altLang="en-US" sz="1200" b="1" dirty="0"/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4DA6FF8C-2467-4FD0-BA08-BBD5528504D0}"/>
                </a:ext>
              </a:extLst>
            </p:cNvPr>
            <p:cNvSpPr txBox="1"/>
            <p:nvPr/>
          </p:nvSpPr>
          <p:spPr>
            <a:xfrm>
              <a:off x="668867" y="15663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200802</a:t>
              </a:r>
              <a:endParaRPr lang="ko-KR" altLang="en-US" sz="1200" b="1" dirty="0"/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980A6C1A-7E95-4417-A16E-9EC9FFD76612}"/>
                </a:ext>
              </a:extLst>
            </p:cNvPr>
            <p:cNvSpPr txBox="1"/>
            <p:nvPr/>
          </p:nvSpPr>
          <p:spPr>
            <a:xfrm>
              <a:off x="668867" y="5877102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0.8492</a:t>
              </a:r>
              <a:r>
                <a:rPr lang="en-US" altLang="ko-KR" sz="1200" b="1" dirty="0"/>
                <a:t> </a:t>
              </a:r>
              <a:endParaRPr lang="ko-KR" altLang="en-US" sz="1200" b="1" dirty="0"/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5D932177-D6F8-413D-84B4-9732BF30196C}"/>
                </a:ext>
              </a:extLst>
            </p:cNvPr>
            <p:cNvSpPr txBox="1"/>
            <p:nvPr/>
          </p:nvSpPr>
          <p:spPr>
            <a:xfrm>
              <a:off x="672354" y="38914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0.6228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14A7D638-1207-469F-8F89-CB6656FE07FB}"/>
                </a:ext>
              </a:extLst>
            </p:cNvPr>
            <p:cNvSpPr txBox="1"/>
            <p:nvPr/>
          </p:nvSpPr>
          <p:spPr>
            <a:xfrm>
              <a:off x="668867" y="19056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pt-BR" altLang="ko-KR" sz="1200" dirty="0"/>
                <a:t>0.9422</a:t>
              </a:r>
              <a:r>
                <a:rPr lang="en-US" altLang="ko-KR" sz="1200" b="1" dirty="0"/>
                <a:t> </a:t>
              </a:r>
              <a:endParaRPr lang="ko-KR" altLang="en-US" sz="12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34216525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그림 43">
            <a:extLst>
              <a:ext uri="{FF2B5EF4-FFF2-40B4-BE49-F238E27FC236}">
                <a16:creationId xmlns:a16="http://schemas.microsoft.com/office/drawing/2014/main" id="{B677A664-900B-45EC-B7ED-FED2250F1E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3" y="707985"/>
            <a:ext cx="3227450" cy="493143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12E4B6C2-35C2-4C27-9869-ABC58B1417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3" y="2716152"/>
            <a:ext cx="3227450" cy="497547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06F1A1F7-B882-4681-B942-265A6276DF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9262" y="4747938"/>
            <a:ext cx="3227450" cy="497547"/>
          </a:xfrm>
          <a:prstGeom prst="rect">
            <a:avLst/>
          </a:prstGeom>
        </p:spPr>
      </p:pic>
      <p:grpSp>
        <p:nvGrpSpPr>
          <p:cNvPr id="6" name="그룹 5">
            <a:extLst>
              <a:ext uri="{FF2B5EF4-FFF2-40B4-BE49-F238E27FC236}">
                <a16:creationId xmlns:a16="http://schemas.microsoft.com/office/drawing/2014/main" id="{A633956A-1F30-42A6-9C2E-8AC72E68C8A0}"/>
              </a:ext>
            </a:extLst>
          </p:cNvPr>
          <p:cNvGrpSpPr/>
          <p:nvPr/>
        </p:nvGrpSpPr>
        <p:grpSpPr>
          <a:xfrm>
            <a:off x="6465564" y="1473154"/>
            <a:ext cx="1391446" cy="4647191"/>
            <a:chOff x="6465564" y="1473154"/>
            <a:chExt cx="1391446" cy="4647191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FA255B5-0345-410B-80F9-2AFF909E4C46}"/>
                </a:ext>
              </a:extLst>
            </p:cNvPr>
            <p:cNvSpPr txBox="1"/>
            <p:nvPr/>
          </p:nvSpPr>
          <p:spPr>
            <a:xfrm>
              <a:off x="6465564" y="5503969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testdata_250814</a:t>
              </a:r>
              <a:endParaRPr lang="ko-KR" altLang="en-US" sz="1200" b="1" dirty="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749A747-00BF-4A4A-A0D9-CB38768F9B9A}"/>
                </a:ext>
              </a:extLst>
            </p:cNvPr>
            <p:cNvSpPr txBox="1"/>
            <p:nvPr/>
          </p:nvSpPr>
          <p:spPr>
            <a:xfrm>
              <a:off x="6465564" y="3478697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250716</a:t>
              </a:r>
              <a:endParaRPr lang="ko-KR" altLang="en-US" sz="1200" b="1" dirty="0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3780478-A6EF-4462-AD5A-1F9DE5B39403}"/>
                </a:ext>
              </a:extLst>
            </p:cNvPr>
            <p:cNvSpPr txBox="1"/>
            <p:nvPr/>
          </p:nvSpPr>
          <p:spPr>
            <a:xfrm>
              <a:off x="6472432" y="147315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240723</a:t>
              </a:r>
              <a:endParaRPr lang="ko-KR" altLang="en-US" sz="1200" b="1" dirty="0"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CD13AD81-9D77-4840-BEEF-57179F7C5A87}"/>
                </a:ext>
              </a:extLst>
            </p:cNvPr>
            <p:cNvSpPr txBox="1"/>
            <p:nvPr/>
          </p:nvSpPr>
          <p:spPr>
            <a:xfrm>
              <a:off x="6465564" y="5843346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0.9172</a:t>
              </a:r>
              <a:endParaRPr lang="ko-KR" altLang="en-US" sz="1200" b="1" dirty="0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9A42ED54-E154-45FD-9E22-F3DB582A0E2E}"/>
                </a:ext>
              </a:extLst>
            </p:cNvPr>
            <p:cNvSpPr txBox="1"/>
            <p:nvPr/>
          </p:nvSpPr>
          <p:spPr>
            <a:xfrm>
              <a:off x="6465564" y="381807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0.9106</a:t>
              </a:r>
              <a:endParaRPr lang="ko-KR" altLang="en-US" sz="1200" b="1" dirty="0"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DFE82EB6-8861-41EE-940F-7D3C39D3265A}"/>
                </a:ext>
              </a:extLst>
            </p:cNvPr>
            <p:cNvSpPr txBox="1"/>
            <p:nvPr/>
          </p:nvSpPr>
          <p:spPr>
            <a:xfrm>
              <a:off x="6472432" y="1812531"/>
              <a:ext cx="138457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0.4315</a:t>
              </a:r>
              <a:endParaRPr lang="pt-BR" altLang="ko-KR" sz="1200" dirty="0"/>
            </a:p>
            <a:p>
              <a:pPr algn="ctr" latinLnBrk="1"/>
              <a:endParaRPr lang="ko-KR" altLang="en-US" sz="1200" b="1" dirty="0"/>
            </a:p>
          </p:txBody>
        </p:sp>
      </p:grpSp>
      <p:pic>
        <p:nvPicPr>
          <p:cNvPr id="2" name="그림 1">
            <a:extLst>
              <a:ext uri="{FF2B5EF4-FFF2-40B4-BE49-F238E27FC236}">
                <a16:creationId xmlns:a16="http://schemas.microsoft.com/office/drawing/2014/main" id="{B0427AF8-A21B-40FF-AA58-919893C3364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8382" y="1267108"/>
            <a:ext cx="3192890" cy="1277156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C8E7FF9E-DE29-4AC0-8F82-3948FDDFEB1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8382" y="3279925"/>
            <a:ext cx="3192889" cy="1277155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DA0938AC-6E22-4385-9FDE-48F6D147DC7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2" y="5310949"/>
            <a:ext cx="3192890" cy="1277156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73A9FA09-4C55-4047-B157-8A89D4BA73F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27591" y="716406"/>
            <a:ext cx="3227450" cy="488741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9FB5B3B8-D3C4-426E-A3EB-702A5203B43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3" y="2716152"/>
            <a:ext cx="3227450" cy="497547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6006C84D-618D-4489-8E29-C63A6FBD5D6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9662" y="4747938"/>
            <a:ext cx="3227450" cy="497547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B9D11161-F507-458B-AD75-9380CEEBB71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8784" y="1273328"/>
            <a:ext cx="3192890" cy="1277156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6992310A-AF00-4935-B2D8-4BBC37A613D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8783" y="3279925"/>
            <a:ext cx="3192889" cy="1277155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5414DBF1-66B4-428D-8122-CBEC2AC62BCA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27592" y="5310419"/>
            <a:ext cx="3195542" cy="1278216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037FCAF9-66BE-4633-BC24-599FA03657E0}"/>
              </a:ext>
            </a:extLst>
          </p:cNvPr>
          <p:cNvGrpSpPr/>
          <p:nvPr/>
        </p:nvGrpSpPr>
        <p:grpSpPr>
          <a:xfrm>
            <a:off x="668867" y="1566310"/>
            <a:ext cx="1290420" cy="4587791"/>
            <a:chOff x="668867" y="1566310"/>
            <a:chExt cx="1290420" cy="4587791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FE13151-BA46-4219-A32A-22942F00BBFD}"/>
                </a:ext>
              </a:extLst>
            </p:cNvPr>
            <p:cNvSpPr txBox="1"/>
            <p:nvPr/>
          </p:nvSpPr>
          <p:spPr>
            <a:xfrm>
              <a:off x="668867" y="5537725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testdata_230711</a:t>
              </a:r>
              <a:endParaRPr lang="ko-KR" altLang="en-US" sz="1200" b="1" dirty="0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ADEB3EAB-0072-4095-8733-FFDDAD956D2E}"/>
                </a:ext>
              </a:extLst>
            </p:cNvPr>
            <p:cNvSpPr txBox="1"/>
            <p:nvPr/>
          </p:nvSpPr>
          <p:spPr>
            <a:xfrm>
              <a:off x="672354" y="35521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220712</a:t>
              </a:r>
              <a:endParaRPr lang="ko-KR" altLang="en-US" sz="1200" b="1" dirty="0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800CA63C-8DB7-46FE-A1FF-5C3332D9E9F6}"/>
                </a:ext>
              </a:extLst>
            </p:cNvPr>
            <p:cNvSpPr txBox="1"/>
            <p:nvPr/>
          </p:nvSpPr>
          <p:spPr>
            <a:xfrm>
              <a:off x="668867" y="15663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200802</a:t>
              </a:r>
              <a:endParaRPr lang="ko-KR" altLang="en-US" sz="1200" b="1" dirty="0"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F471D7EC-A786-472B-86DD-C4736DB62A39}"/>
                </a:ext>
              </a:extLst>
            </p:cNvPr>
            <p:cNvSpPr txBox="1"/>
            <p:nvPr/>
          </p:nvSpPr>
          <p:spPr>
            <a:xfrm>
              <a:off x="668867" y="5877102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0.7163</a:t>
              </a:r>
              <a:endParaRPr lang="ko-KR" altLang="en-US" sz="1200" b="1" dirty="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CD3DAA8C-A351-4E6A-A57B-AB46DE11A446}"/>
                </a:ext>
              </a:extLst>
            </p:cNvPr>
            <p:cNvSpPr txBox="1"/>
            <p:nvPr/>
          </p:nvSpPr>
          <p:spPr>
            <a:xfrm>
              <a:off x="672354" y="38914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0.3842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53BFEBD7-87B5-494C-9DF1-3F7DF03D47F4}"/>
                </a:ext>
              </a:extLst>
            </p:cNvPr>
            <p:cNvSpPr txBox="1"/>
            <p:nvPr/>
          </p:nvSpPr>
          <p:spPr>
            <a:xfrm>
              <a:off x="668867" y="19056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pt-BR" altLang="ko-KR" sz="1200" dirty="0"/>
                <a:t>0.9578</a:t>
              </a:r>
              <a:endParaRPr lang="ko-KR" altLang="en-US" sz="1200" b="1" dirty="0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299677C7-71CB-488B-B73B-00A215738C6E}"/>
              </a:ext>
            </a:extLst>
          </p:cNvPr>
          <p:cNvSpPr txBox="1"/>
          <p:nvPr/>
        </p:nvSpPr>
        <p:spPr>
          <a:xfrm>
            <a:off x="270933" y="230419"/>
            <a:ext cx="78996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chemeClr val="accent5"/>
                </a:solidFill>
                <a:latin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</a:rPr>
              <a:t> </a:t>
            </a:r>
            <a:r>
              <a:rPr lang="en-US" altLang="ko-KR" sz="2000" b="1" dirty="0">
                <a:latin typeface="+mj-ea"/>
              </a:rPr>
              <a:t>– </a:t>
            </a:r>
            <a:r>
              <a:rPr lang="ko-KR" altLang="en-US" sz="2000" b="1" dirty="0">
                <a:latin typeface="+mj-ea"/>
              </a:rPr>
              <a:t>관심수위 </a:t>
            </a:r>
            <a:r>
              <a:rPr lang="en-US" altLang="ko-KR" sz="2000" b="1" dirty="0">
                <a:latin typeface="+mj-ea"/>
              </a:rPr>
              <a:t>( 20</a:t>
            </a:r>
            <a:r>
              <a:rPr lang="ko-KR" altLang="en-US" sz="2000" b="1" dirty="0">
                <a:latin typeface="+mj-ea"/>
              </a:rPr>
              <a:t>년 이후 </a:t>
            </a:r>
            <a:r>
              <a:rPr lang="en-US" altLang="ko-KR" sz="2000" b="1" dirty="0">
                <a:latin typeface="+mj-ea"/>
              </a:rPr>
              <a:t>)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47836380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그룹 5">
            <a:extLst>
              <a:ext uri="{FF2B5EF4-FFF2-40B4-BE49-F238E27FC236}">
                <a16:creationId xmlns:a16="http://schemas.microsoft.com/office/drawing/2014/main" id="{A633956A-1F30-42A6-9C2E-8AC72E68C8A0}"/>
              </a:ext>
            </a:extLst>
          </p:cNvPr>
          <p:cNvGrpSpPr/>
          <p:nvPr/>
        </p:nvGrpSpPr>
        <p:grpSpPr>
          <a:xfrm>
            <a:off x="6465564" y="1473154"/>
            <a:ext cx="1391446" cy="4647191"/>
            <a:chOff x="6465564" y="1473154"/>
            <a:chExt cx="1391446" cy="4647191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FA255B5-0345-410B-80F9-2AFF909E4C46}"/>
                </a:ext>
              </a:extLst>
            </p:cNvPr>
            <p:cNvSpPr txBox="1"/>
            <p:nvPr/>
          </p:nvSpPr>
          <p:spPr>
            <a:xfrm>
              <a:off x="6465564" y="5503969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testdata_250814</a:t>
              </a:r>
              <a:endParaRPr lang="ko-KR" altLang="en-US" sz="1200" b="1" dirty="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749A747-00BF-4A4A-A0D9-CB38768F9B9A}"/>
                </a:ext>
              </a:extLst>
            </p:cNvPr>
            <p:cNvSpPr txBox="1"/>
            <p:nvPr/>
          </p:nvSpPr>
          <p:spPr>
            <a:xfrm>
              <a:off x="6465564" y="3478697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250716</a:t>
              </a:r>
              <a:endParaRPr lang="ko-KR" altLang="en-US" sz="1200" b="1" dirty="0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3780478-A6EF-4462-AD5A-1F9DE5B39403}"/>
                </a:ext>
              </a:extLst>
            </p:cNvPr>
            <p:cNvSpPr txBox="1"/>
            <p:nvPr/>
          </p:nvSpPr>
          <p:spPr>
            <a:xfrm>
              <a:off x="6472432" y="147315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240723</a:t>
              </a:r>
              <a:endParaRPr lang="ko-KR" altLang="en-US" sz="1200" b="1" dirty="0"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CD13AD81-9D77-4840-BEEF-57179F7C5A87}"/>
                </a:ext>
              </a:extLst>
            </p:cNvPr>
            <p:cNvSpPr txBox="1"/>
            <p:nvPr/>
          </p:nvSpPr>
          <p:spPr>
            <a:xfrm>
              <a:off x="6465564" y="5843346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0.9006</a:t>
              </a:r>
              <a:endParaRPr lang="ko-KR" altLang="en-US" sz="1200" b="1" dirty="0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9A42ED54-E154-45FD-9E22-F3DB582A0E2E}"/>
                </a:ext>
              </a:extLst>
            </p:cNvPr>
            <p:cNvSpPr txBox="1"/>
            <p:nvPr/>
          </p:nvSpPr>
          <p:spPr>
            <a:xfrm>
              <a:off x="6465564" y="381807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0.9196</a:t>
              </a:r>
              <a:endParaRPr lang="ko-KR" altLang="en-US" sz="1200" b="1" dirty="0"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DFE82EB6-8861-41EE-940F-7D3C39D3265A}"/>
                </a:ext>
              </a:extLst>
            </p:cNvPr>
            <p:cNvSpPr txBox="1"/>
            <p:nvPr/>
          </p:nvSpPr>
          <p:spPr>
            <a:xfrm>
              <a:off x="6472432" y="1812531"/>
              <a:ext cx="138457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0.3858</a:t>
              </a:r>
              <a:endParaRPr lang="pt-BR" altLang="ko-KR" sz="1200" dirty="0"/>
            </a:p>
            <a:p>
              <a:pPr algn="ctr" latinLnBrk="1"/>
              <a:endParaRPr lang="ko-KR" altLang="en-US" sz="1200" b="1" dirty="0"/>
            </a:p>
          </p:txBody>
        </p:sp>
      </p:grpSp>
      <p:pic>
        <p:nvPicPr>
          <p:cNvPr id="2" name="그림 1">
            <a:extLst>
              <a:ext uri="{FF2B5EF4-FFF2-40B4-BE49-F238E27FC236}">
                <a16:creationId xmlns:a16="http://schemas.microsoft.com/office/drawing/2014/main" id="{B0427AF8-A21B-40FF-AA58-919893C336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1" y="1260196"/>
            <a:ext cx="3227449" cy="1290980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C8E7FF9E-DE29-4AC0-8F82-3948FDDFEB1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2" y="3279924"/>
            <a:ext cx="3192889" cy="1277156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DA0938AC-6E22-4385-9FDE-48F6D147DC7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2" y="5310949"/>
            <a:ext cx="3192889" cy="1277156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B9D11161-F507-458B-AD75-9380CEEBB71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8784" y="1276655"/>
            <a:ext cx="3176254" cy="1270502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6992310A-AF00-4935-B2D8-4BBC37A613D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8782" y="3190530"/>
            <a:ext cx="3192891" cy="1277156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5414DBF1-66B4-428D-8122-CBEC2AC62BC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8783" y="5314276"/>
            <a:ext cx="3176254" cy="1270502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037FCAF9-66BE-4633-BC24-599FA03657E0}"/>
              </a:ext>
            </a:extLst>
          </p:cNvPr>
          <p:cNvGrpSpPr/>
          <p:nvPr/>
        </p:nvGrpSpPr>
        <p:grpSpPr>
          <a:xfrm>
            <a:off x="668867" y="1566310"/>
            <a:ext cx="1290420" cy="4587791"/>
            <a:chOff x="668867" y="1566310"/>
            <a:chExt cx="1290420" cy="4587791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FE13151-BA46-4219-A32A-22942F00BBFD}"/>
                </a:ext>
              </a:extLst>
            </p:cNvPr>
            <p:cNvSpPr txBox="1"/>
            <p:nvPr/>
          </p:nvSpPr>
          <p:spPr>
            <a:xfrm>
              <a:off x="668867" y="5537725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testdata_230711</a:t>
              </a:r>
              <a:endParaRPr lang="ko-KR" altLang="en-US" sz="1200" b="1" dirty="0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ADEB3EAB-0072-4095-8733-FFDDAD956D2E}"/>
                </a:ext>
              </a:extLst>
            </p:cNvPr>
            <p:cNvSpPr txBox="1"/>
            <p:nvPr/>
          </p:nvSpPr>
          <p:spPr>
            <a:xfrm>
              <a:off x="672354" y="35521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220712</a:t>
              </a:r>
              <a:endParaRPr lang="ko-KR" altLang="en-US" sz="1200" b="1" dirty="0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800CA63C-8DB7-46FE-A1FF-5C3332D9E9F6}"/>
                </a:ext>
              </a:extLst>
            </p:cNvPr>
            <p:cNvSpPr txBox="1"/>
            <p:nvPr/>
          </p:nvSpPr>
          <p:spPr>
            <a:xfrm>
              <a:off x="668867" y="15663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200802</a:t>
              </a:r>
              <a:endParaRPr lang="ko-KR" altLang="en-US" sz="1200" b="1" dirty="0"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F471D7EC-A786-472B-86DD-C4736DB62A39}"/>
                </a:ext>
              </a:extLst>
            </p:cNvPr>
            <p:cNvSpPr txBox="1"/>
            <p:nvPr/>
          </p:nvSpPr>
          <p:spPr>
            <a:xfrm>
              <a:off x="668867" y="5877102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0.7324</a:t>
              </a:r>
              <a:endParaRPr lang="ko-KR" altLang="en-US" sz="1200" b="1" dirty="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CD3DAA8C-A351-4E6A-A57B-AB46DE11A446}"/>
                </a:ext>
              </a:extLst>
            </p:cNvPr>
            <p:cNvSpPr txBox="1"/>
            <p:nvPr/>
          </p:nvSpPr>
          <p:spPr>
            <a:xfrm>
              <a:off x="672354" y="38914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0.5927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53BFEBD7-87B5-494C-9DF1-3F7DF03D47F4}"/>
                </a:ext>
              </a:extLst>
            </p:cNvPr>
            <p:cNvSpPr txBox="1"/>
            <p:nvPr/>
          </p:nvSpPr>
          <p:spPr>
            <a:xfrm>
              <a:off x="668867" y="19056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pt-BR" altLang="ko-KR" sz="1200" dirty="0"/>
                <a:t>0.9719</a:t>
              </a:r>
              <a:endParaRPr lang="ko-KR" altLang="en-US" sz="1200" b="1" dirty="0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299677C7-71CB-488B-B73B-00A215738C6E}"/>
              </a:ext>
            </a:extLst>
          </p:cNvPr>
          <p:cNvSpPr txBox="1"/>
          <p:nvPr/>
        </p:nvSpPr>
        <p:spPr>
          <a:xfrm>
            <a:off x="270933" y="230419"/>
            <a:ext cx="78996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chemeClr val="accent5"/>
                </a:solidFill>
                <a:latin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</a:rPr>
              <a:t> </a:t>
            </a:r>
            <a:r>
              <a:rPr lang="en-US" altLang="ko-KR" sz="2000" b="1" dirty="0">
                <a:latin typeface="+mj-ea"/>
              </a:rPr>
              <a:t>– </a:t>
            </a:r>
            <a:r>
              <a:rPr lang="ko-KR" altLang="en-US" sz="2000" b="1" dirty="0">
                <a:latin typeface="+mj-ea"/>
              </a:rPr>
              <a:t>관심수위 </a:t>
            </a:r>
            <a:r>
              <a:rPr lang="en-US" altLang="ko-KR" sz="2000" b="1" dirty="0">
                <a:latin typeface="+mj-ea"/>
              </a:rPr>
              <a:t>( 20</a:t>
            </a:r>
            <a:r>
              <a:rPr lang="ko-KR" altLang="en-US" sz="2000" b="1" dirty="0">
                <a:latin typeface="+mj-ea"/>
              </a:rPr>
              <a:t>년 이후 </a:t>
            </a:r>
            <a:r>
              <a:rPr lang="en-US" altLang="ko-KR" sz="2000" b="1" dirty="0">
                <a:latin typeface="+mj-ea"/>
              </a:rPr>
              <a:t>+ </a:t>
            </a:r>
            <a:r>
              <a:rPr lang="ko-KR" altLang="en-US" sz="2000" b="1" dirty="0" err="1">
                <a:latin typeface="+mj-ea"/>
              </a:rPr>
              <a:t>누적강우</a:t>
            </a:r>
            <a:r>
              <a:rPr lang="ko-KR" altLang="en-US" sz="2000" b="1" dirty="0">
                <a:latin typeface="+mj-ea"/>
              </a:rPr>
              <a:t> </a:t>
            </a:r>
            <a:r>
              <a:rPr lang="en-US" altLang="ko-KR" sz="2000" b="1" dirty="0">
                <a:latin typeface="+mj-ea"/>
              </a:rPr>
              <a:t>)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B2122BB9-47FB-45EC-90F8-4D047CB2E50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2" y="707985"/>
            <a:ext cx="3227450" cy="493143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C064F5C2-DC10-4883-BBF0-744C9D0E928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2" y="2716152"/>
            <a:ext cx="3227450" cy="497547"/>
          </a:xfrm>
          <a:prstGeom prst="rect">
            <a:avLst/>
          </a:prstGeom>
        </p:spPr>
      </p:pic>
      <p:pic>
        <p:nvPicPr>
          <p:cNvPr id="33" name="그림 32">
            <a:extLst>
              <a:ext uri="{FF2B5EF4-FFF2-40B4-BE49-F238E27FC236}">
                <a16:creationId xmlns:a16="http://schemas.microsoft.com/office/drawing/2014/main" id="{559091C5-CC1F-4DED-BFEA-603FD5BE45FA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1" y="4747938"/>
            <a:ext cx="3192891" cy="497547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B8C6CD84-7FCB-4BB0-8CF0-D7A73E43F218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27589" y="716406"/>
            <a:ext cx="3227450" cy="488741"/>
          </a:xfrm>
          <a:prstGeom prst="rect">
            <a:avLst/>
          </a:prstGeom>
        </p:spPr>
      </p:pic>
      <p:pic>
        <p:nvPicPr>
          <p:cNvPr id="36" name="그림 35">
            <a:extLst>
              <a:ext uri="{FF2B5EF4-FFF2-40B4-BE49-F238E27FC236}">
                <a16:creationId xmlns:a16="http://schemas.microsoft.com/office/drawing/2014/main" id="{C785F6AC-F365-4F4B-A4CA-619DB8C42FA5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27589" y="2716152"/>
            <a:ext cx="3227450" cy="497547"/>
          </a:xfrm>
          <a:prstGeom prst="rect">
            <a:avLst/>
          </a:prstGeom>
        </p:spPr>
      </p:pic>
      <p:pic>
        <p:nvPicPr>
          <p:cNvPr id="43" name="그림 42">
            <a:extLst>
              <a:ext uri="{FF2B5EF4-FFF2-40B4-BE49-F238E27FC236}">
                <a16:creationId xmlns:a16="http://schemas.microsoft.com/office/drawing/2014/main" id="{B4019152-7D26-4B31-9503-DA6DD83D4E7F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62147" y="4747938"/>
            <a:ext cx="3192891" cy="4975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466989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3801708" y="3044279"/>
            <a:ext cx="458858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dirty="0">
                <a:latin typeface="+mj-ea"/>
                <a:ea typeface="+mj-ea"/>
              </a:rPr>
              <a:t>3. </a:t>
            </a:r>
            <a:r>
              <a:rPr lang="ko-KR" altLang="en-US" sz="4400" b="1" dirty="0">
                <a:latin typeface="+mj-ea"/>
                <a:ea typeface="+mj-ea"/>
              </a:rPr>
              <a:t>결론</a:t>
            </a:r>
            <a:endParaRPr lang="en-US" altLang="ko-KR" sz="4400" b="1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38268189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9D1C422-1565-448B-BCD7-AE68451E1256}"/>
              </a:ext>
            </a:extLst>
          </p:cNvPr>
          <p:cNvSpPr txBox="1"/>
          <p:nvPr/>
        </p:nvSpPr>
        <p:spPr>
          <a:xfrm>
            <a:off x="1751512" y="3123888"/>
            <a:ext cx="8688975" cy="11526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ctr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b="1" dirty="0">
                <a:latin typeface="+mj-ea"/>
              </a:rPr>
              <a:t>Parallel</a:t>
            </a:r>
            <a:r>
              <a:rPr lang="ko-KR" altLang="en-US" sz="1600" b="1" dirty="0">
                <a:latin typeface="+mj-ea"/>
              </a:rPr>
              <a:t> </a:t>
            </a:r>
            <a:r>
              <a:rPr lang="en-US" altLang="ko-KR" sz="1600" b="1" dirty="0">
                <a:latin typeface="+mj-ea"/>
              </a:rPr>
              <a:t>LSTM</a:t>
            </a:r>
            <a:r>
              <a:rPr lang="ko-KR" altLang="en-US" sz="1600" b="1" dirty="0">
                <a:latin typeface="+mj-ea"/>
              </a:rPr>
              <a:t> </a:t>
            </a:r>
            <a:r>
              <a:rPr lang="en-US" altLang="ko-KR" sz="1600" b="1" dirty="0">
                <a:latin typeface="+mj-ea"/>
              </a:rPr>
              <a:t>&gt;</a:t>
            </a:r>
            <a:r>
              <a:rPr lang="ko-KR" altLang="en-US" sz="1600" b="1" dirty="0">
                <a:latin typeface="+mj-ea"/>
              </a:rPr>
              <a:t> 단일 </a:t>
            </a:r>
            <a:r>
              <a:rPr lang="en-US" altLang="ko-KR" sz="1600" b="1" dirty="0">
                <a:latin typeface="+mj-ea"/>
              </a:rPr>
              <a:t>LSTM</a:t>
            </a:r>
          </a:p>
          <a:p>
            <a:pPr marL="285750" indent="-285750" algn="ctr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b="1" dirty="0">
                <a:latin typeface="+mj-ea"/>
              </a:rPr>
              <a:t>관심수위 </a:t>
            </a:r>
            <a:r>
              <a:rPr lang="en-US" altLang="ko-KR" sz="1600" b="1" dirty="0">
                <a:latin typeface="+mj-ea"/>
              </a:rPr>
              <a:t>+ 2020</a:t>
            </a:r>
            <a:r>
              <a:rPr lang="ko-KR" altLang="en-US" sz="1600" b="1" dirty="0">
                <a:latin typeface="+mj-ea"/>
              </a:rPr>
              <a:t>년 이후 학습 이 상대적으로 안정적인 성능</a:t>
            </a:r>
            <a:endParaRPr lang="en-US" altLang="ko-KR" sz="1600" b="1" dirty="0">
              <a:latin typeface="+mj-ea"/>
            </a:endParaRPr>
          </a:p>
          <a:p>
            <a:pPr marL="285750" indent="-285750" algn="ctr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b="1" dirty="0">
                <a:latin typeface="+mj-ea"/>
              </a:rPr>
              <a:t>22.07.12 </a:t>
            </a:r>
            <a:r>
              <a:rPr lang="ko-KR" altLang="en-US" sz="1600" b="1" dirty="0">
                <a:latin typeface="+mj-ea"/>
              </a:rPr>
              <a:t>유형 사상 </a:t>
            </a:r>
            <a:r>
              <a:rPr lang="en-US" altLang="ko-KR" sz="1600" b="1" dirty="0">
                <a:latin typeface="+mj-ea"/>
              </a:rPr>
              <a:t>: </a:t>
            </a:r>
            <a:r>
              <a:rPr lang="ko-KR" altLang="en-US" sz="1600" b="1" dirty="0" err="1">
                <a:latin typeface="+mj-ea"/>
              </a:rPr>
              <a:t>궁내교</a:t>
            </a:r>
            <a:r>
              <a:rPr lang="ko-KR" altLang="en-US" sz="1600" b="1" dirty="0">
                <a:latin typeface="+mj-ea"/>
              </a:rPr>
              <a:t> </a:t>
            </a:r>
            <a:r>
              <a:rPr lang="en-US" altLang="ko-KR" sz="1600" b="1" dirty="0">
                <a:latin typeface="+mj-ea"/>
              </a:rPr>
              <a:t>,</a:t>
            </a:r>
            <a:r>
              <a:rPr lang="ko-KR" altLang="en-US" sz="1600" b="1" dirty="0">
                <a:latin typeface="+mj-ea"/>
              </a:rPr>
              <a:t> </a:t>
            </a:r>
            <a:r>
              <a:rPr lang="ko-KR" altLang="en-US" sz="1600" b="1" dirty="0" err="1">
                <a:latin typeface="+mj-ea"/>
              </a:rPr>
              <a:t>대곡교</a:t>
            </a:r>
            <a:r>
              <a:rPr lang="ko-KR" altLang="en-US" sz="1600" b="1" dirty="0">
                <a:latin typeface="+mj-ea"/>
              </a:rPr>
              <a:t> 두 지점 동시에 성능이 저하</a:t>
            </a:r>
            <a:endParaRPr lang="en-US" altLang="ko-KR" sz="1600" b="1" dirty="0">
              <a:latin typeface="+mj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FFC5D8F-B21C-4009-818F-BFAA45A7BECD}"/>
              </a:ext>
            </a:extLst>
          </p:cNvPr>
          <p:cNvSpPr txBox="1"/>
          <p:nvPr/>
        </p:nvSpPr>
        <p:spPr>
          <a:xfrm>
            <a:off x="857663" y="802753"/>
            <a:ext cx="323841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결론</a:t>
            </a:r>
            <a:endParaRPr lang="en-US" altLang="ko-KR" sz="2000" b="1" dirty="0"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45861690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21C286A4-223F-4361-A376-48566B88985A}"/>
              </a:ext>
            </a:extLst>
          </p:cNvPr>
          <p:cNvSpPr txBox="1"/>
          <p:nvPr/>
        </p:nvSpPr>
        <p:spPr>
          <a:xfrm>
            <a:off x="5729855" y="3028252"/>
            <a:ext cx="5598544" cy="27171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ko-KR" altLang="en-US" sz="1000" b="1" dirty="0" err="1">
                <a:latin typeface="+mn-ea"/>
              </a:rPr>
              <a:t>다봉형</a:t>
            </a:r>
            <a:r>
              <a:rPr lang="ko-KR" altLang="en-US" sz="1000" b="1" dirty="0">
                <a:latin typeface="+mn-ea"/>
              </a:rPr>
              <a:t> </a:t>
            </a:r>
            <a:r>
              <a:rPr lang="en-US" altLang="ko-KR" sz="1000" b="1" dirty="0">
                <a:latin typeface="+mn-ea"/>
              </a:rPr>
              <a:t>( </a:t>
            </a:r>
            <a:r>
              <a:rPr lang="ko-KR" altLang="en-US" sz="1000" b="1" dirty="0">
                <a:latin typeface="+mn-ea"/>
              </a:rPr>
              <a:t>피크 </a:t>
            </a:r>
            <a:r>
              <a:rPr lang="en-US" altLang="ko-KR" sz="1000" b="1" dirty="0">
                <a:latin typeface="+mn-ea"/>
              </a:rPr>
              <a:t>2</a:t>
            </a:r>
            <a:r>
              <a:rPr lang="ko-KR" altLang="en-US" sz="1000" b="1" dirty="0">
                <a:latin typeface="+mn-ea"/>
              </a:rPr>
              <a:t>개 이상 </a:t>
            </a:r>
            <a:r>
              <a:rPr lang="en-US" altLang="ko-KR" sz="1000" b="1" dirty="0">
                <a:latin typeface="+mn-ea"/>
              </a:rPr>
              <a:t>)</a:t>
            </a:r>
          </a:p>
          <a:p>
            <a:pPr marL="171450" indent="-1714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ko-KR" altLang="en-US" sz="1000" b="1" dirty="0" err="1">
                <a:latin typeface="+mn-ea"/>
              </a:rPr>
              <a:t>플래토</a:t>
            </a:r>
            <a:r>
              <a:rPr lang="ko-KR" altLang="en-US" sz="1000" b="1" dirty="0">
                <a:latin typeface="+mn-ea"/>
              </a:rPr>
              <a:t> </a:t>
            </a:r>
            <a:r>
              <a:rPr lang="en-US" altLang="ko-KR" sz="1000" b="1" dirty="0">
                <a:latin typeface="+mn-ea"/>
              </a:rPr>
              <a:t>( </a:t>
            </a:r>
            <a:r>
              <a:rPr lang="ko-KR" altLang="en-US" sz="1000" b="1" dirty="0">
                <a:latin typeface="+mn-ea"/>
              </a:rPr>
              <a:t>계단식 </a:t>
            </a:r>
            <a:r>
              <a:rPr lang="en-US" altLang="ko-KR" sz="1000" b="1" dirty="0">
                <a:latin typeface="+mn-ea"/>
              </a:rPr>
              <a:t>)</a:t>
            </a:r>
          </a:p>
          <a:p>
            <a:pPr marL="171450" indent="-1714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ko-KR" altLang="en-US" sz="1000" b="1" dirty="0">
                <a:latin typeface="+mn-ea"/>
              </a:rPr>
              <a:t>급격한 상승 </a:t>
            </a:r>
            <a:endParaRPr lang="en-US" altLang="ko-KR" sz="1000" b="1" dirty="0">
              <a:latin typeface="+mn-ea"/>
            </a:endParaRPr>
          </a:p>
          <a:p>
            <a:pPr marL="171450" indent="-1714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ko-KR" altLang="en-US" sz="1000" b="1" dirty="0">
                <a:latin typeface="+mn-ea"/>
              </a:rPr>
              <a:t>기저수위 </a:t>
            </a:r>
            <a:r>
              <a:rPr lang="en-US" altLang="ko-KR" sz="1000" b="1" dirty="0">
                <a:latin typeface="+mn-ea"/>
              </a:rPr>
              <a:t>( </a:t>
            </a:r>
            <a:r>
              <a:rPr lang="ko-KR" altLang="en-US" sz="1000" b="1" dirty="0">
                <a:latin typeface="+mn-ea"/>
              </a:rPr>
              <a:t>예측 시작 직전 수위 </a:t>
            </a:r>
            <a:r>
              <a:rPr lang="en-US" altLang="ko-KR" sz="1000" b="1" dirty="0">
                <a:latin typeface="+mn-ea"/>
              </a:rPr>
              <a:t>) </a:t>
            </a:r>
            <a:r>
              <a:rPr lang="ko-KR" altLang="en-US" sz="1000" b="1" dirty="0">
                <a:latin typeface="+mn-ea"/>
              </a:rPr>
              <a:t>가 이벤트 중간에 비정상적으로 이동 </a:t>
            </a:r>
            <a:br>
              <a:rPr lang="en-US" altLang="ko-KR" sz="1000" b="1" dirty="0">
                <a:latin typeface="+mn-ea"/>
              </a:rPr>
            </a:br>
            <a:r>
              <a:rPr lang="en-US" altLang="ko-KR" sz="1000" b="1" dirty="0">
                <a:latin typeface="+mn-ea"/>
              </a:rPr>
              <a:t>( </a:t>
            </a:r>
            <a:r>
              <a:rPr lang="ko-KR" altLang="en-US" sz="1000" b="1" dirty="0">
                <a:latin typeface="+mn-ea"/>
              </a:rPr>
              <a:t>배수</a:t>
            </a:r>
            <a:r>
              <a:rPr lang="en-US" altLang="ko-KR" sz="1000" b="1" dirty="0">
                <a:latin typeface="+mn-ea"/>
              </a:rPr>
              <a:t>/ </a:t>
            </a:r>
            <a:r>
              <a:rPr lang="ko-KR" altLang="en-US" sz="1000" b="1" dirty="0">
                <a:latin typeface="+mn-ea"/>
              </a:rPr>
              <a:t>펌프 </a:t>
            </a:r>
            <a:r>
              <a:rPr lang="en-US" altLang="ko-KR" sz="1000" b="1" dirty="0">
                <a:latin typeface="+mn-ea"/>
              </a:rPr>
              <a:t>/ </a:t>
            </a:r>
            <a:r>
              <a:rPr lang="ko-KR" altLang="en-US" sz="1000" b="1" dirty="0">
                <a:latin typeface="+mn-ea"/>
              </a:rPr>
              <a:t>지류 </a:t>
            </a:r>
            <a:r>
              <a:rPr lang="en-US" altLang="ko-KR" sz="1000" b="1" dirty="0">
                <a:latin typeface="+mn-ea"/>
              </a:rPr>
              <a:t>· </a:t>
            </a:r>
            <a:r>
              <a:rPr lang="ko-KR" altLang="en-US" sz="1000" b="1" dirty="0">
                <a:latin typeface="+mn-ea"/>
              </a:rPr>
              <a:t>역류 영향 </a:t>
            </a:r>
            <a:r>
              <a:rPr lang="en-US" altLang="ko-KR" sz="1000" b="1" dirty="0">
                <a:latin typeface="+mn-ea"/>
              </a:rPr>
              <a:t>)</a:t>
            </a:r>
          </a:p>
          <a:p>
            <a:pPr marL="171450" indent="-1714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ko-KR" altLang="en-US" sz="1000" b="1" dirty="0">
                <a:latin typeface="+mn-ea"/>
              </a:rPr>
              <a:t>상태가 다른데 같은 강우 </a:t>
            </a:r>
            <a:r>
              <a:rPr lang="en-US" altLang="ko-KR" sz="1000" b="1" dirty="0">
                <a:latin typeface="+mn-ea"/>
              </a:rPr>
              <a:t>- </a:t>
            </a:r>
            <a:r>
              <a:rPr lang="ko-KR" altLang="en-US" sz="1000" b="1" dirty="0">
                <a:latin typeface="+mn-ea"/>
              </a:rPr>
              <a:t>수위 반응을 강요 하는 상황 </a:t>
            </a:r>
            <a:r>
              <a:rPr lang="en-US" altLang="ko-KR" sz="1000" b="1" dirty="0">
                <a:latin typeface="+mn-ea"/>
              </a:rPr>
              <a:t>: </a:t>
            </a:r>
            <a:r>
              <a:rPr lang="ko-KR" altLang="en-US" sz="1000" b="1" dirty="0">
                <a:latin typeface="+mn-ea"/>
              </a:rPr>
              <a:t>동일 강우라도 수위 반응이 달라짐</a:t>
            </a:r>
            <a:br>
              <a:rPr lang="en-US" altLang="ko-KR" sz="1000" b="1" dirty="0">
                <a:latin typeface="+mn-ea"/>
              </a:rPr>
            </a:br>
            <a:r>
              <a:rPr lang="en-US" altLang="ko-KR" sz="1000" b="1" dirty="0">
                <a:latin typeface="+mn-ea"/>
              </a:rPr>
              <a:t>( </a:t>
            </a:r>
            <a:r>
              <a:rPr lang="ko-KR" altLang="en-US" sz="1000" b="1" dirty="0">
                <a:latin typeface="+mn-ea"/>
              </a:rPr>
              <a:t>선행 포화 </a:t>
            </a:r>
            <a:r>
              <a:rPr lang="en-US" altLang="ko-KR" sz="1000" b="1" dirty="0">
                <a:latin typeface="+mn-ea"/>
              </a:rPr>
              <a:t>/ </a:t>
            </a:r>
            <a:r>
              <a:rPr lang="ko-KR" altLang="en-US" sz="1000" b="1" dirty="0">
                <a:latin typeface="+mn-ea"/>
              </a:rPr>
              <a:t>저류 </a:t>
            </a:r>
            <a:r>
              <a:rPr lang="en-US" altLang="ko-KR" sz="1000" b="1" dirty="0">
                <a:latin typeface="+mn-ea"/>
              </a:rPr>
              <a:t>, </a:t>
            </a:r>
            <a:r>
              <a:rPr lang="ko-KR" altLang="en-US" sz="1000" b="1" dirty="0" err="1">
                <a:latin typeface="+mn-ea"/>
              </a:rPr>
              <a:t>관거</a:t>
            </a:r>
            <a:r>
              <a:rPr lang="ko-KR" altLang="en-US" sz="1000" b="1" dirty="0">
                <a:latin typeface="+mn-ea"/>
              </a:rPr>
              <a:t> </a:t>
            </a:r>
            <a:r>
              <a:rPr lang="en-US" altLang="ko-KR" sz="1000" b="1" dirty="0">
                <a:latin typeface="+mn-ea"/>
              </a:rPr>
              <a:t>/ </a:t>
            </a:r>
            <a:r>
              <a:rPr lang="ko-KR" altLang="en-US" sz="1000" b="1" dirty="0" err="1">
                <a:latin typeface="+mn-ea"/>
              </a:rPr>
              <a:t>우수토실</a:t>
            </a:r>
            <a:r>
              <a:rPr lang="ko-KR" altLang="en-US" sz="1000" b="1" dirty="0">
                <a:latin typeface="+mn-ea"/>
              </a:rPr>
              <a:t> </a:t>
            </a:r>
            <a:r>
              <a:rPr lang="en-US" altLang="ko-KR" sz="1000" b="1" dirty="0">
                <a:latin typeface="+mn-ea"/>
              </a:rPr>
              <a:t>, </a:t>
            </a:r>
            <a:r>
              <a:rPr lang="ko-KR" altLang="en-US" sz="1000" b="1" dirty="0">
                <a:latin typeface="+mn-ea"/>
              </a:rPr>
              <a:t>하천 시설물 운영 </a:t>
            </a:r>
            <a:r>
              <a:rPr lang="en-US" altLang="ko-KR" sz="1000" b="1" dirty="0">
                <a:latin typeface="+mn-ea"/>
              </a:rPr>
              <a:t>, </a:t>
            </a:r>
            <a:r>
              <a:rPr lang="ko-KR" altLang="en-US" sz="1000" b="1" dirty="0" err="1">
                <a:latin typeface="+mn-ea"/>
              </a:rPr>
              <a:t>역수위</a:t>
            </a:r>
            <a:r>
              <a:rPr lang="ko-KR" altLang="en-US" sz="1000" b="1" dirty="0">
                <a:latin typeface="+mn-ea"/>
              </a:rPr>
              <a:t> 영향 등 </a:t>
            </a:r>
            <a:r>
              <a:rPr lang="en-US" altLang="ko-KR" sz="1000" b="1" dirty="0">
                <a:latin typeface="+mn-ea"/>
              </a:rPr>
              <a:t>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85A95E7-CF75-48CD-BD88-83C2EE39136A}"/>
              </a:ext>
            </a:extLst>
          </p:cNvPr>
          <p:cNvSpPr txBox="1"/>
          <p:nvPr/>
        </p:nvSpPr>
        <p:spPr>
          <a:xfrm>
            <a:off x="1223518" y="3028252"/>
            <a:ext cx="3746415" cy="25825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ko-KR" altLang="en-US" sz="1000" b="1" dirty="0">
                <a:latin typeface="+mn-ea"/>
              </a:rPr>
              <a:t>주로 </a:t>
            </a:r>
            <a:r>
              <a:rPr lang="en-US" altLang="ko-KR" sz="1000" b="1" dirty="0"/>
              <a:t>20.08.02 </a:t>
            </a:r>
            <a:endParaRPr lang="en-US" altLang="ko-KR" sz="1000" b="1" dirty="0">
              <a:latin typeface="+mn-ea"/>
            </a:endParaRP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000" b="1" dirty="0" err="1">
                <a:latin typeface="+mn-ea"/>
              </a:rPr>
              <a:t>단봉형</a:t>
            </a:r>
            <a:r>
              <a:rPr lang="ko-KR" altLang="en-US" sz="1000" b="1" dirty="0">
                <a:latin typeface="+mn-ea"/>
              </a:rPr>
              <a:t> </a:t>
            </a:r>
            <a:r>
              <a:rPr lang="en-US" altLang="ko-KR" sz="1000" b="1" dirty="0">
                <a:latin typeface="+mn-ea"/>
              </a:rPr>
              <a:t>( </a:t>
            </a:r>
            <a:r>
              <a:rPr lang="ko-KR" altLang="en-US" sz="1000" b="1" dirty="0">
                <a:latin typeface="+mn-ea"/>
              </a:rPr>
              <a:t>피크 </a:t>
            </a:r>
            <a:r>
              <a:rPr lang="en-US" altLang="ko-KR" sz="1000" b="1" dirty="0">
                <a:latin typeface="+mn-ea"/>
              </a:rPr>
              <a:t>1</a:t>
            </a:r>
            <a:r>
              <a:rPr lang="ko-KR" altLang="en-US" sz="1000" b="1" dirty="0">
                <a:latin typeface="+mn-ea"/>
              </a:rPr>
              <a:t>개 </a:t>
            </a:r>
            <a:r>
              <a:rPr lang="en-US" altLang="ko-KR" sz="1000" b="1" dirty="0">
                <a:latin typeface="+mn-ea"/>
              </a:rPr>
              <a:t>) 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000" b="1" dirty="0">
                <a:latin typeface="+mn-ea"/>
              </a:rPr>
              <a:t>상승</a:t>
            </a:r>
            <a:r>
              <a:rPr lang="en-US" altLang="ko-KR" sz="1000" b="1" dirty="0">
                <a:latin typeface="+mn-ea"/>
              </a:rPr>
              <a:t>/</a:t>
            </a:r>
            <a:r>
              <a:rPr lang="ko-KR" altLang="en-US" sz="1000" b="1" dirty="0">
                <a:latin typeface="+mn-ea"/>
              </a:rPr>
              <a:t>하강이 비교적 매끈한 이벤트</a:t>
            </a:r>
            <a:endParaRPr lang="en-US" altLang="ko-KR" sz="1000" b="1" dirty="0">
              <a:latin typeface="+mn-ea"/>
            </a:endParaRP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1000" b="1" dirty="0">
                <a:latin typeface="+mn-ea"/>
              </a:rPr>
              <a:t>6</a:t>
            </a:r>
            <a:r>
              <a:rPr lang="ko-KR" altLang="en-US" sz="1000" b="1" dirty="0">
                <a:latin typeface="+mn-ea"/>
              </a:rPr>
              <a:t>시간 윈도우 내에 주요 상승이 다 들어오는 이벤트</a:t>
            </a:r>
            <a:endParaRPr lang="en-US" altLang="ko-KR" sz="1000" b="1" dirty="0">
              <a:latin typeface="+mn-ea"/>
            </a:endParaRP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000" b="1" dirty="0">
                <a:latin typeface="+mn-ea"/>
              </a:rPr>
              <a:t>기저수위 </a:t>
            </a:r>
            <a:r>
              <a:rPr lang="en-US" altLang="ko-KR" sz="1000" b="1" dirty="0">
                <a:latin typeface="+mn-ea"/>
              </a:rPr>
              <a:t>( </a:t>
            </a:r>
            <a:r>
              <a:rPr lang="ko-KR" altLang="en-US" sz="1000" b="1" dirty="0">
                <a:latin typeface="+mn-ea"/>
              </a:rPr>
              <a:t>예측 시작 직전 수위 </a:t>
            </a:r>
            <a:r>
              <a:rPr lang="en-US" altLang="ko-KR" sz="1000" b="1" dirty="0">
                <a:latin typeface="+mn-ea"/>
              </a:rPr>
              <a:t>) </a:t>
            </a:r>
            <a:r>
              <a:rPr lang="ko-KR" altLang="en-US" sz="1000" b="1" dirty="0">
                <a:latin typeface="+mn-ea"/>
              </a:rPr>
              <a:t>가 안정적인 이벤트</a:t>
            </a:r>
            <a:endParaRPr lang="en-US" altLang="ko-KR" sz="1000" b="1" dirty="0">
              <a:latin typeface="+mn-ea"/>
            </a:endParaRP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000" b="1" dirty="0" err="1">
                <a:latin typeface="+mn-ea"/>
              </a:rPr>
              <a:t>선행강우</a:t>
            </a:r>
            <a:r>
              <a:rPr lang="ko-KR" altLang="en-US" sz="1000" b="1" dirty="0">
                <a:latin typeface="+mn-ea"/>
              </a:rPr>
              <a:t> </a:t>
            </a:r>
            <a:r>
              <a:rPr lang="en-US" altLang="ko-KR" sz="1000" b="1" dirty="0">
                <a:latin typeface="+mn-ea"/>
              </a:rPr>
              <a:t>- </a:t>
            </a:r>
            <a:r>
              <a:rPr lang="ko-KR" altLang="en-US" sz="1000" b="1" dirty="0">
                <a:latin typeface="+mn-ea"/>
              </a:rPr>
              <a:t>수위 상태가 “ 학습에서 흔히 본 ” 범위</a:t>
            </a:r>
            <a:endParaRPr lang="en-US" altLang="ko-KR" sz="1000" b="1" dirty="0">
              <a:latin typeface="+mn-ea"/>
            </a:endParaRP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000" b="1" dirty="0">
                <a:latin typeface="+mn-ea"/>
              </a:rPr>
              <a:t>이때 </a:t>
            </a:r>
            <a:r>
              <a:rPr lang="en-US" altLang="ko-KR" sz="1000" b="1" dirty="0">
                <a:latin typeface="+mn-ea"/>
              </a:rPr>
              <a:t>Lag </a:t>
            </a:r>
            <a:r>
              <a:rPr lang="en-US" altLang="ko-KR" sz="1000" b="1" u="sng" dirty="0"/>
              <a:t>( </a:t>
            </a:r>
            <a:r>
              <a:rPr lang="ko-KR" altLang="en-US" sz="1000" b="1" u="sng" dirty="0"/>
              <a:t>지연시간 </a:t>
            </a:r>
            <a:r>
              <a:rPr lang="en-US" altLang="ko-KR" sz="1000" b="1" u="sng" dirty="0"/>
              <a:t>)</a:t>
            </a:r>
            <a:r>
              <a:rPr lang="en-US" altLang="ko-KR" sz="1000" b="1" dirty="0">
                <a:latin typeface="+mn-ea"/>
              </a:rPr>
              <a:t> ≈ 0 ~ ± 20 </a:t>
            </a:r>
            <a:r>
              <a:rPr lang="ko-KR" altLang="en-US" sz="1000" b="1" dirty="0">
                <a:latin typeface="+mn-ea"/>
              </a:rPr>
              <a:t>분 </a:t>
            </a:r>
            <a:r>
              <a:rPr lang="en-US" altLang="ko-KR" sz="1000" b="1" dirty="0">
                <a:latin typeface="+mn-ea"/>
              </a:rPr>
              <a:t>,</a:t>
            </a:r>
            <a:br>
              <a:rPr lang="en-US" altLang="ko-KR" sz="1000" b="1" dirty="0">
                <a:latin typeface="+mn-ea"/>
              </a:rPr>
            </a:br>
            <a:r>
              <a:rPr lang="en-US" altLang="ko-KR" sz="1000" b="1" dirty="0">
                <a:latin typeface="+mn-ea"/>
              </a:rPr>
              <a:t> Amplitude ( </a:t>
            </a:r>
            <a:r>
              <a:rPr lang="ko-KR" altLang="en-US" sz="1000" b="1" dirty="0">
                <a:latin typeface="+mn-ea"/>
              </a:rPr>
              <a:t>피크 </a:t>
            </a:r>
            <a:r>
              <a:rPr lang="en-US" altLang="ko-KR" sz="1000" b="1" dirty="0">
                <a:latin typeface="+mn-ea"/>
              </a:rPr>
              <a:t>) </a:t>
            </a:r>
            <a:r>
              <a:rPr lang="ko-KR" altLang="en-US" sz="1000" b="1" dirty="0">
                <a:latin typeface="+mn-ea"/>
              </a:rPr>
              <a:t>도 대체로 </a:t>
            </a:r>
            <a:r>
              <a:rPr lang="en-US" altLang="ko-KR" sz="1000" b="1" dirty="0">
                <a:latin typeface="+mn-ea"/>
              </a:rPr>
              <a:t>0.95 ~ 1.05 </a:t>
            </a:r>
            <a:r>
              <a:rPr lang="ko-KR" altLang="en-US" sz="1000" b="1" dirty="0">
                <a:latin typeface="+mn-ea"/>
              </a:rPr>
              <a:t>근처로 유지</a:t>
            </a:r>
            <a:endParaRPr lang="en-US" altLang="ko-KR" sz="1000" b="1" dirty="0">
              <a:latin typeface="+mn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DAC6024-8E0D-419A-86FC-54F64736DF27}"/>
              </a:ext>
            </a:extLst>
          </p:cNvPr>
          <p:cNvSpPr txBox="1"/>
          <p:nvPr/>
        </p:nvSpPr>
        <p:spPr>
          <a:xfrm>
            <a:off x="857663" y="802753"/>
            <a:ext cx="323841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예측 구간 별 특징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C35253E-1A55-4A26-8870-C695ED7B36D8}"/>
              </a:ext>
            </a:extLst>
          </p:cNvPr>
          <p:cNvSpPr txBox="1"/>
          <p:nvPr/>
        </p:nvSpPr>
        <p:spPr>
          <a:xfrm>
            <a:off x="1223518" y="2230721"/>
            <a:ext cx="20784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>
                <a:latin typeface="+mj-ea"/>
              </a:rPr>
              <a:t>예측 잘 맞는 구간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F891322-A0A6-4C9F-8633-BF75C6327AAF}"/>
              </a:ext>
            </a:extLst>
          </p:cNvPr>
          <p:cNvSpPr txBox="1"/>
          <p:nvPr/>
        </p:nvSpPr>
        <p:spPr>
          <a:xfrm>
            <a:off x="5729855" y="2230721"/>
            <a:ext cx="20784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>
                <a:latin typeface="+mj-ea"/>
              </a:rPr>
              <a:t>예측이 잘 틀리는 구간</a:t>
            </a: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622947B5-ED37-40A9-9D62-0A527ADD2EDD}"/>
              </a:ext>
            </a:extLst>
          </p:cNvPr>
          <p:cNvCxnSpPr>
            <a:cxnSpLocks/>
          </p:cNvCxnSpPr>
          <p:nvPr/>
        </p:nvCxnSpPr>
        <p:spPr>
          <a:xfrm>
            <a:off x="5291667" y="2354906"/>
            <a:ext cx="0" cy="3145612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569302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3335954" y="2828835"/>
            <a:ext cx="552009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dirty="0">
                <a:latin typeface="+mj-ea"/>
                <a:ea typeface="+mj-ea"/>
              </a:rPr>
              <a:t>4. </a:t>
            </a:r>
            <a:r>
              <a:rPr lang="ko-KR" altLang="en-US" sz="4400" b="1" dirty="0">
                <a:latin typeface="+mj-ea"/>
              </a:rPr>
              <a:t>추가 분석</a:t>
            </a:r>
            <a:endParaRPr lang="en-US" altLang="ko-KR" sz="4400" b="1" dirty="0">
              <a:latin typeface="+mj-ea"/>
            </a:endParaRPr>
          </a:p>
          <a:p>
            <a:pPr algn="ctr"/>
            <a:r>
              <a:rPr lang="en-US" altLang="ko-KR" sz="2800" b="1" dirty="0">
                <a:latin typeface="+mj-ea"/>
              </a:rPr>
              <a:t>( </a:t>
            </a:r>
            <a:r>
              <a:rPr lang="ko-KR" altLang="en-US" sz="2800" b="1" dirty="0">
                <a:latin typeface="+mj-ea"/>
              </a:rPr>
              <a:t>관심수위 </a:t>
            </a:r>
            <a:r>
              <a:rPr lang="en-US" altLang="ko-KR" sz="2800" b="1" dirty="0">
                <a:latin typeface="+mj-ea"/>
              </a:rPr>
              <a:t>+ 2020</a:t>
            </a:r>
            <a:r>
              <a:rPr lang="ko-KR" altLang="en-US" sz="2800" b="1" dirty="0">
                <a:latin typeface="+mj-ea"/>
              </a:rPr>
              <a:t>년 이후 학습 </a:t>
            </a:r>
            <a:r>
              <a:rPr lang="en-US" altLang="ko-KR" sz="2800" b="1" dirty="0">
                <a:latin typeface="+mj-ea"/>
              </a:rPr>
              <a:t>)</a:t>
            </a:r>
            <a:r>
              <a:rPr lang="ko-KR" altLang="en-US" sz="2800" b="1" dirty="0">
                <a:latin typeface="+mj-ea"/>
              </a:rPr>
              <a:t> </a:t>
            </a:r>
            <a:endParaRPr lang="en-US" altLang="ko-KR" sz="2800" b="1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51882534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2ADFECC6-CD90-4CFA-883C-B5FAD261B0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2563088"/>
              </p:ext>
            </p:extLst>
          </p:nvPr>
        </p:nvGraphicFramePr>
        <p:xfrm>
          <a:off x="4481764" y="3719004"/>
          <a:ext cx="1828800" cy="294894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760095">
                  <a:extLst>
                    <a:ext uri="{9D8B030D-6E8A-4147-A177-3AD203B41FA5}">
                      <a16:colId xmlns:a16="http://schemas.microsoft.com/office/drawing/2014/main" val="3801447405"/>
                    </a:ext>
                  </a:extLst>
                </a:gridCol>
                <a:gridCol w="1068705">
                  <a:extLst>
                    <a:ext uri="{9D8B030D-6E8A-4147-A177-3AD203B41FA5}">
                      <a16:colId xmlns:a16="http://schemas.microsoft.com/office/drawing/2014/main" val="3342593832"/>
                    </a:ext>
                  </a:extLst>
                </a:gridCol>
              </a:tblGrid>
              <a:tr h="353060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dirty="0" err="1">
                          <a:solidFill>
                            <a:schemeClr val="bg1"/>
                          </a:solidFill>
                        </a:rPr>
                        <a:t>대곡교</a:t>
                      </a:r>
                      <a:endParaRPr lang="ko-KR" altLang="en-US" sz="11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Test data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050" b="1" dirty="0"/>
                        <a:t>1</a:t>
                      </a:r>
                      <a:r>
                        <a:rPr lang="ko-KR" altLang="en-US" sz="1050" b="1" dirty="0"/>
                        <a:t>시간</a:t>
                      </a:r>
                      <a:endParaRPr lang="pt-BR" altLang="ko-KR" sz="105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11457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20.08.02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+0.04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( </a:t>
                      </a:r>
                      <a:r>
                        <a:rPr lang="en-US" altLang="ko-KR" sz="1100" dirty="0"/>
                        <a:t>98.3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% 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22.07.12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+0.29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( </a:t>
                      </a:r>
                      <a:r>
                        <a:rPr lang="en-US" altLang="ko-KR" sz="1100" dirty="0"/>
                        <a:t>93.6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% 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23.07.11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+0.07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( </a:t>
                      </a:r>
                      <a:r>
                        <a:rPr lang="en-US" altLang="ko-KR" sz="1100" dirty="0"/>
                        <a:t>96.6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% 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>
                          <a:solidFill>
                            <a:schemeClr val="tx1"/>
                          </a:solidFill>
                        </a:rPr>
                        <a:t>24.07.23</a:t>
                      </a:r>
                      <a:endParaRPr lang="ko-KR" altLang="en-US" sz="1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+0.01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( </a:t>
                      </a:r>
                      <a:r>
                        <a:rPr lang="en-US" altLang="ko-KR" sz="1100" dirty="0"/>
                        <a:t>99.4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% 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896286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25.07.16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+0.10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( </a:t>
                      </a:r>
                      <a:r>
                        <a:rPr lang="en-US" altLang="ko-KR" sz="1100" dirty="0"/>
                        <a:t>95.0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% 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946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25.08.14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-0.30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( </a:t>
                      </a:r>
                      <a:r>
                        <a:rPr lang="en-US" altLang="ko-KR" sz="1100" dirty="0"/>
                        <a:t>89.5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% 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67107547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D5651852-02DD-4707-8B49-FF05B1E853AC}"/>
              </a:ext>
            </a:extLst>
          </p:cNvPr>
          <p:cNvSpPr txBox="1"/>
          <p:nvPr/>
        </p:nvSpPr>
        <p:spPr>
          <a:xfrm>
            <a:off x="857663" y="802753"/>
            <a:ext cx="323841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오차 </a:t>
            </a:r>
            <a:r>
              <a:rPr lang="en-US" altLang="ko-KR" sz="2000" b="1" dirty="0">
                <a:latin typeface="+mj-ea"/>
              </a:rPr>
              <a:t>, </a:t>
            </a:r>
            <a:r>
              <a:rPr lang="ko-KR" altLang="en-US" sz="2000" b="1" dirty="0">
                <a:latin typeface="+mj-ea"/>
              </a:rPr>
              <a:t>정확도</a:t>
            </a:r>
          </a:p>
        </p:txBody>
      </p:sp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3A724284-476A-4F2E-9D19-15387F796A9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8700802"/>
              </p:ext>
            </p:extLst>
          </p:nvPr>
        </p:nvGraphicFramePr>
        <p:xfrm>
          <a:off x="6392333" y="543385"/>
          <a:ext cx="1492886" cy="294894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746443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  <a:gridCol w="746443">
                  <a:extLst>
                    <a:ext uri="{9D8B030D-6E8A-4147-A177-3AD203B41FA5}">
                      <a16:colId xmlns:a16="http://schemas.microsoft.com/office/drawing/2014/main" val="310044396"/>
                    </a:ext>
                  </a:extLst>
                </a:gridCol>
              </a:tblGrid>
              <a:tr h="35306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1" dirty="0"/>
                        <a:t>1</a:t>
                      </a:r>
                      <a:r>
                        <a:rPr lang="ko-KR" altLang="en-US" sz="1100" b="1" dirty="0"/>
                        <a:t>시간 </a:t>
                      </a:r>
                      <a:r>
                        <a:rPr lang="en-US" altLang="ko-KR" sz="1100" b="1" dirty="0"/>
                        <a:t>( </a:t>
                      </a:r>
                      <a:r>
                        <a:rPr lang="ko-KR" altLang="en-US" sz="1100" b="1" dirty="0" err="1"/>
                        <a:t>궁내교</a:t>
                      </a:r>
                      <a:r>
                        <a:rPr lang="ko-KR" altLang="en-US" sz="1100" b="1" dirty="0"/>
                        <a:t> </a:t>
                      </a:r>
                      <a:r>
                        <a:rPr lang="en-US" altLang="ko-KR" sz="1100" b="1" dirty="0"/>
                        <a:t>)</a:t>
                      </a:r>
                      <a:endParaRPr lang="ko-KR" altLang="en-US" sz="11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50" b="1" dirty="0"/>
                        <a:t>관측수위</a:t>
                      </a:r>
                      <a:endParaRPr lang="pt-BR" altLang="ko-KR" sz="105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50" b="1" dirty="0"/>
                        <a:t>예측수위</a:t>
                      </a:r>
                      <a:endParaRPr lang="pt-BR" altLang="ko-KR" sz="105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11457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onsolas" panose="020B0609020204030204" pitchFamily="49" charset="0"/>
                        </a:rPr>
                        <a:t>1.3</a:t>
                      </a:r>
                      <a:endParaRPr kumimoji="0" lang="pt-BR" altLang="ko-K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onsolas" panose="020B0609020204030204" pitchFamily="49" charset="0"/>
                        </a:rPr>
                        <a:t>1.37</a:t>
                      </a:r>
                      <a:endParaRPr kumimoji="0" lang="pt-BR" altLang="ko-K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onsolas" panose="020B0609020204030204" pitchFamily="49" charset="0"/>
                        </a:rPr>
                        <a:t>2.31</a:t>
                      </a:r>
                      <a:endParaRPr kumimoji="0" lang="pt-BR" altLang="ko-K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onsolas" panose="020B0609020204030204" pitchFamily="49" charset="0"/>
                        </a:rPr>
                        <a:t>2.53</a:t>
                      </a:r>
                      <a:endParaRPr kumimoji="0" lang="pt-BR" altLang="ko-K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libri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1.94</a:t>
                      </a:r>
                      <a:endParaRPr kumimoji="0" lang="pt-BR" altLang="ko-K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libri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1.44</a:t>
                      </a:r>
                      <a:endParaRPr kumimoji="0" lang="pt-BR" altLang="ko-K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libri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onsolas" panose="020B0609020204030204" pitchFamily="49" charset="0"/>
                        </a:rPr>
                        <a:t>1.67</a:t>
                      </a:r>
                      <a:endParaRPr kumimoji="0" lang="pt-BR" altLang="ko-K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onsolas" panose="020B0609020204030204" pitchFamily="49" charset="0"/>
                        </a:rPr>
                        <a:t>1.46</a:t>
                      </a:r>
                      <a:endParaRPr kumimoji="0" lang="pt-BR" altLang="ko-K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896286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onsolas" panose="020B0609020204030204" pitchFamily="49" charset="0"/>
                        </a:rPr>
                        <a:t>1.23</a:t>
                      </a:r>
                      <a:endParaRPr kumimoji="0" lang="pt-BR" altLang="ko-K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onsolas" panose="020B0609020204030204" pitchFamily="49" charset="0"/>
                        </a:rPr>
                        <a:t>1.14</a:t>
                      </a:r>
                      <a:endParaRPr kumimoji="0" lang="pt-BR" altLang="ko-K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946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onsolas" panose="020B0609020204030204" pitchFamily="49" charset="0"/>
                        </a:rPr>
                        <a:t>1.24</a:t>
                      </a:r>
                      <a:endParaRPr kumimoji="0" lang="pt-BR" altLang="ko-K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Consolas" panose="020B0609020204030204" pitchFamily="49" charset="0"/>
                        </a:rPr>
                        <a:t>1.32</a:t>
                      </a:r>
                      <a:endParaRPr kumimoji="0" lang="pt-BR" altLang="ko-K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67107547"/>
                  </a:ext>
                </a:extLst>
              </a:tr>
            </a:tbl>
          </a:graphicData>
        </a:graphic>
      </p:graphicFrame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6110B80F-BE7C-4380-BA74-BE825E62EE1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747568"/>
              </p:ext>
            </p:extLst>
          </p:nvPr>
        </p:nvGraphicFramePr>
        <p:xfrm>
          <a:off x="6392333" y="3711498"/>
          <a:ext cx="1492886" cy="294894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746443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  <a:gridCol w="746443">
                  <a:extLst>
                    <a:ext uri="{9D8B030D-6E8A-4147-A177-3AD203B41FA5}">
                      <a16:colId xmlns:a16="http://schemas.microsoft.com/office/drawing/2014/main" val="310044396"/>
                    </a:ext>
                  </a:extLst>
                </a:gridCol>
              </a:tblGrid>
              <a:tr h="35306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1" dirty="0"/>
                        <a:t>1</a:t>
                      </a:r>
                      <a:r>
                        <a:rPr lang="ko-KR" altLang="en-US" sz="1100" b="1" dirty="0"/>
                        <a:t>시간 </a:t>
                      </a:r>
                      <a:r>
                        <a:rPr lang="en-US" altLang="ko-KR" sz="1100" b="1" dirty="0"/>
                        <a:t>( </a:t>
                      </a:r>
                      <a:r>
                        <a:rPr lang="ko-KR" altLang="en-US" sz="1100" b="1" dirty="0" err="1"/>
                        <a:t>대곡교</a:t>
                      </a:r>
                      <a:r>
                        <a:rPr lang="ko-KR" altLang="en-US" sz="1100" b="1" dirty="0"/>
                        <a:t> </a:t>
                      </a:r>
                      <a:r>
                        <a:rPr lang="en-US" altLang="ko-KR" sz="1100" b="1" dirty="0"/>
                        <a:t>)</a:t>
                      </a:r>
                      <a:endParaRPr lang="ko-KR" altLang="en-US" sz="11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50" b="1" dirty="0"/>
                        <a:t>관측수위</a:t>
                      </a:r>
                      <a:endParaRPr lang="pt-BR" altLang="ko-KR" sz="105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50" b="1" dirty="0"/>
                        <a:t>예측수위</a:t>
                      </a:r>
                      <a:endParaRPr lang="pt-BR" altLang="ko-KR" sz="105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11457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2.33</a:t>
                      </a:r>
                      <a:endParaRPr kumimoji="0" lang="pt-BR" altLang="ko-K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2.37</a:t>
                      </a:r>
                      <a:endParaRPr kumimoji="0" lang="pt-BR" altLang="ko-K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4.53</a:t>
                      </a:r>
                      <a:endParaRPr kumimoji="0" lang="pt-BR" altLang="ko-K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4.82</a:t>
                      </a:r>
                      <a:endParaRPr kumimoji="0" lang="pt-BR" altLang="ko-K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libri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2.06</a:t>
                      </a:r>
                      <a:endParaRPr kumimoji="0" lang="pt-BR" altLang="ko-K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libri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2.13</a:t>
                      </a:r>
                      <a:endParaRPr kumimoji="0" lang="pt-BR" altLang="ko-K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2.35</a:t>
                      </a:r>
                      <a:endParaRPr kumimoji="0" lang="pt-BR" altLang="ko-K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2.36</a:t>
                      </a:r>
                      <a:endParaRPr kumimoji="0" lang="pt-BR" altLang="ko-K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896286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1.91</a:t>
                      </a:r>
                      <a:endParaRPr kumimoji="0" lang="pt-BR" altLang="ko-K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2.01</a:t>
                      </a:r>
                      <a:endParaRPr kumimoji="0" lang="pt-BR" altLang="ko-K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946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2.86</a:t>
                      </a:r>
                      <a:endParaRPr kumimoji="0" lang="pt-BR" altLang="ko-K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2.56</a:t>
                      </a:r>
                      <a:endParaRPr kumimoji="0" lang="pt-BR" altLang="ko-K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67107547"/>
                  </a:ext>
                </a:extLst>
              </a:tr>
            </a:tbl>
          </a:graphicData>
        </a:graphic>
      </p:graphicFrame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8A3BF1D6-0ADA-4199-B42C-C7A8BD747E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2743432"/>
              </p:ext>
            </p:extLst>
          </p:nvPr>
        </p:nvGraphicFramePr>
        <p:xfrm>
          <a:off x="4481764" y="550891"/>
          <a:ext cx="1828800" cy="294894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760095">
                  <a:extLst>
                    <a:ext uri="{9D8B030D-6E8A-4147-A177-3AD203B41FA5}">
                      <a16:colId xmlns:a16="http://schemas.microsoft.com/office/drawing/2014/main" val="2826471191"/>
                    </a:ext>
                  </a:extLst>
                </a:gridCol>
                <a:gridCol w="106870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53060">
                <a:tc>
                  <a:txBody>
                    <a:bodyPr/>
                    <a:lstStyle/>
                    <a:p>
                      <a:pPr algn="ctr" latinLnBrk="1"/>
                      <a:endParaRPr lang="ko-KR" altLang="en-US" sz="6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dirty="0" err="1"/>
                        <a:t>궁내교</a:t>
                      </a:r>
                      <a:endParaRPr lang="ko-KR" altLang="en-US" sz="11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Test data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050" b="1" dirty="0"/>
                        <a:t>1</a:t>
                      </a:r>
                      <a:r>
                        <a:rPr lang="ko-KR" altLang="en-US" sz="1050" b="1" dirty="0"/>
                        <a:t>시간 오차</a:t>
                      </a:r>
                      <a:endParaRPr lang="pt-BR" altLang="ko-KR" sz="105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11457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20.08.02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+0.07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( </a:t>
                      </a:r>
                      <a:r>
                        <a:rPr lang="en-US" altLang="ko-KR" sz="1100" dirty="0"/>
                        <a:t>94.9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% 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22.07.12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+0.22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( </a:t>
                      </a:r>
                      <a:r>
                        <a:rPr lang="en-US" altLang="ko-KR" sz="1100" dirty="0"/>
                        <a:t>90.4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% 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23.07.11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rgbClr val="FF0000"/>
                          </a:solidFill>
                        </a:rPr>
                        <a:t>-0.50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( </a:t>
                      </a:r>
                      <a:r>
                        <a:rPr lang="en-US" altLang="ko-KR" sz="1100" dirty="0">
                          <a:solidFill>
                            <a:srgbClr val="FF0000"/>
                          </a:solidFill>
                        </a:rPr>
                        <a:t>74.4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% 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>
                          <a:solidFill>
                            <a:schemeClr val="tx1"/>
                          </a:solidFill>
                        </a:rPr>
                        <a:t>24.07.23</a:t>
                      </a:r>
                      <a:endParaRPr lang="ko-KR" altLang="en-US" sz="1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-0.21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( </a:t>
                      </a:r>
                      <a:r>
                        <a:rPr lang="en-US" altLang="ko-KR" sz="1100" dirty="0"/>
                        <a:t>87.3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% 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896286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25.07.16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-0.09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( </a:t>
                      </a:r>
                      <a:r>
                        <a:rPr lang="en-US" altLang="ko-KR" sz="1100" dirty="0"/>
                        <a:t>93.0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% 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946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25.08.14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+0.08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( </a:t>
                      </a:r>
                      <a:r>
                        <a:rPr lang="en-US" altLang="ko-KR" sz="1100" dirty="0"/>
                        <a:t>93.9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% 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6710754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B2FD21C-9B5B-4333-BD69-C7DB3332FDDF}"/>
              </a:ext>
            </a:extLst>
          </p:cNvPr>
          <p:cNvSpPr txBox="1"/>
          <p:nvPr/>
        </p:nvSpPr>
        <p:spPr>
          <a:xfrm>
            <a:off x="857663" y="1363729"/>
            <a:ext cx="1683199" cy="2993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rPr>
              <a:t>* </a:t>
            </a:r>
            <a:r>
              <a:rPr lang="ko-KR" altLang="en-US" sz="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rPr>
              <a:t>예측수위 </a:t>
            </a:r>
            <a:r>
              <a:rPr lang="en-US" altLang="ko-KR" sz="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rPr>
              <a:t>- </a:t>
            </a:r>
            <a:r>
              <a:rPr lang="ko-KR" altLang="en-US" sz="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rPr>
              <a:t>관측수위 </a:t>
            </a:r>
            <a:r>
              <a:rPr lang="en-US" altLang="ko-KR" sz="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rPr>
              <a:t>( </a:t>
            </a:r>
            <a:r>
              <a:rPr lang="ko-KR" altLang="en-US" sz="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rPr>
              <a:t>정확도 </a:t>
            </a:r>
            <a:r>
              <a:rPr lang="en-US" altLang="ko-KR" sz="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rPr>
              <a:t>)</a:t>
            </a:r>
          </a:p>
        </p:txBody>
      </p:sp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73A168A6-703B-46D5-97A6-549CE9172F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2880074"/>
              </p:ext>
            </p:extLst>
          </p:nvPr>
        </p:nvGraphicFramePr>
        <p:xfrm>
          <a:off x="8423566" y="3690508"/>
          <a:ext cx="1828800" cy="294894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760095">
                  <a:extLst>
                    <a:ext uri="{9D8B030D-6E8A-4147-A177-3AD203B41FA5}">
                      <a16:colId xmlns:a16="http://schemas.microsoft.com/office/drawing/2014/main" val="3801447405"/>
                    </a:ext>
                  </a:extLst>
                </a:gridCol>
                <a:gridCol w="1068705">
                  <a:extLst>
                    <a:ext uri="{9D8B030D-6E8A-4147-A177-3AD203B41FA5}">
                      <a16:colId xmlns:a16="http://schemas.microsoft.com/office/drawing/2014/main" val="783519574"/>
                    </a:ext>
                  </a:extLst>
                </a:gridCol>
              </a:tblGrid>
              <a:tr h="35306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dirty="0" err="1">
                          <a:solidFill>
                            <a:schemeClr val="bg1"/>
                          </a:solidFill>
                        </a:rPr>
                        <a:t>대곡교</a:t>
                      </a:r>
                      <a:r>
                        <a:rPr lang="ko-KR" altLang="en-US" sz="1100" b="1" dirty="0">
                          <a:solidFill>
                            <a:schemeClr val="bg1"/>
                          </a:solidFill>
                        </a:rPr>
                        <a:t> </a:t>
                      </a: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Test data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050" b="1" dirty="0"/>
                        <a:t>3</a:t>
                      </a:r>
                      <a:r>
                        <a:rPr lang="ko-KR" altLang="en-US" sz="1050" b="1" dirty="0"/>
                        <a:t>시간</a:t>
                      </a:r>
                      <a:endParaRPr lang="pt-BR" altLang="ko-KR" sz="105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11457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20.08.02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rgbClr val="FF0000"/>
                          </a:solidFill>
                        </a:rPr>
                        <a:t>-0.68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( </a:t>
                      </a:r>
                      <a:r>
                        <a:rPr lang="en-US" altLang="ko-KR" sz="1100" dirty="0">
                          <a:solidFill>
                            <a:srgbClr val="FF0000"/>
                          </a:solidFill>
                        </a:rPr>
                        <a:t>81.1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% 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22.07.12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+</a:t>
                      </a: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0.30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( </a:t>
                      </a:r>
                      <a:r>
                        <a:rPr lang="en-US" altLang="ko-KR" sz="1100" dirty="0"/>
                        <a:t>93.8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% 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23.07.11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rgbClr val="FF0000"/>
                          </a:solidFill>
                        </a:rPr>
                        <a:t>-0.82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( </a:t>
                      </a:r>
                      <a:r>
                        <a:rPr lang="en-US" altLang="ko-KR" sz="1100" dirty="0">
                          <a:solidFill>
                            <a:srgbClr val="FF0000"/>
                          </a:solidFill>
                        </a:rPr>
                        <a:t>82.2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% 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>
                          <a:solidFill>
                            <a:schemeClr val="tx1"/>
                          </a:solidFill>
                        </a:rPr>
                        <a:t>24.07.23</a:t>
                      </a:r>
                      <a:endParaRPr lang="ko-KR" altLang="en-US" sz="1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+0.01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( </a:t>
                      </a:r>
                      <a:r>
                        <a:rPr lang="en-US" altLang="ko-KR" sz="1100" dirty="0"/>
                        <a:t>99.6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% 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896286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25.07.16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rgbClr val="FF0000"/>
                          </a:solidFill>
                        </a:rPr>
                        <a:t>-0.58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( </a:t>
                      </a:r>
                      <a:r>
                        <a:rPr lang="en-US" altLang="ko-KR" sz="1100" dirty="0">
                          <a:solidFill>
                            <a:srgbClr val="FF0000"/>
                          </a:solidFill>
                        </a:rPr>
                        <a:t>84.7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% 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946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25.08.14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+0.21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( </a:t>
                      </a:r>
                      <a:r>
                        <a:rPr lang="en-US" altLang="ko-KR" sz="1100" dirty="0"/>
                        <a:t>92.8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% 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67107547"/>
                  </a:ext>
                </a:extLst>
              </a:tr>
            </a:tbl>
          </a:graphicData>
        </a:graphic>
      </p:graphicFrame>
      <p:graphicFrame>
        <p:nvGraphicFramePr>
          <p:cNvPr id="22" name="표 21">
            <a:extLst>
              <a:ext uri="{FF2B5EF4-FFF2-40B4-BE49-F238E27FC236}">
                <a16:creationId xmlns:a16="http://schemas.microsoft.com/office/drawing/2014/main" id="{87A5899A-49F1-4476-87E3-6202AAE687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7413117"/>
              </p:ext>
            </p:extLst>
          </p:nvPr>
        </p:nvGraphicFramePr>
        <p:xfrm>
          <a:off x="10339705" y="522395"/>
          <a:ext cx="1492886" cy="294894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746443">
                  <a:extLst>
                    <a:ext uri="{9D8B030D-6E8A-4147-A177-3AD203B41FA5}">
                      <a16:colId xmlns:a16="http://schemas.microsoft.com/office/drawing/2014/main" val="3342593832"/>
                    </a:ext>
                  </a:extLst>
                </a:gridCol>
                <a:gridCol w="746443">
                  <a:extLst>
                    <a:ext uri="{9D8B030D-6E8A-4147-A177-3AD203B41FA5}">
                      <a16:colId xmlns:a16="http://schemas.microsoft.com/office/drawing/2014/main" val="783519574"/>
                    </a:ext>
                  </a:extLst>
                </a:gridCol>
              </a:tblGrid>
              <a:tr h="35306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1" dirty="0">
                          <a:solidFill>
                            <a:schemeClr val="bg1"/>
                          </a:solidFill>
                        </a:rPr>
                        <a:t>3</a:t>
                      </a:r>
                      <a:r>
                        <a:rPr lang="ko-KR" altLang="en-US" sz="1100" b="1" dirty="0">
                          <a:solidFill>
                            <a:schemeClr val="bg1"/>
                          </a:solidFill>
                        </a:rPr>
                        <a:t>시간 </a:t>
                      </a:r>
                      <a:r>
                        <a:rPr lang="en-US" altLang="ko-KR" sz="1100" b="1" dirty="0">
                          <a:solidFill>
                            <a:schemeClr val="bg1"/>
                          </a:solidFill>
                        </a:rPr>
                        <a:t>( </a:t>
                      </a:r>
                      <a:r>
                        <a:rPr lang="ko-KR" altLang="en-US" sz="1100" b="1" dirty="0" err="1"/>
                        <a:t>궁내교</a:t>
                      </a:r>
                      <a:r>
                        <a:rPr lang="ko-KR" altLang="en-US" sz="1100" b="1" dirty="0"/>
                        <a:t> </a:t>
                      </a:r>
                      <a:r>
                        <a:rPr lang="en-US" altLang="ko-KR" sz="1100" b="1" dirty="0">
                          <a:solidFill>
                            <a:schemeClr val="bg1"/>
                          </a:solidFill>
                        </a:rPr>
                        <a:t>)</a:t>
                      </a:r>
                      <a:endParaRPr lang="ko-KR" altLang="en-US" sz="11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50" b="1" dirty="0"/>
                        <a:t>관측수위</a:t>
                      </a:r>
                      <a:endParaRPr lang="pt-BR" altLang="ko-KR" sz="105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50" b="1" dirty="0"/>
                        <a:t>예측수위</a:t>
                      </a:r>
                      <a:endParaRPr lang="pt-BR" altLang="ko-KR" sz="105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11457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2.16</a:t>
                      </a:r>
                      <a:endParaRPr kumimoji="0" lang="pt-BR" altLang="ko-K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2.17</a:t>
                      </a:r>
                      <a:endParaRPr kumimoji="0" lang="pt-BR" altLang="ko-K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libri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rgbClr val="FF0000"/>
                          </a:solidFill>
                        </a:rPr>
                        <a:t>2.51</a:t>
                      </a:r>
                      <a:endParaRPr kumimoji="0" lang="pt-BR" altLang="ko-K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libri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rgbClr val="FF0000"/>
                          </a:solidFill>
                        </a:rPr>
                        <a:t>2.94</a:t>
                      </a:r>
                      <a:endParaRPr kumimoji="0" lang="pt-BR" altLang="ko-K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libri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1.85</a:t>
                      </a:r>
                      <a:endParaRPr kumimoji="0" lang="pt-BR" altLang="ko-K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1.77</a:t>
                      </a:r>
                      <a:endParaRPr kumimoji="0" lang="pt-BR" altLang="ko-K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libri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1.36</a:t>
                      </a:r>
                      <a:endParaRPr kumimoji="0" lang="pt-BR" altLang="ko-K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1.35</a:t>
                      </a:r>
                      <a:endParaRPr kumimoji="0" lang="pt-BR" altLang="ko-K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896286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1.79</a:t>
                      </a:r>
                      <a:endParaRPr kumimoji="0" lang="pt-BR" altLang="ko-K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1.69</a:t>
                      </a:r>
                      <a:endParaRPr kumimoji="0" lang="pt-BR" altLang="ko-K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libri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946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1.57</a:t>
                      </a:r>
                      <a:endParaRPr kumimoji="0" lang="pt-BR" altLang="ko-K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1.65</a:t>
                      </a:r>
                      <a:endParaRPr kumimoji="0" lang="pt-BR" altLang="ko-K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67107547"/>
                  </a:ext>
                </a:extLst>
              </a:tr>
            </a:tbl>
          </a:graphicData>
        </a:graphic>
      </p:graphicFrame>
      <p:graphicFrame>
        <p:nvGraphicFramePr>
          <p:cNvPr id="23" name="표 22">
            <a:extLst>
              <a:ext uri="{FF2B5EF4-FFF2-40B4-BE49-F238E27FC236}">
                <a16:creationId xmlns:a16="http://schemas.microsoft.com/office/drawing/2014/main" id="{DABD46C2-9245-4F4A-A727-7279E05BF7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94820115"/>
              </p:ext>
            </p:extLst>
          </p:nvPr>
        </p:nvGraphicFramePr>
        <p:xfrm>
          <a:off x="10339705" y="3690508"/>
          <a:ext cx="1492886" cy="294894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746443">
                  <a:extLst>
                    <a:ext uri="{9D8B030D-6E8A-4147-A177-3AD203B41FA5}">
                      <a16:colId xmlns:a16="http://schemas.microsoft.com/office/drawing/2014/main" val="3342593832"/>
                    </a:ext>
                  </a:extLst>
                </a:gridCol>
                <a:gridCol w="746443">
                  <a:extLst>
                    <a:ext uri="{9D8B030D-6E8A-4147-A177-3AD203B41FA5}">
                      <a16:colId xmlns:a16="http://schemas.microsoft.com/office/drawing/2014/main" val="783519574"/>
                    </a:ext>
                  </a:extLst>
                </a:gridCol>
              </a:tblGrid>
              <a:tr h="35306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1" dirty="0">
                          <a:solidFill>
                            <a:schemeClr val="bg1"/>
                          </a:solidFill>
                        </a:rPr>
                        <a:t>3</a:t>
                      </a:r>
                      <a:r>
                        <a:rPr lang="ko-KR" altLang="en-US" sz="1100" b="1" dirty="0">
                          <a:solidFill>
                            <a:schemeClr val="bg1"/>
                          </a:solidFill>
                        </a:rPr>
                        <a:t>시간 </a:t>
                      </a:r>
                      <a:r>
                        <a:rPr lang="en-US" altLang="ko-KR" sz="1100" b="1" dirty="0">
                          <a:solidFill>
                            <a:schemeClr val="bg1"/>
                          </a:solidFill>
                        </a:rPr>
                        <a:t>( </a:t>
                      </a:r>
                      <a:r>
                        <a:rPr lang="ko-KR" altLang="en-US" sz="1100" b="1" dirty="0" err="1">
                          <a:solidFill>
                            <a:schemeClr val="bg1"/>
                          </a:solidFill>
                        </a:rPr>
                        <a:t>대곡교</a:t>
                      </a:r>
                      <a:r>
                        <a:rPr lang="ko-KR" altLang="en-US" sz="1100" b="1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altLang="ko-KR" sz="1100" b="1" dirty="0">
                          <a:solidFill>
                            <a:schemeClr val="bg1"/>
                          </a:solidFill>
                        </a:rPr>
                        <a:t>)</a:t>
                      </a:r>
                      <a:endParaRPr lang="ko-KR" altLang="en-US" sz="11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50" b="1" dirty="0"/>
                        <a:t>관측수위</a:t>
                      </a:r>
                      <a:endParaRPr lang="pt-BR" altLang="ko-KR" sz="105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50" b="1" dirty="0"/>
                        <a:t>예측수위</a:t>
                      </a:r>
                      <a:endParaRPr lang="pt-BR" altLang="ko-KR" sz="105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11457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rgbClr val="FF0000"/>
                          </a:solidFill>
                        </a:rPr>
                        <a:t>3.6</a:t>
                      </a:r>
                      <a:endParaRPr kumimoji="0" lang="pt-BR" altLang="ko-K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libri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rgbClr val="FF0000"/>
                          </a:solidFill>
                        </a:rPr>
                        <a:t>2.92</a:t>
                      </a:r>
                      <a:endParaRPr kumimoji="0" lang="pt-BR" altLang="ko-K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libri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4.87</a:t>
                      </a:r>
                      <a:endParaRPr kumimoji="0" lang="pt-BR" altLang="ko-K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5.17</a:t>
                      </a:r>
                      <a:endParaRPr kumimoji="0" lang="pt-BR" altLang="ko-K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rgbClr val="FF0000"/>
                          </a:solidFill>
                        </a:rPr>
                        <a:t>4.62</a:t>
                      </a:r>
                      <a:endParaRPr kumimoji="0" lang="pt-BR" altLang="ko-K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libri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rgbClr val="FF0000"/>
                          </a:solidFill>
                        </a:rPr>
                        <a:t>3.8</a:t>
                      </a:r>
                      <a:endParaRPr kumimoji="0" lang="pt-BR" altLang="ko-K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libri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2.91</a:t>
                      </a:r>
                      <a:endParaRPr kumimoji="0" lang="pt-BR" altLang="ko-K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2.92</a:t>
                      </a:r>
                      <a:endParaRPr kumimoji="0" lang="pt-BR" altLang="ko-K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896286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rgbClr val="FF0000"/>
                          </a:solidFill>
                        </a:rPr>
                        <a:t>3.75</a:t>
                      </a:r>
                      <a:endParaRPr kumimoji="0" lang="pt-BR" altLang="ko-K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libri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rgbClr val="FF0000"/>
                          </a:solidFill>
                        </a:rPr>
                        <a:t>3.17</a:t>
                      </a:r>
                      <a:endParaRPr kumimoji="0" lang="pt-BR" altLang="ko-K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libri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946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2.97</a:t>
                      </a:r>
                      <a:endParaRPr kumimoji="0" lang="pt-BR" altLang="ko-K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3.18</a:t>
                      </a:r>
                      <a:endParaRPr kumimoji="0" lang="pt-BR" altLang="ko-K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libri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67107547"/>
                  </a:ext>
                </a:extLst>
              </a:tr>
            </a:tbl>
          </a:graphicData>
        </a:graphic>
      </p:graphicFrame>
      <p:graphicFrame>
        <p:nvGraphicFramePr>
          <p:cNvPr id="24" name="표 23">
            <a:extLst>
              <a:ext uri="{FF2B5EF4-FFF2-40B4-BE49-F238E27FC236}">
                <a16:creationId xmlns:a16="http://schemas.microsoft.com/office/drawing/2014/main" id="{8EB14DAC-5B0B-41B8-A847-EC95F64C28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29448036"/>
              </p:ext>
            </p:extLst>
          </p:nvPr>
        </p:nvGraphicFramePr>
        <p:xfrm>
          <a:off x="8423566" y="522395"/>
          <a:ext cx="1828800" cy="294894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760095">
                  <a:extLst>
                    <a:ext uri="{9D8B030D-6E8A-4147-A177-3AD203B41FA5}">
                      <a16:colId xmlns:a16="http://schemas.microsoft.com/office/drawing/2014/main" val="2826471191"/>
                    </a:ext>
                  </a:extLst>
                </a:gridCol>
                <a:gridCol w="1068705">
                  <a:extLst>
                    <a:ext uri="{9D8B030D-6E8A-4147-A177-3AD203B41FA5}">
                      <a16:colId xmlns:a16="http://schemas.microsoft.com/office/drawing/2014/main" val="310044396"/>
                    </a:ext>
                  </a:extLst>
                </a:gridCol>
              </a:tblGrid>
              <a:tr h="35306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100" b="1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궁내교</a:t>
                      </a:r>
                      <a:r>
                        <a:rPr kumimoji="0" lang="ko-KR" altLang="en-US" sz="11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Test data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050" b="1" dirty="0"/>
                        <a:t>3</a:t>
                      </a:r>
                      <a:r>
                        <a:rPr lang="ko-KR" altLang="en-US" sz="1050" b="1" dirty="0"/>
                        <a:t>시간 오차</a:t>
                      </a:r>
                      <a:endParaRPr lang="pt-BR" altLang="ko-KR" sz="105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11457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20.08.02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+0.01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( </a:t>
                      </a:r>
                      <a:r>
                        <a:rPr lang="en-US" altLang="ko-KR" sz="1100" dirty="0"/>
                        <a:t>99.5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% 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22.07.12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rgbClr val="FF0000"/>
                          </a:solidFill>
                        </a:rPr>
                        <a:t>+0.43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( </a:t>
                      </a:r>
                      <a:r>
                        <a:rPr lang="en-US" altLang="ko-KR" sz="1100" dirty="0">
                          <a:solidFill>
                            <a:srgbClr val="FF0000"/>
                          </a:solidFill>
                        </a:rPr>
                        <a:t>83.0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% 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23.07.11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-0.08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( </a:t>
                      </a:r>
                      <a:r>
                        <a:rPr lang="en-US" altLang="ko-KR" sz="1100" dirty="0"/>
                        <a:t>95.9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% 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>
                          <a:solidFill>
                            <a:schemeClr val="tx1"/>
                          </a:solidFill>
                        </a:rPr>
                        <a:t>24.07.23</a:t>
                      </a:r>
                      <a:endParaRPr lang="ko-KR" altLang="en-US" sz="1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-0.01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( </a:t>
                      </a:r>
                      <a:r>
                        <a:rPr lang="en-US" altLang="ko-KR" sz="1100" dirty="0"/>
                        <a:t>99.1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% 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896286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25.07.16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-0.10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( </a:t>
                      </a:r>
                      <a:r>
                        <a:rPr lang="en-US" altLang="ko-KR" sz="1100" dirty="0"/>
                        <a:t>94.2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% 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946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25.08.14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+</a:t>
                      </a: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0.08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( </a:t>
                      </a:r>
                      <a:r>
                        <a:rPr lang="en-US" altLang="ko-KR" sz="1100" dirty="0"/>
                        <a:t>94.6</a:t>
                      </a:r>
                      <a:r>
                        <a:rPr kumimoji="0" lang="pt-BR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 % 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67107547"/>
                  </a:ext>
                </a:extLst>
              </a:tr>
            </a:tbl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04150287-DE92-43E4-9852-1A617121FA10}"/>
              </a:ext>
            </a:extLst>
          </p:cNvPr>
          <p:cNvSpPr txBox="1"/>
          <p:nvPr/>
        </p:nvSpPr>
        <p:spPr>
          <a:xfrm>
            <a:off x="3615222" y="6323210"/>
            <a:ext cx="15933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>
                <a:latin typeface="+mj-ea"/>
              </a:rPr>
              <a:t>-</a:t>
            </a:r>
            <a:r>
              <a:rPr lang="ko-KR" altLang="en-US" sz="1200" b="1" dirty="0">
                <a:latin typeface="+mj-ea"/>
              </a:rPr>
              <a:t> </a:t>
            </a:r>
            <a:r>
              <a:rPr lang="ko-KR" altLang="en-US" sz="1200" b="1" dirty="0" err="1">
                <a:latin typeface="+mj-ea"/>
              </a:rPr>
              <a:t>대곡교</a:t>
            </a:r>
            <a:endParaRPr lang="en-US" altLang="ko-KR" sz="1200" b="1" dirty="0">
              <a:latin typeface="+mj-ea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3DB1102-E321-4377-8E71-AF769A1C3F1B}"/>
              </a:ext>
            </a:extLst>
          </p:cNvPr>
          <p:cNvSpPr txBox="1"/>
          <p:nvPr/>
        </p:nvSpPr>
        <p:spPr>
          <a:xfrm>
            <a:off x="3615222" y="3180497"/>
            <a:ext cx="15933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>
                <a:latin typeface="+mj-ea"/>
              </a:rPr>
              <a:t>-</a:t>
            </a:r>
            <a:r>
              <a:rPr lang="ko-KR" altLang="en-US" sz="1200" b="1" dirty="0">
                <a:latin typeface="+mj-ea"/>
              </a:rPr>
              <a:t> </a:t>
            </a:r>
            <a:r>
              <a:rPr lang="ko-KR" altLang="en-US" sz="1200" b="1" dirty="0" err="1">
                <a:latin typeface="+mj-ea"/>
              </a:rPr>
              <a:t>궁내교</a:t>
            </a:r>
            <a:endParaRPr lang="en-US" altLang="ko-KR" sz="1200" b="1" dirty="0">
              <a:latin typeface="+mj-ea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AE31737-65F2-4FF6-98B0-131BEBAEE677}"/>
              </a:ext>
            </a:extLst>
          </p:cNvPr>
          <p:cNvSpPr txBox="1"/>
          <p:nvPr/>
        </p:nvSpPr>
        <p:spPr>
          <a:xfrm>
            <a:off x="4481764" y="125006"/>
            <a:ext cx="15933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>
                <a:latin typeface="+mj-ea"/>
              </a:rPr>
              <a:t>1</a:t>
            </a:r>
            <a:r>
              <a:rPr lang="ko-KR" altLang="en-US" sz="1200" b="1" dirty="0">
                <a:latin typeface="+mj-ea"/>
              </a:rPr>
              <a:t>시간 뒤 시점</a:t>
            </a:r>
            <a:endParaRPr lang="en-US" altLang="ko-KR" sz="1200" b="1" dirty="0">
              <a:latin typeface="+mj-ea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6D7BCC6-9A36-48EB-914A-E1805C345705}"/>
              </a:ext>
            </a:extLst>
          </p:cNvPr>
          <p:cNvSpPr txBox="1"/>
          <p:nvPr/>
        </p:nvSpPr>
        <p:spPr>
          <a:xfrm>
            <a:off x="8423566" y="125006"/>
            <a:ext cx="15933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>
                <a:latin typeface="+mj-ea"/>
              </a:rPr>
              <a:t>3</a:t>
            </a:r>
            <a:r>
              <a:rPr lang="ko-KR" altLang="en-US" sz="1200" b="1" dirty="0">
                <a:latin typeface="+mj-ea"/>
              </a:rPr>
              <a:t>시간 뒤 시점</a:t>
            </a:r>
            <a:endParaRPr lang="en-US" altLang="ko-KR" sz="1200" b="1" dirty="0">
              <a:latin typeface="+mj-ea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A0EB8B4-D5DD-4FC9-9F77-805533BEC28D}"/>
              </a:ext>
            </a:extLst>
          </p:cNvPr>
          <p:cNvSpPr txBox="1"/>
          <p:nvPr/>
        </p:nvSpPr>
        <p:spPr>
          <a:xfrm>
            <a:off x="876194" y="1672424"/>
            <a:ext cx="3074353" cy="3030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8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* </a:t>
            </a:r>
            <a:r>
              <a:rPr lang="ko-KR" altLang="en-US" sz="8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오차 </a:t>
            </a:r>
            <a:r>
              <a:rPr lang="en-US" altLang="ko-KR" sz="8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</a:t>
            </a:r>
            <a:r>
              <a:rPr lang="ko-KR" altLang="en-US" sz="8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소수 </a:t>
            </a:r>
            <a:r>
              <a:rPr lang="en-US" altLang="ko-KR" sz="8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3 </a:t>
            </a:r>
            <a:r>
              <a:rPr lang="ko-KR" altLang="en-US" sz="8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자리 반올림 </a:t>
            </a:r>
            <a:r>
              <a:rPr lang="en-US" altLang="ko-KR" sz="8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, </a:t>
            </a:r>
            <a:r>
              <a:rPr lang="ko-KR" altLang="en-US" sz="8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정확도 </a:t>
            </a:r>
            <a:r>
              <a:rPr lang="en-US" altLang="ko-KR" sz="8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</a:t>
            </a:r>
            <a:r>
              <a:rPr lang="ko-KR" altLang="en-US" sz="8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소수 </a:t>
            </a:r>
            <a:r>
              <a:rPr lang="en-US" altLang="ko-KR" sz="8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2</a:t>
            </a:r>
            <a:r>
              <a:rPr lang="ko-KR" altLang="en-US" sz="8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자리에서 반올림</a:t>
            </a:r>
            <a:endParaRPr lang="ko-KR" altLang="en-US" sz="800" b="1" dirty="0">
              <a:solidFill>
                <a:schemeClr val="tx1">
                  <a:lumMod val="75000"/>
                  <a:lumOff val="25000"/>
                </a:schemeClr>
              </a:solidFill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188125730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7B858171-69C3-4693-B476-EADE2F0AFF65}"/>
              </a:ext>
            </a:extLst>
          </p:cNvPr>
          <p:cNvSpPr txBox="1"/>
          <p:nvPr/>
        </p:nvSpPr>
        <p:spPr>
          <a:xfrm>
            <a:off x="3823546" y="2989963"/>
            <a:ext cx="3207573" cy="2993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</a:rPr>
              <a:t>1</a:t>
            </a:r>
            <a:r>
              <a:rPr lang="ko-KR" altLang="en-US" sz="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</a:rPr>
              <a:t>시간 뒤 오차들로 </a:t>
            </a:r>
            <a:r>
              <a:rPr lang="en-US" altLang="ko-KR" sz="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</a:rPr>
              <a:t>r2 </a:t>
            </a:r>
            <a:r>
              <a:rPr lang="ko-KR" altLang="en-US" sz="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</a:rPr>
              <a:t>구성한 값 </a:t>
            </a:r>
            <a:r>
              <a:rPr lang="en-US" altLang="ko-KR" sz="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</a:rPr>
              <a:t>( 1</a:t>
            </a:r>
            <a:r>
              <a:rPr lang="ko-KR" altLang="en-US" sz="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</a:rPr>
              <a:t>시간 </a:t>
            </a:r>
            <a:r>
              <a:rPr lang="en-US" altLang="ko-KR" sz="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</a:rPr>
              <a:t>: 30</a:t>
            </a:r>
            <a:r>
              <a:rPr lang="ko-KR" altLang="en-US" sz="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</a:rPr>
              <a:t>개 </a:t>
            </a:r>
            <a:r>
              <a:rPr lang="en-US" altLang="ko-KR" sz="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</a:rPr>
              <a:t>, 3</a:t>
            </a:r>
            <a:r>
              <a:rPr lang="ko-KR" altLang="en-US" sz="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</a:rPr>
              <a:t>시간  </a:t>
            </a:r>
            <a:r>
              <a:rPr lang="en-US" altLang="ko-KR" sz="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</a:rPr>
              <a:t>: 18</a:t>
            </a:r>
            <a:r>
              <a:rPr lang="ko-KR" altLang="en-US" sz="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</a:rPr>
              <a:t>개 </a:t>
            </a:r>
            <a:r>
              <a:rPr lang="en-US" altLang="ko-KR" sz="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</a:rPr>
              <a:t>) </a:t>
            </a:r>
            <a:endParaRPr lang="ko-KR" altLang="en-US" sz="800" b="1" dirty="0">
              <a:solidFill>
                <a:schemeClr val="tx1">
                  <a:lumMod val="75000"/>
                  <a:lumOff val="25000"/>
                </a:schemeClr>
              </a:solidFill>
              <a:latin typeface="+mj-ea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5651852-02DD-4707-8B49-FF05B1E853AC}"/>
              </a:ext>
            </a:extLst>
          </p:cNvPr>
          <p:cNvSpPr txBox="1"/>
          <p:nvPr/>
        </p:nvSpPr>
        <p:spPr>
          <a:xfrm>
            <a:off x="857663" y="802753"/>
            <a:ext cx="323841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오차 </a:t>
            </a:r>
            <a:r>
              <a:rPr lang="en-US" altLang="ko-KR" sz="2000" b="1" dirty="0">
                <a:latin typeface="+mj-ea"/>
              </a:rPr>
              <a:t>, </a:t>
            </a:r>
            <a:r>
              <a:rPr lang="ko-KR" altLang="en-US" sz="2000" b="1" dirty="0">
                <a:latin typeface="+mj-ea"/>
              </a:rPr>
              <a:t>정확도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B2FD21C-9B5B-4333-BD69-C7DB3332FDDF}"/>
              </a:ext>
            </a:extLst>
          </p:cNvPr>
          <p:cNvSpPr txBox="1"/>
          <p:nvPr/>
        </p:nvSpPr>
        <p:spPr>
          <a:xfrm>
            <a:off x="857663" y="1363729"/>
            <a:ext cx="1683199" cy="2993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rPr>
              <a:t>* </a:t>
            </a:r>
            <a:r>
              <a:rPr lang="ko-KR" altLang="en-US" sz="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rPr>
              <a:t>예측수위 </a:t>
            </a:r>
            <a:r>
              <a:rPr lang="en-US" altLang="ko-KR" sz="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rPr>
              <a:t>- </a:t>
            </a:r>
            <a:r>
              <a:rPr lang="ko-KR" altLang="en-US" sz="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rPr>
              <a:t>관측수위 </a:t>
            </a:r>
            <a:r>
              <a:rPr lang="en-US" altLang="ko-KR" sz="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rPr>
              <a:t>( </a:t>
            </a:r>
            <a:r>
              <a:rPr lang="ko-KR" altLang="en-US" sz="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rPr>
              <a:t>정확도 </a:t>
            </a:r>
            <a:r>
              <a:rPr lang="en-US" altLang="ko-KR" sz="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rPr>
              <a:t>)</a:t>
            </a:r>
          </a:p>
        </p:txBody>
      </p:sp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5D4EE0A3-3ACE-4F92-9EC9-6E318A8F0D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5492030"/>
              </p:ext>
            </p:extLst>
          </p:nvPr>
        </p:nvGraphicFramePr>
        <p:xfrm>
          <a:off x="3823546" y="3429000"/>
          <a:ext cx="3455732" cy="294894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78428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644842">
                  <a:extLst>
                    <a:ext uri="{9D8B030D-6E8A-4147-A177-3AD203B41FA5}">
                      <a16:colId xmlns:a16="http://schemas.microsoft.com/office/drawing/2014/main" val="1089401187"/>
                    </a:ext>
                  </a:extLst>
                </a:gridCol>
                <a:gridCol w="690880">
                  <a:extLst>
                    <a:ext uri="{9D8B030D-6E8A-4147-A177-3AD203B41FA5}">
                      <a16:colId xmlns:a16="http://schemas.microsoft.com/office/drawing/2014/main" val="576727695"/>
                    </a:ext>
                  </a:extLst>
                </a:gridCol>
                <a:gridCol w="644842">
                  <a:extLst>
                    <a:ext uri="{9D8B030D-6E8A-4147-A177-3AD203B41FA5}">
                      <a16:colId xmlns:a16="http://schemas.microsoft.com/office/drawing/2014/main" val="3699642182"/>
                    </a:ext>
                  </a:extLst>
                </a:gridCol>
                <a:gridCol w="690880">
                  <a:extLst>
                    <a:ext uri="{9D8B030D-6E8A-4147-A177-3AD203B41FA5}">
                      <a16:colId xmlns:a16="http://schemas.microsoft.com/office/drawing/2014/main" val="3784908581"/>
                    </a:ext>
                  </a:extLst>
                </a:gridCol>
              </a:tblGrid>
              <a:tr h="3530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>
                          <a:solidFill>
                            <a:schemeClr val="bg1"/>
                          </a:solidFill>
                        </a:rPr>
                        <a:t>R2</a:t>
                      </a:r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 err="1">
                          <a:solidFill>
                            <a:schemeClr val="bg1"/>
                          </a:solidFill>
                        </a:rPr>
                        <a:t>궁내교</a:t>
                      </a:r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 err="1">
                          <a:solidFill>
                            <a:schemeClr val="bg1"/>
                          </a:solidFill>
                        </a:rPr>
                        <a:t>대곡교</a:t>
                      </a:r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Test data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000" b="1" dirty="0"/>
                        <a:t>1</a:t>
                      </a:r>
                      <a:r>
                        <a:rPr lang="ko-KR" altLang="en-US" sz="1000" b="1" dirty="0"/>
                        <a:t>시간</a:t>
                      </a:r>
                      <a:endParaRPr lang="pt-BR" altLang="ko-KR" sz="10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000" b="1" dirty="0"/>
                        <a:t>3</a:t>
                      </a:r>
                      <a:r>
                        <a:rPr lang="ko-KR" altLang="en-US" sz="1000" b="1" dirty="0"/>
                        <a:t>시간</a:t>
                      </a:r>
                      <a:endParaRPr lang="pt-BR" altLang="ko-KR" sz="10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000" b="1" dirty="0"/>
                        <a:t>1</a:t>
                      </a:r>
                      <a:r>
                        <a:rPr lang="ko-KR" altLang="en-US" sz="1000" b="1" dirty="0"/>
                        <a:t>시간</a:t>
                      </a:r>
                      <a:endParaRPr lang="pt-BR" altLang="ko-KR" sz="10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000" b="1" dirty="0"/>
                        <a:t>3</a:t>
                      </a:r>
                      <a:r>
                        <a:rPr lang="ko-KR" altLang="en-US" sz="1000" b="1" dirty="0"/>
                        <a:t>시간</a:t>
                      </a:r>
                      <a:endParaRPr lang="pt-BR" altLang="ko-KR" sz="10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11457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20.08.02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dirty="0"/>
                        <a:t>0.8179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dirty="0">
                          <a:solidFill>
                            <a:srgbClr val="FF0000"/>
                          </a:solidFill>
                        </a:rPr>
                        <a:t>0.5541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dirty="0">
                          <a:solidFill>
                            <a:schemeClr val="tx1"/>
                          </a:solidFill>
                        </a:rPr>
                        <a:t>0.9314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dirty="0">
                          <a:solidFill>
                            <a:srgbClr val="FF0000"/>
                          </a:solidFill>
                        </a:rPr>
                        <a:t>0.1084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22.07.12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0.3016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-0.2412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0.1010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0.1224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23.07.11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200" dirty="0">
                          <a:solidFill>
                            <a:srgbClr val="FF0000"/>
                          </a:solidFill>
                        </a:rPr>
                        <a:t>0.7656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200" dirty="0">
                          <a:solidFill>
                            <a:schemeClr val="tx1"/>
                          </a:solidFill>
                        </a:rPr>
                        <a:t>0.8922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200" dirty="0">
                          <a:solidFill>
                            <a:schemeClr val="tx1"/>
                          </a:solidFill>
                        </a:rPr>
                        <a:t>0.8622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200" dirty="0">
                          <a:solidFill>
                            <a:srgbClr val="FF0000"/>
                          </a:solidFill>
                        </a:rPr>
                        <a:t>0.3230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>
                          <a:solidFill>
                            <a:schemeClr val="tx1"/>
                          </a:solidFill>
                        </a:rPr>
                        <a:t>24.07.23</a:t>
                      </a:r>
                      <a:endParaRPr lang="ko-KR" altLang="en-US" sz="1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0" dirty="0">
                          <a:solidFill>
                            <a:srgbClr val="FF0000"/>
                          </a:solidFill>
                        </a:rPr>
                        <a:t>0.7555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0" dirty="0">
                          <a:solidFill>
                            <a:srgbClr val="FF0000"/>
                          </a:solidFill>
                        </a:rPr>
                        <a:t>-1.3426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0" dirty="0">
                          <a:solidFill>
                            <a:srgbClr val="FF0000"/>
                          </a:solidFill>
                        </a:rPr>
                        <a:t>0.4235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0" dirty="0">
                          <a:solidFill>
                            <a:srgbClr val="FF0000"/>
                          </a:solidFill>
                        </a:rPr>
                        <a:t>-2.6679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896286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25.07.16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/>
                        <a:t>0.8974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0.8569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0.9059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rgbClr val="FF0000"/>
                          </a:solidFill>
                        </a:rPr>
                        <a:t>0.4626</a:t>
                      </a:r>
                      <a:endParaRPr lang="ko-KR" altLang="en-US" sz="1200" b="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946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25.08.14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200" dirty="0">
                          <a:solidFill>
                            <a:srgbClr val="FF0000"/>
                          </a:solidFill>
                        </a:rPr>
                        <a:t>0.2362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200" dirty="0">
                          <a:solidFill>
                            <a:srgbClr val="FF0000"/>
                          </a:solidFill>
                        </a:rPr>
                        <a:t>0.5890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200" dirty="0">
                          <a:solidFill>
                            <a:srgbClr val="FF0000"/>
                          </a:solidFill>
                        </a:rPr>
                        <a:t>0.6939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200" dirty="0">
                          <a:solidFill>
                            <a:srgbClr val="FF0000"/>
                          </a:solidFill>
                        </a:rPr>
                        <a:t>-0.1807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67107547"/>
                  </a:ext>
                </a:extLst>
              </a:tr>
            </a:tbl>
          </a:graphicData>
        </a:graphic>
      </p:graphicFrame>
      <p:sp>
        <p:nvSpPr>
          <p:cNvPr id="29" name="TextBox 28">
            <a:extLst>
              <a:ext uri="{FF2B5EF4-FFF2-40B4-BE49-F238E27FC236}">
                <a16:creationId xmlns:a16="http://schemas.microsoft.com/office/drawing/2014/main" id="{CA0EB8B4-D5DD-4FC9-9F77-805533BEC28D}"/>
              </a:ext>
            </a:extLst>
          </p:cNvPr>
          <p:cNvSpPr txBox="1"/>
          <p:nvPr/>
        </p:nvSpPr>
        <p:spPr>
          <a:xfrm>
            <a:off x="876194" y="1672424"/>
            <a:ext cx="3074353" cy="3030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8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* </a:t>
            </a:r>
            <a:r>
              <a:rPr lang="ko-KR" altLang="en-US" sz="8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오차 </a:t>
            </a:r>
            <a:r>
              <a:rPr lang="en-US" altLang="ko-KR" sz="8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</a:t>
            </a:r>
            <a:r>
              <a:rPr lang="ko-KR" altLang="en-US" sz="8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소수 </a:t>
            </a:r>
            <a:r>
              <a:rPr lang="en-US" altLang="ko-KR" sz="8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3 </a:t>
            </a:r>
            <a:r>
              <a:rPr lang="ko-KR" altLang="en-US" sz="8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자리 반올림 </a:t>
            </a:r>
            <a:r>
              <a:rPr lang="en-US" altLang="ko-KR" sz="8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, </a:t>
            </a:r>
            <a:r>
              <a:rPr lang="ko-KR" altLang="en-US" sz="8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정확도 </a:t>
            </a:r>
            <a:r>
              <a:rPr lang="en-US" altLang="ko-KR" sz="8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</a:t>
            </a:r>
            <a:r>
              <a:rPr lang="ko-KR" altLang="en-US" sz="8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소수 </a:t>
            </a:r>
            <a:r>
              <a:rPr lang="en-US" altLang="ko-KR" sz="8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2</a:t>
            </a:r>
            <a:r>
              <a:rPr lang="ko-KR" altLang="en-US" sz="8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자리에서 반올림</a:t>
            </a:r>
            <a:endParaRPr lang="ko-KR" altLang="en-US" sz="800" b="1" dirty="0">
              <a:solidFill>
                <a:schemeClr val="tx1">
                  <a:lumMod val="75000"/>
                  <a:lumOff val="25000"/>
                </a:schemeClr>
              </a:solidFill>
              <a:latin typeface="+mj-ea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CFFAFB7-7C56-439D-AB87-CE5B1811DFBE}"/>
              </a:ext>
            </a:extLst>
          </p:cNvPr>
          <p:cNvSpPr txBox="1"/>
          <p:nvPr/>
        </p:nvSpPr>
        <p:spPr>
          <a:xfrm>
            <a:off x="7768845" y="2989964"/>
            <a:ext cx="3207573" cy="2993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</a:rPr>
              <a:t>1</a:t>
            </a:r>
            <a:r>
              <a:rPr lang="ko-KR" altLang="en-US" sz="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</a:rPr>
              <a:t>시간 뒤 오차들로 </a:t>
            </a:r>
            <a:r>
              <a:rPr lang="en-US" altLang="ko-KR" sz="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</a:rPr>
              <a:t>r2 </a:t>
            </a:r>
            <a:r>
              <a:rPr lang="ko-KR" altLang="en-US" sz="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</a:rPr>
              <a:t>구성한 값 </a:t>
            </a:r>
            <a:r>
              <a:rPr lang="en-US" altLang="ko-KR" sz="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</a:rPr>
              <a:t>( 1</a:t>
            </a:r>
            <a:r>
              <a:rPr lang="ko-KR" altLang="en-US" sz="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</a:rPr>
              <a:t>시간 </a:t>
            </a:r>
            <a:r>
              <a:rPr lang="en-US" altLang="ko-KR" sz="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</a:rPr>
              <a:t>: 6</a:t>
            </a:r>
            <a:r>
              <a:rPr lang="ko-KR" altLang="en-US" sz="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</a:rPr>
              <a:t>개 </a:t>
            </a:r>
            <a:r>
              <a:rPr lang="en-US" altLang="ko-KR" sz="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</a:rPr>
              <a:t>, 3</a:t>
            </a:r>
            <a:r>
              <a:rPr lang="ko-KR" altLang="en-US" sz="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</a:rPr>
              <a:t>시간  </a:t>
            </a:r>
            <a:r>
              <a:rPr lang="en-US" altLang="ko-KR" sz="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</a:rPr>
              <a:t>: 18</a:t>
            </a:r>
            <a:r>
              <a:rPr lang="ko-KR" altLang="en-US" sz="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</a:rPr>
              <a:t>개 </a:t>
            </a:r>
            <a:r>
              <a:rPr lang="en-US" altLang="ko-KR" sz="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</a:rPr>
              <a:t>) </a:t>
            </a:r>
            <a:endParaRPr lang="ko-KR" altLang="en-US" sz="800" b="1" dirty="0">
              <a:solidFill>
                <a:schemeClr val="tx1">
                  <a:lumMod val="75000"/>
                  <a:lumOff val="25000"/>
                </a:schemeClr>
              </a:solidFill>
              <a:latin typeface="+mj-ea"/>
            </a:endParaRPr>
          </a:p>
        </p:txBody>
      </p:sp>
      <p:graphicFrame>
        <p:nvGraphicFramePr>
          <p:cNvPr id="30" name="표 29">
            <a:extLst>
              <a:ext uri="{FF2B5EF4-FFF2-40B4-BE49-F238E27FC236}">
                <a16:creationId xmlns:a16="http://schemas.microsoft.com/office/drawing/2014/main" id="{01458CC5-0CE1-4B5B-8149-72DA860512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6114335"/>
              </p:ext>
            </p:extLst>
          </p:nvPr>
        </p:nvGraphicFramePr>
        <p:xfrm>
          <a:off x="7768845" y="3429000"/>
          <a:ext cx="3936745" cy="294894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78428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846455">
                  <a:extLst>
                    <a:ext uri="{9D8B030D-6E8A-4147-A177-3AD203B41FA5}">
                      <a16:colId xmlns:a16="http://schemas.microsoft.com/office/drawing/2014/main" val="1089401187"/>
                    </a:ext>
                  </a:extLst>
                </a:gridCol>
                <a:gridCol w="690880">
                  <a:extLst>
                    <a:ext uri="{9D8B030D-6E8A-4147-A177-3AD203B41FA5}">
                      <a16:colId xmlns:a16="http://schemas.microsoft.com/office/drawing/2014/main" val="576727695"/>
                    </a:ext>
                  </a:extLst>
                </a:gridCol>
                <a:gridCol w="924242">
                  <a:extLst>
                    <a:ext uri="{9D8B030D-6E8A-4147-A177-3AD203B41FA5}">
                      <a16:colId xmlns:a16="http://schemas.microsoft.com/office/drawing/2014/main" val="3699642182"/>
                    </a:ext>
                  </a:extLst>
                </a:gridCol>
                <a:gridCol w="690880">
                  <a:extLst>
                    <a:ext uri="{9D8B030D-6E8A-4147-A177-3AD203B41FA5}">
                      <a16:colId xmlns:a16="http://schemas.microsoft.com/office/drawing/2014/main" val="3784908581"/>
                    </a:ext>
                  </a:extLst>
                </a:gridCol>
              </a:tblGrid>
              <a:tr h="3530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>
                          <a:solidFill>
                            <a:schemeClr val="bg1"/>
                          </a:solidFill>
                        </a:rPr>
                        <a:t>R2</a:t>
                      </a:r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 err="1">
                          <a:solidFill>
                            <a:schemeClr val="bg1"/>
                          </a:solidFill>
                        </a:rPr>
                        <a:t>궁내교</a:t>
                      </a:r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 err="1">
                          <a:solidFill>
                            <a:schemeClr val="bg1"/>
                          </a:solidFill>
                        </a:rPr>
                        <a:t>대곡교</a:t>
                      </a:r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Test data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000" b="1" dirty="0"/>
                        <a:t>1</a:t>
                      </a:r>
                      <a:r>
                        <a:rPr lang="ko-KR" altLang="en-US" sz="1000" b="1" dirty="0"/>
                        <a:t>시간</a:t>
                      </a:r>
                      <a:endParaRPr lang="pt-BR" altLang="ko-KR" sz="10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000" b="1" dirty="0"/>
                        <a:t>3</a:t>
                      </a:r>
                      <a:r>
                        <a:rPr lang="ko-KR" altLang="en-US" sz="1000" b="1" dirty="0"/>
                        <a:t>시간</a:t>
                      </a:r>
                      <a:endParaRPr lang="pt-BR" altLang="ko-KR" sz="10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000" b="1" dirty="0"/>
                        <a:t>1</a:t>
                      </a:r>
                      <a:r>
                        <a:rPr lang="ko-KR" altLang="en-US" sz="1000" b="1" dirty="0"/>
                        <a:t>시간</a:t>
                      </a:r>
                      <a:endParaRPr lang="pt-BR" altLang="ko-KR" sz="10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000" b="1" dirty="0"/>
                        <a:t>3</a:t>
                      </a:r>
                      <a:r>
                        <a:rPr lang="ko-KR" altLang="en-US" sz="1000" b="1" dirty="0"/>
                        <a:t>시간</a:t>
                      </a:r>
                      <a:endParaRPr lang="pt-BR" altLang="ko-KR" sz="10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11457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20.08.02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dirty="0"/>
                        <a:t>-201.7825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dirty="0">
                          <a:solidFill>
                            <a:srgbClr val="FF0000"/>
                          </a:solidFill>
                        </a:rPr>
                        <a:t>0.5541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dirty="0">
                          <a:solidFill>
                            <a:schemeClr val="tx1"/>
                          </a:solidFill>
                        </a:rPr>
                        <a:t>-8.8739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dirty="0">
                          <a:solidFill>
                            <a:srgbClr val="FF0000"/>
                          </a:solidFill>
                        </a:rPr>
                        <a:t>0.1084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22.07.12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-28.3794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-0.2412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-147.0778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0.1224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23.07.11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200" dirty="0">
                          <a:solidFill>
                            <a:srgbClr val="FF0000"/>
                          </a:solidFill>
                        </a:rPr>
                        <a:t>-3.4994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200" dirty="0">
                          <a:solidFill>
                            <a:schemeClr val="tx1"/>
                          </a:solidFill>
                        </a:rPr>
                        <a:t>0.8922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200" dirty="0">
                          <a:solidFill>
                            <a:schemeClr val="tx1"/>
                          </a:solidFill>
                        </a:rPr>
                        <a:t>0.3335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200" dirty="0">
                          <a:solidFill>
                            <a:srgbClr val="FF0000"/>
                          </a:solidFill>
                        </a:rPr>
                        <a:t>0.3230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>
                          <a:solidFill>
                            <a:schemeClr val="tx1"/>
                          </a:solidFill>
                        </a:rPr>
                        <a:t>24.07.23</a:t>
                      </a:r>
                      <a:endParaRPr lang="ko-KR" altLang="en-US" sz="1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0" dirty="0">
                          <a:solidFill>
                            <a:srgbClr val="FF0000"/>
                          </a:solidFill>
                        </a:rPr>
                        <a:t>-2.6788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0" dirty="0">
                          <a:solidFill>
                            <a:srgbClr val="FF0000"/>
                          </a:solidFill>
                        </a:rPr>
                        <a:t>-1.3426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0" dirty="0">
                          <a:solidFill>
                            <a:srgbClr val="FF0000"/>
                          </a:solidFill>
                        </a:rPr>
                        <a:t>-1219.2079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200" b="0" dirty="0">
                          <a:solidFill>
                            <a:srgbClr val="FF0000"/>
                          </a:solidFill>
                        </a:rPr>
                        <a:t>-2.6679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896286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25.07.16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/>
                        <a:t>-2.6788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0.8569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-12.1621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rgbClr val="FF0000"/>
                          </a:solidFill>
                        </a:rPr>
                        <a:t>0.4626</a:t>
                      </a:r>
                      <a:endParaRPr lang="ko-KR" altLang="en-US" sz="1200" b="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946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25.08.14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200" dirty="0">
                          <a:solidFill>
                            <a:srgbClr val="FF0000"/>
                          </a:solidFill>
                        </a:rPr>
                        <a:t>-8.8739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200" dirty="0">
                          <a:solidFill>
                            <a:srgbClr val="FF0000"/>
                          </a:solidFill>
                        </a:rPr>
                        <a:t>0.5890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200" dirty="0">
                          <a:solidFill>
                            <a:srgbClr val="FF0000"/>
                          </a:solidFill>
                        </a:rPr>
                        <a:t>-12.1621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200" dirty="0">
                          <a:solidFill>
                            <a:srgbClr val="FF0000"/>
                          </a:solidFill>
                        </a:rPr>
                        <a:t>-0.1807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6710754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9190176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3EE75E94-8FB8-4A98-A686-35BD1C52C7C5}"/>
              </a:ext>
            </a:extLst>
          </p:cNvPr>
          <p:cNvSpPr txBox="1"/>
          <p:nvPr/>
        </p:nvSpPr>
        <p:spPr>
          <a:xfrm>
            <a:off x="270933" y="230419"/>
            <a:ext cx="5689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rgbClr val="FF0000"/>
                </a:solidFill>
                <a:latin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</a:rPr>
              <a:t> </a:t>
            </a:r>
            <a:r>
              <a:rPr lang="en-US" altLang="ko-KR" sz="2000" b="1" dirty="0">
                <a:solidFill>
                  <a:srgbClr val="FF0000"/>
                </a:solidFill>
                <a:latin typeface="+mj-ea"/>
              </a:rPr>
              <a:t>– 10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</a:rPr>
              <a:t>분단위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</a:p>
        </p:txBody>
      </p:sp>
      <p:pic>
        <p:nvPicPr>
          <p:cNvPr id="44" name="그림 43">
            <a:extLst>
              <a:ext uri="{FF2B5EF4-FFF2-40B4-BE49-F238E27FC236}">
                <a16:creationId xmlns:a16="http://schemas.microsoft.com/office/drawing/2014/main" id="{B677A664-900B-45EC-B7ED-FED2250F1E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9261" y="689483"/>
            <a:ext cx="3227450" cy="542588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12E4B6C2-35C2-4C27-9869-ABC58B1417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3" y="2693941"/>
            <a:ext cx="3227450" cy="541968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06F1A1F7-B882-4681-B942-265A6276DF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9261" y="4721949"/>
            <a:ext cx="3227450" cy="549525"/>
          </a:xfrm>
          <a:prstGeom prst="rect">
            <a:avLst/>
          </a:prstGeom>
        </p:spPr>
      </p:pic>
      <p:grpSp>
        <p:nvGrpSpPr>
          <p:cNvPr id="6" name="그룹 5">
            <a:extLst>
              <a:ext uri="{FF2B5EF4-FFF2-40B4-BE49-F238E27FC236}">
                <a16:creationId xmlns:a16="http://schemas.microsoft.com/office/drawing/2014/main" id="{FC6DAE30-9462-4ECD-ACBF-CFEBE398D720}"/>
              </a:ext>
            </a:extLst>
          </p:cNvPr>
          <p:cNvGrpSpPr/>
          <p:nvPr/>
        </p:nvGrpSpPr>
        <p:grpSpPr>
          <a:xfrm>
            <a:off x="6465564" y="1473154"/>
            <a:ext cx="1391446" cy="4647191"/>
            <a:chOff x="6465564" y="1473154"/>
            <a:chExt cx="1391446" cy="4647191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FA255B5-0345-410B-80F9-2AFF909E4C46}"/>
                </a:ext>
              </a:extLst>
            </p:cNvPr>
            <p:cNvSpPr txBox="1"/>
            <p:nvPr/>
          </p:nvSpPr>
          <p:spPr>
            <a:xfrm>
              <a:off x="6465564" y="5503969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40</a:t>
              </a:r>
              <a:r>
                <a:rPr lang="ko-KR" altLang="en-US" sz="1200" b="1" dirty="0"/>
                <a:t>분 후 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749A747-00BF-4A4A-A0D9-CB38768F9B9A}"/>
                </a:ext>
              </a:extLst>
            </p:cNvPr>
            <p:cNvSpPr txBox="1"/>
            <p:nvPr/>
          </p:nvSpPr>
          <p:spPr>
            <a:xfrm>
              <a:off x="6465564" y="3478697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30</a:t>
              </a:r>
              <a:r>
                <a:rPr lang="ko-KR" altLang="en-US" sz="1200" b="1" dirty="0"/>
                <a:t>분 후 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3780478-A6EF-4462-AD5A-1F9DE5B39403}"/>
                </a:ext>
              </a:extLst>
            </p:cNvPr>
            <p:cNvSpPr txBox="1"/>
            <p:nvPr/>
          </p:nvSpPr>
          <p:spPr>
            <a:xfrm>
              <a:off x="6472432" y="147315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20</a:t>
              </a:r>
              <a:r>
                <a:rPr lang="ko-KR" altLang="en-US" sz="1200" b="1" dirty="0"/>
                <a:t>분 후</a:t>
              </a: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CD13AD81-9D77-4840-BEEF-57179F7C5A87}"/>
                </a:ext>
              </a:extLst>
            </p:cNvPr>
            <p:cNvSpPr txBox="1"/>
            <p:nvPr/>
          </p:nvSpPr>
          <p:spPr>
            <a:xfrm>
              <a:off x="6465564" y="5843346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0.9478</a:t>
              </a:r>
              <a:endParaRPr lang="ko-KR" altLang="en-US" sz="1200" b="1" dirty="0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9A42ED54-E154-45FD-9E22-F3DB582A0E2E}"/>
                </a:ext>
              </a:extLst>
            </p:cNvPr>
            <p:cNvSpPr txBox="1"/>
            <p:nvPr/>
          </p:nvSpPr>
          <p:spPr>
            <a:xfrm>
              <a:off x="6465564" y="381807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0.9529</a:t>
              </a:r>
              <a:endParaRPr lang="ko-KR" altLang="en-US" sz="1200" b="1" dirty="0"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DFE82EB6-8861-41EE-940F-7D3C39D3265A}"/>
                </a:ext>
              </a:extLst>
            </p:cNvPr>
            <p:cNvSpPr txBox="1"/>
            <p:nvPr/>
          </p:nvSpPr>
          <p:spPr>
            <a:xfrm>
              <a:off x="6472432" y="1812531"/>
              <a:ext cx="138457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0.9579</a:t>
              </a:r>
              <a:endParaRPr lang="pt-BR" altLang="ko-KR" sz="1200" dirty="0"/>
            </a:p>
            <a:p>
              <a:pPr algn="ctr" latinLnBrk="1"/>
              <a:endParaRPr lang="ko-KR" altLang="en-US" sz="1200" b="1" dirty="0"/>
            </a:p>
          </p:txBody>
        </p:sp>
      </p:grpSp>
      <p:pic>
        <p:nvPicPr>
          <p:cNvPr id="2" name="그림 1">
            <a:extLst>
              <a:ext uri="{FF2B5EF4-FFF2-40B4-BE49-F238E27FC236}">
                <a16:creationId xmlns:a16="http://schemas.microsoft.com/office/drawing/2014/main" id="{B0427AF8-A21B-40FF-AA58-919893C3364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7602" y="1254012"/>
            <a:ext cx="3159109" cy="1315789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C8E7FF9E-DE29-4AC0-8F82-3948FDDFEB1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7602" y="3261115"/>
            <a:ext cx="3159110" cy="1314774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DA0938AC-6E22-4385-9FDE-48F6D147DC7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17801" y="5271474"/>
            <a:ext cx="3178910" cy="1356107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73A9FA09-4C55-4047-B157-8A89D4BA73F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4" y="716172"/>
            <a:ext cx="3227450" cy="492774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9FB5B3B8-D3C4-426E-A3EB-702A5203B43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4" y="2712227"/>
            <a:ext cx="3227450" cy="505397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6006C84D-618D-4489-8E29-C63A6FBD5D6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2" y="4745885"/>
            <a:ext cx="3227450" cy="501653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B9D11161-F507-458B-AD75-9380CEEBB71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2563" y="1254012"/>
            <a:ext cx="3159110" cy="1315789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6992310A-AF00-4935-B2D8-4BBC37A613D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2564" y="3240449"/>
            <a:ext cx="3159110" cy="1356107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5414DBF1-66B4-428D-8122-CBEC2AC62BCA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92763" y="5271474"/>
            <a:ext cx="3178909" cy="1356107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CACBA84A-C766-4A99-A258-0B20ABAE2B3F}"/>
              </a:ext>
            </a:extLst>
          </p:cNvPr>
          <p:cNvGrpSpPr/>
          <p:nvPr/>
        </p:nvGrpSpPr>
        <p:grpSpPr>
          <a:xfrm>
            <a:off x="431800" y="1566310"/>
            <a:ext cx="1527487" cy="4587791"/>
            <a:chOff x="431800" y="1566310"/>
            <a:chExt cx="1527487" cy="4587791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FE13151-BA46-4219-A32A-22942F00BBFD}"/>
                </a:ext>
              </a:extLst>
            </p:cNvPr>
            <p:cNvSpPr txBox="1"/>
            <p:nvPr/>
          </p:nvSpPr>
          <p:spPr>
            <a:xfrm>
              <a:off x="668867" y="5537725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10</a:t>
              </a:r>
              <a:r>
                <a:rPr lang="ko-KR" altLang="en-US" sz="1200" b="1" dirty="0"/>
                <a:t>분 후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ADEB3EAB-0072-4095-8733-FFDDAD956D2E}"/>
                </a:ext>
              </a:extLst>
            </p:cNvPr>
            <p:cNvSpPr txBox="1"/>
            <p:nvPr/>
          </p:nvSpPr>
          <p:spPr>
            <a:xfrm>
              <a:off x="431800" y="3552110"/>
              <a:ext cx="152748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200802 (02)</a:t>
              </a:r>
              <a:endParaRPr lang="ko-KR" altLang="en-US" sz="1200" b="1" dirty="0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800CA63C-8DB7-46FE-A1FF-5C3332D9E9F6}"/>
                </a:ext>
              </a:extLst>
            </p:cNvPr>
            <p:cNvSpPr txBox="1"/>
            <p:nvPr/>
          </p:nvSpPr>
          <p:spPr>
            <a:xfrm>
              <a:off x="668867" y="15663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10</a:t>
              </a:r>
              <a:r>
                <a:rPr lang="ko-KR" altLang="en-US" sz="1200" b="1" dirty="0"/>
                <a:t>분 전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F471D7EC-A786-472B-86DD-C4736DB62A39}"/>
                </a:ext>
              </a:extLst>
            </p:cNvPr>
            <p:cNvSpPr txBox="1"/>
            <p:nvPr/>
          </p:nvSpPr>
          <p:spPr>
            <a:xfrm>
              <a:off x="668867" y="5877102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0.9585</a:t>
              </a:r>
              <a:endParaRPr lang="ko-KR" altLang="en-US" sz="1200" b="1" dirty="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CD3DAA8C-A351-4E6A-A57B-AB46DE11A446}"/>
                </a:ext>
              </a:extLst>
            </p:cNvPr>
            <p:cNvSpPr txBox="1"/>
            <p:nvPr/>
          </p:nvSpPr>
          <p:spPr>
            <a:xfrm>
              <a:off x="672354" y="38914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0.9513</a:t>
              </a:r>
              <a:endParaRPr lang="ko-KR" altLang="en-US" sz="1200" b="1" dirty="0"/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53BFEBD7-87B5-494C-9DF1-3F7DF03D47F4}"/>
                </a:ext>
              </a:extLst>
            </p:cNvPr>
            <p:cNvSpPr txBox="1"/>
            <p:nvPr/>
          </p:nvSpPr>
          <p:spPr>
            <a:xfrm>
              <a:off x="668867" y="19056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0.9138</a:t>
              </a:r>
              <a:endParaRPr lang="ko-KR" altLang="en-US" sz="1200" b="1" dirty="0"/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AC1AC6E7-2DA9-4E7E-8D3D-26AC9B53351D}"/>
              </a:ext>
            </a:extLst>
          </p:cNvPr>
          <p:cNvSpPr txBox="1"/>
          <p:nvPr/>
        </p:nvSpPr>
        <p:spPr>
          <a:xfrm>
            <a:off x="9279466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model_(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/dg)_20</a:t>
            </a:r>
            <a:endParaRPr lang="ko-KR" altLang="en-US" sz="1050" b="1" dirty="0"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95768708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3EE75E94-8FB8-4A98-A686-35BD1C52C7C5}"/>
              </a:ext>
            </a:extLst>
          </p:cNvPr>
          <p:cNvSpPr txBox="1"/>
          <p:nvPr/>
        </p:nvSpPr>
        <p:spPr>
          <a:xfrm>
            <a:off x="270933" y="230419"/>
            <a:ext cx="5689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rgbClr val="FF0000"/>
                </a:solidFill>
                <a:latin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</a:rPr>
              <a:t> </a:t>
            </a:r>
            <a:r>
              <a:rPr lang="en-US" altLang="ko-KR" sz="2000" b="1" dirty="0">
                <a:solidFill>
                  <a:srgbClr val="FF0000"/>
                </a:solidFill>
                <a:latin typeface="+mj-ea"/>
              </a:rPr>
              <a:t>– 10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</a:rPr>
              <a:t>분단위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</a:p>
        </p:txBody>
      </p:sp>
      <p:pic>
        <p:nvPicPr>
          <p:cNvPr id="44" name="그림 43">
            <a:extLst>
              <a:ext uri="{FF2B5EF4-FFF2-40B4-BE49-F238E27FC236}">
                <a16:creationId xmlns:a16="http://schemas.microsoft.com/office/drawing/2014/main" id="{B677A664-900B-45EC-B7ED-FED2250F1E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9262" y="689483"/>
            <a:ext cx="3227450" cy="542588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12E4B6C2-35C2-4C27-9869-ABC58B1417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3" y="2689402"/>
            <a:ext cx="3227450" cy="551047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06F1A1F7-B882-4681-B942-265A6276DF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9263" y="4721949"/>
            <a:ext cx="3227450" cy="549525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B0427AF8-A21B-40FF-AA58-919893C3364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7603" y="1254012"/>
            <a:ext cx="3159110" cy="1315789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C8E7FF9E-DE29-4AC0-8F82-3948FDDFEB1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7602" y="3240449"/>
            <a:ext cx="3159110" cy="1356107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DA0938AC-6E22-4385-9FDE-48F6D147DC7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17802" y="5271474"/>
            <a:ext cx="3178910" cy="1356107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73A9FA09-4C55-4047-B157-8A89D4BA73F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3" y="716172"/>
            <a:ext cx="3227450" cy="492774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9FB5B3B8-D3C4-426E-A3EB-702A5203B43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3" y="2712227"/>
            <a:ext cx="3227450" cy="505397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6006C84D-618D-4489-8E29-C63A6FBD5D6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9662" y="4745885"/>
            <a:ext cx="3227450" cy="501653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B9D11161-F507-458B-AD75-9380CEEBB71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2564" y="1254012"/>
            <a:ext cx="3159110" cy="1315789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6992310A-AF00-4935-B2D8-4BBC37A613D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2563" y="3240449"/>
            <a:ext cx="3159110" cy="1356107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5414DBF1-66B4-428D-8122-CBEC2AC62BCA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8202" y="5271474"/>
            <a:ext cx="3178910" cy="1356107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AC1AC6E7-2DA9-4E7E-8D3D-26AC9B53351D}"/>
              </a:ext>
            </a:extLst>
          </p:cNvPr>
          <p:cNvSpPr txBox="1"/>
          <p:nvPr/>
        </p:nvSpPr>
        <p:spPr>
          <a:xfrm>
            <a:off x="9279466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model_(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/dg)_20</a:t>
            </a:r>
            <a:endParaRPr lang="ko-KR" altLang="en-US" sz="1050" b="1" dirty="0">
              <a:latin typeface="+mj-ea"/>
            </a:endParaRPr>
          </a:p>
        </p:txBody>
      </p:sp>
      <p:grpSp>
        <p:nvGrpSpPr>
          <p:cNvPr id="31" name="그룹 30">
            <a:extLst>
              <a:ext uri="{FF2B5EF4-FFF2-40B4-BE49-F238E27FC236}">
                <a16:creationId xmlns:a16="http://schemas.microsoft.com/office/drawing/2014/main" id="{D9C19FA8-220D-4B15-8487-975DC610967D}"/>
              </a:ext>
            </a:extLst>
          </p:cNvPr>
          <p:cNvGrpSpPr/>
          <p:nvPr/>
        </p:nvGrpSpPr>
        <p:grpSpPr>
          <a:xfrm>
            <a:off x="440268" y="1566310"/>
            <a:ext cx="1519020" cy="4587791"/>
            <a:chOff x="440268" y="1566310"/>
            <a:chExt cx="1519020" cy="4587791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1F56134E-9368-4859-8E92-7E31FC6D710D}"/>
                </a:ext>
              </a:extLst>
            </p:cNvPr>
            <p:cNvSpPr txBox="1"/>
            <p:nvPr/>
          </p:nvSpPr>
          <p:spPr>
            <a:xfrm>
              <a:off x="668867" y="5537725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10</a:t>
              </a:r>
              <a:r>
                <a:rPr lang="ko-KR" altLang="en-US" sz="1200" b="1" dirty="0"/>
                <a:t>분 후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3BD4CB25-45D4-42CE-83B9-A431903A2473}"/>
                </a:ext>
              </a:extLst>
            </p:cNvPr>
            <p:cNvSpPr txBox="1"/>
            <p:nvPr/>
          </p:nvSpPr>
          <p:spPr>
            <a:xfrm>
              <a:off x="440268" y="3552110"/>
              <a:ext cx="151902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220712 (16)</a:t>
              </a:r>
              <a:endParaRPr lang="ko-KR" altLang="en-US" sz="1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688D1359-6CA3-455E-81CF-E757FBEBBFFA}"/>
                </a:ext>
              </a:extLst>
            </p:cNvPr>
            <p:cNvSpPr txBox="1"/>
            <p:nvPr/>
          </p:nvSpPr>
          <p:spPr>
            <a:xfrm>
              <a:off x="668867" y="15663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10</a:t>
              </a:r>
              <a:r>
                <a:rPr lang="ko-KR" altLang="en-US" sz="1200" b="1" dirty="0"/>
                <a:t>분 전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0EDD94AC-20B7-4DA9-A214-2022EE648095}"/>
                </a:ext>
              </a:extLst>
            </p:cNvPr>
            <p:cNvSpPr txBox="1"/>
            <p:nvPr/>
          </p:nvSpPr>
          <p:spPr>
            <a:xfrm>
              <a:off x="668867" y="5877102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-0.4408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CD9C3997-E3FA-4C95-BDD4-0187C8D40EDB}"/>
                </a:ext>
              </a:extLst>
            </p:cNvPr>
            <p:cNvSpPr txBox="1"/>
            <p:nvPr/>
          </p:nvSpPr>
          <p:spPr>
            <a:xfrm>
              <a:off x="672354" y="38914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-0.8548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6650C0BE-27C3-41A2-AD79-4CF6A311D51A}"/>
                </a:ext>
              </a:extLst>
            </p:cNvPr>
            <p:cNvSpPr txBox="1"/>
            <p:nvPr/>
          </p:nvSpPr>
          <p:spPr>
            <a:xfrm>
              <a:off x="668867" y="19056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-0.7405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B2AB0643-9092-4757-A005-B1B65D26EFB7}"/>
              </a:ext>
            </a:extLst>
          </p:cNvPr>
          <p:cNvGrpSpPr/>
          <p:nvPr/>
        </p:nvGrpSpPr>
        <p:grpSpPr>
          <a:xfrm>
            <a:off x="6465564" y="1473154"/>
            <a:ext cx="1391446" cy="4647191"/>
            <a:chOff x="6465564" y="1473154"/>
            <a:chExt cx="1391446" cy="4647191"/>
          </a:xfrm>
        </p:grpSpPr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9E8B8124-EB7D-46B4-83C4-906524B5FF34}"/>
                </a:ext>
              </a:extLst>
            </p:cNvPr>
            <p:cNvSpPr txBox="1"/>
            <p:nvPr/>
          </p:nvSpPr>
          <p:spPr>
            <a:xfrm>
              <a:off x="6465564" y="5503969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40</a:t>
              </a:r>
              <a:r>
                <a:rPr lang="ko-KR" altLang="en-US" sz="1200" b="1" dirty="0"/>
                <a:t>분 후 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D3890AC1-BED2-4BBB-A749-5B863AD7D07C}"/>
                </a:ext>
              </a:extLst>
            </p:cNvPr>
            <p:cNvSpPr txBox="1"/>
            <p:nvPr/>
          </p:nvSpPr>
          <p:spPr>
            <a:xfrm>
              <a:off x="6465564" y="3478697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30</a:t>
              </a:r>
              <a:r>
                <a:rPr lang="ko-KR" altLang="en-US" sz="1200" b="1" dirty="0"/>
                <a:t>분 후 </a:t>
              </a: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EA453832-B864-4CDA-8FD7-CD3652B9E22E}"/>
                </a:ext>
              </a:extLst>
            </p:cNvPr>
            <p:cNvSpPr txBox="1"/>
            <p:nvPr/>
          </p:nvSpPr>
          <p:spPr>
            <a:xfrm>
              <a:off x="6472432" y="147315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20</a:t>
              </a:r>
              <a:r>
                <a:rPr lang="ko-KR" altLang="en-US" sz="1200" b="1" dirty="0"/>
                <a:t>분 후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214C66D5-82B4-405B-B102-299D5AE05F0D}"/>
                </a:ext>
              </a:extLst>
            </p:cNvPr>
            <p:cNvSpPr txBox="1"/>
            <p:nvPr/>
          </p:nvSpPr>
          <p:spPr>
            <a:xfrm>
              <a:off x="6465564" y="5843346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-0.2182</a:t>
              </a:r>
              <a:endParaRPr lang="ko-KR" altLang="en-US" sz="1200" b="1" dirty="0"/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559C2EBE-493C-4D5A-AC5A-A5F16D259A93}"/>
                </a:ext>
              </a:extLst>
            </p:cNvPr>
            <p:cNvSpPr txBox="1"/>
            <p:nvPr/>
          </p:nvSpPr>
          <p:spPr>
            <a:xfrm>
              <a:off x="6465564" y="381807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-0.5463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60FF04C5-E676-43BD-84E4-7E7D82FC92DB}"/>
                </a:ext>
              </a:extLst>
            </p:cNvPr>
            <p:cNvSpPr txBox="1"/>
            <p:nvPr/>
          </p:nvSpPr>
          <p:spPr>
            <a:xfrm>
              <a:off x="6472432" y="1812531"/>
              <a:ext cx="138457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-0.4821</a:t>
              </a:r>
              <a:endParaRPr lang="pt-BR" altLang="ko-KR" sz="1200" dirty="0">
                <a:solidFill>
                  <a:srgbClr val="FF0000"/>
                </a:solidFill>
              </a:endParaRPr>
            </a:p>
            <a:p>
              <a:pPr algn="ctr" latinLnBrk="1"/>
              <a:endParaRPr lang="ko-KR" altLang="en-US" sz="12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310316068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3EE75E94-8FB8-4A98-A686-35BD1C52C7C5}"/>
              </a:ext>
            </a:extLst>
          </p:cNvPr>
          <p:cNvSpPr txBox="1"/>
          <p:nvPr/>
        </p:nvSpPr>
        <p:spPr>
          <a:xfrm>
            <a:off x="270933" y="230419"/>
            <a:ext cx="5689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rgbClr val="FF0000"/>
                </a:solidFill>
                <a:latin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</a:rPr>
              <a:t> </a:t>
            </a:r>
            <a:r>
              <a:rPr lang="en-US" altLang="ko-KR" sz="2000" b="1" dirty="0">
                <a:solidFill>
                  <a:srgbClr val="FF0000"/>
                </a:solidFill>
                <a:latin typeface="+mj-ea"/>
              </a:rPr>
              <a:t>– 10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</a:rPr>
              <a:t>분단위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</a:p>
        </p:txBody>
      </p:sp>
      <p:pic>
        <p:nvPicPr>
          <p:cNvPr id="44" name="그림 43">
            <a:extLst>
              <a:ext uri="{FF2B5EF4-FFF2-40B4-BE49-F238E27FC236}">
                <a16:creationId xmlns:a16="http://schemas.microsoft.com/office/drawing/2014/main" id="{B677A664-900B-45EC-B7ED-FED2250F1E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4" y="689483"/>
            <a:ext cx="3192888" cy="542588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12E4B6C2-35C2-4C27-9869-ABC58B1417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3" y="2690897"/>
            <a:ext cx="3227450" cy="548057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06F1A1F7-B882-4681-B942-265A6276DF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9263" y="4721949"/>
            <a:ext cx="3227450" cy="549525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B0427AF8-A21B-40FF-AA58-919893C3364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7602" y="1254012"/>
            <a:ext cx="3159110" cy="1315789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C8E7FF9E-DE29-4AC0-8F82-3948FDDFEB1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2163" y="3240449"/>
            <a:ext cx="3159110" cy="1356107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DA0938AC-6E22-4385-9FDE-48F6D147DC7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17802" y="5271474"/>
            <a:ext cx="3178910" cy="1356107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73A9FA09-4C55-4047-B157-8A89D4BA73F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8785" y="716172"/>
            <a:ext cx="3192888" cy="492774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9FB5B3B8-D3C4-426E-A3EB-702A5203B43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2" y="2712227"/>
            <a:ext cx="3227450" cy="505397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6006C84D-618D-4489-8E29-C63A6FBD5D6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9662" y="4745885"/>
            <a:ext cx="3227450" cy="501653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B9D11161-F507-458B-AD75-9380CEEBB71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2563" y="1254012"/>
            <a:ext cx="3159110" cy="1315789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6992310A-AF00-4935-B2D8-4BBC37A613D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2563" y="3240449"/>
            <a:ext cx="3159109" cy="1356107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5414DBF1-66B4-428D-8122-CBEC2AC62BCA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8202" y="5271474"/>
            <a:ext cx="3178910" cy="1356107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AC1AC6E7-2DA9-4E7E-8D3D-26AC9B53351D}"/>
              </a:ext>
            </a:extLst>
          </p:cNvPr>
          <p:cNvSpPr txBox="1"/>
          <p:nvPr/>
        </p:nvSpPr>
        <p:spPr>
          <a:xfrm>
            <a:off x="9279466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model_(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/dg)_20</a:t>
            </a:r>
            <a:endParaRPr lang="ko-KR" altLang="en-US" sz="1050" b="1" dirty="0">
              <a:latin typeface="+mj-ea"/>
            </a:endParaRPr>
          </a:p>
        </p:txBody>
      </p:sp>
      <p:grpSp>
        <p:nvGrpSpPr>
          <p:cNvPr id="31" name="그룹 30">
            <a:extLst>
              <a:ext uri="{FF2B5EF4-FFF2-40B4-BE49-F238E27FC236}">
                <a16:creationId xmlns:a16="http://schemas.microsoft.com/office/drawing/2014/main" id="{D9C19FA8-220D-4B15-8487-975DC610967D}"/>
              </a:ext>
            </a:extLst>
          </p:cNvPr>
          <p:cNvGrpSpPr/>
          <p:nvPr/>
        </p:nvGrpSpPr>
        <p:grpSpPr>
          <a:xfrm>
            <a:off x="457200" y="1566310"/>
            <a:ext cx="1502087" cy="4587791"/>
            <a:chOff x="457200" y="1566310"/>
            <a:chExt cx="1502087" cy="4587791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1F56134E-9368-4859-8E92-7E31FC6D710D}"/>
                </a:ext>
              </a:extLst>
            </p:cNvPr>
            <p:cNvSpPr txBox="1"/>
            <p:nvPr/>
          </p:nvSpPr>
          <p:spPr>
            <a:xfrm>
              <a:off x="668867" y="5537725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10</a:t>
              </a:r>
              <a:r>
                <a:rPr lang="ko-KR" altLang="en-US" sz="1200" b="1" dirty="0"/>
                <a:t>분 후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3BD4CB25-45D4-42CE-83B9-A431903A2473}"/>
                </a:ext>
              </a:extLst>
            </p:cNvPr>
            <p:cNvSpPr txBox="1"/>
            <p:nvPr/>
          </p:nvSpPr>
          <p:spPr>
            <a:xfrm>
              <a:off x="457200" y="3552110"/>
              <a:ext cx="150208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testdata_230711 (07)</a:t>
              </a:r>
              <a:endParaRPr lang="ko-KR" altLang="en-US" sz="1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688D1359-6CA3-455E-81CF-E757FBEBBFFA}"/>
                </a:ext>
              </a:extLst>
            </p:cNvPr>
            <p:cNvSpPr txBox="1"/>
            <p:nvPr/>
          </p:nvSpPr>
          <p:spPr>
            <a:xfrm>
              <a:off x="668867" y="15663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10</a:t>
              </a:r>
              <a:r>
                <a:rPr lang="ko-KR" altLang="en-US" sz="1200" b="1" dirty="0"/>
                <a:t>분 전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0EDD94AC-20B7-4DA9-A214-2022EE648095}"/>
                </a:ext>
              </a:extLst>
            </p:cNvPr>
            <p:cNvSpPr txBox="1"/>
            <p:nvPr/>
          </p:nvSpPr>
          <p:spPr>
            <a:xfrm>
              <a:off x="668867" y="5877102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0.9012</a:t>
              </a:r>
              <a:endParaRPr lang="ko-KR" altLang="en-US" sz="1200" b="1" dirty="0"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CD9C3997-E3FA-4C95-BDD4-0187C8D40EDB}"/>
                </a:ext>
              </a:extLst>
            </p:cNvPr>
            <p:cNvSpPr txBox="1"/>
            <p:nvPr/>
          </p:nvSpPr>
          <p:spPr>
            <a:xfrm>
              <a:off x="672354" y="38914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0.8751</a:t>
              </a:r>
              <a:endParaRPr lang="ko-KR" altLang="en-US" sz="1200" b="1" dirty="0"/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6650C0BE-27C3-41A2-AD79-4CF6A311D51A}"/>
                </a:ext>
              </a:extLst>
            </p:cNvPr>
            <p:cNvSpPr txBox="1"/>
            <p:nvPr/>
          </p:nvSpPr>
          <p:spPr>
            <a:xfrm>
              <a:off x="668867" y="19056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0.8657</a:t>
              </a:r>
              <a:endParaRPr lang="ko-KR" altLang="en-US" sz="1200" b="1" dirty="0"/>
            </a:p>
          </p:txBody>
        </p:sp>
      </p:grp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B2AB0643-9092-4757-A005-B1B65D26EFB7}"/>
              </a:ext>
            </a:extLst>
          </p:cNvPr>
          <p:cNvGrpSpPr/>
          <p:nvPr/>
        </p:nvGrpSpPr>
        <p:grpSpPr>
          <a:xfrm>
            <a:off x="6465564" y="1473154"/>
            <a:ext cx="1391446" cy="4647191"/>
            <a:chOff x="6465564" y="1473154"/>
            <a:chExt cx="1391446" cy="4647191"/>
          </a:xfrm>
        </p:grpSpPr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9E8B8124-EB7D-46B4-83C4-906524B5FF34}"/>
                </a:ext>
              </a:extLst>
            </p:cNvPr>
            <p:cNvSpPr txBox="1"/>
            <p:nvPr/>
          </p:nvSpPr>
          <p:spPr>
            <a:xfrm>
              <a:off x="6465564" y="5503969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40</a:t>
              </a:r>
              <a:r>
                <a:rPr lang="ko-KR" altLang="en-US" sz="1200" b="1" dirty="0"/>
                <a:t>분 후 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D3890AC1-BED2-4BBB-A749-5B863AD7D07C}"/>
                </a:ext>
              </a:extLst>
            </p:cNvPr>
            <p:cNvSpPr txBox="1"/>
            <p:nvPr/>
          </p:nvSpPr>
          <p:spPr>
            <a:xfrm>
              <a:off x="6465564" y="3478697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30</a:t>
              </a:r>
              <a:r>
                <a:rPr lang="ko-KR" altLang="en-US" sz="1200" b="1" dirty="0"/>
                <a:t>분 후 </a:t>
              </a: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EA453832-B864-4CDA-8FD7-CD3652B9E22E}"/>
                </a:ext>
              </a:extLst>
            </p:cNvPr>
            <p:cNvSpPr txBox="1"/>
            <p:nvPr/>
          </p:nvSpPr>
          <p:spPr>
            <a:xfrm>
              <a:off x="6472432" y="147315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20</a:t>
              </a:r>
              <a:r>
                <a:rPr lang="ko-KR" altLang="en-US" sz="1200" b="1" dirty="0"/>
                <a:t>분 후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214C66D5-82B4-405B-B102-299D5AE05F0D}"/>
                </a:ext>
              </a:extLst>
            </p:cNvPr>
            <p:cNvSpPr txBox="1"/>
            <p:nvPr/>
          </p:nvSpPr>
          <p:spPr>
            <a:xfrm>
              <a:off x="6465564" y="5843346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0.8200</a:t>
              </a:r>
              <a:endParaRPr lang="ko-KR" altLang="en-US" sz="1200" b="1" dirty="0"/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559C2EBE-493C-4D5A-AC5A-A5F16D259A93}"/>
                </a:ext>
              </a:extLst>
            </p:cNvPr>
            <p:cNvSpPr txBox="1"/>
            <p:nvPr/>
          </p:nvSpPr>
          <p:spPr>
            <a:xfrm>
              <a:off x="6465564" y="381807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0.9322</a:t>
              </a:r>
              <a:endParaRPr lang="ko-KR" altLang="en-US" sz="1200" b="1" dirty="0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60FF04C5-E676-43BD-84E4-7E7D82FC92DB}"/>
                </a:ext>
              </a:extLst>
            </p:cNvPr>
            <p:cNvSpPr txBox="1"/>
            <p:nvPr/>
          </p:nvSpPr>
          <p:spPr>
            <a:xfrm>
              <a:off x="6472432" y="1812531"/>
              <a:ext cx="138457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0.9471</a:t>
              </a:r>
              <a:endParaRPr lang="pt-BR" altLang="ko-KR" sz="1200" dirty="0"/>
            </a:p>
            <a:p>
              <a:pPr algn="ctr" latinLnBrk="1"/>
              <a:endParaRPr lang="ko-KR" altLang="en-US" sz="12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347390950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3EE75E94-8FB8-4A98-A686-35BD1C52C7C5}"/>
              </a:ext>
            </a:extLst>
          </p:cNvPr>
          <p:cNvSpPr txBox="1"/>
          <p:nvPr/>
        </p:nvSpPr>
        <p:spPr>
          <a:xfrm>
            <a:off x="270933" y="230419"/>
            <a:ext cx="5689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rgbClr val="FF0000"/>
                </a:solidFill>
                <a:latin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</a:rPr>
              <a:t> </a:t>
            </a:r>
            <a:r>
              <a:rPr lang="en-US" altLang="ko-KR" sz="2000" b="1" dirty="0">
                <a:solidFill>
                  <a:srgbClr val="FF0000"/>
                </a:solidFill>
                <a:latin typeface="+mj-ea"/>
              </a:rPr>
              <a:t>– 10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</a:rPr>
              <a:t>분단위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</a:p>
        </p:txBody>
      </p:sp>
      <p:pic>
        <p:nvPicPr>
          <p:cNvPr id="44" name="그림 43">
            <a:extLst>
              <a:ext uri="{FF2B5EF4-FFF2-40B4-BE49-F238E27FC236}">
                <a16:creationId xmlns:a16="http://schemas.microsoft.com/office/drawing/2014/main" id="{B677A664-900B-45EC-B7ED-FED2250F1E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3" y="689483"/>
            <a:ext cx="3227450" cy="542588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12E4B6C2-35C2-4C27-9869-ABC58B1417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3" y="2717833"/>
            <a:ext cx="3227450" cy="494184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06F1A1F7-B882-4681-B942-265A6276DF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9261" y="4721949"/>
            <a:ext cx="3227450" cy="549525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B0427AF8-A21B-40FF-AA58-919893C3364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2164" y="1254012"/>
            <a:ext cx="3159109" cy="1315789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C8E7FF9E-DE29-4AC0-8F82-3948FDDFEB1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7602" y="3259846"/>
            <a:ext cx="3159110" cy="1317312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DA0938AC-6E22-4385-9FDE-48F6D147DC7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17802" y="5271474"/>
            <a:ext cx="3178909" cy="1356107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73A9FA09-4C55-4047-B157-8A89D4BA73F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4" y="716172"/>
            <a:ext cx="3227450" cy="492774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9FB5B3B8-D3C4-426E-A3EB-702A5203B43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4" y="2712227"/>
            <a:ext cx="3227450" cy="505397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6006C84D-618D-4489-8E29-C63A6FBD5D6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4" y="4745885"/>
            <a:ext cx="3227450" cy="501653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B9D11161-F507-458B-AD75-9380CEEBB71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2563" y="1254012"/>
            <a:ext cx="3159110" cy="1315789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6992310A-AF00-4935-B2D8-4BBC37A613D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2563" y="3240449"/>
            <a:ext cx="3159110" cy="1356107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5414DBF1-66B4-428D-8122-CBEC2AC62BCA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2563" y="5271474"/>
            <a:ext cx="3159110" cy="1356107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AC1AC6E7-2DA9-4E7E-8D3D-26AC9B53351D}"/>
              </a:ext>
            </a:extLst>
          </p:cNvPr>
          <p:cNvSpPr txBox="1"/>
          <p:nvPr/>
        </p:nvSpPr>
        <p:spPr>
          <a:xfrm>
            <a:off x="9279466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model_(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/dg)_20</a:t>
            </a:r>
            <a:endParaRPr lang="ko-KR" altLang="en-US" sz="1050" b="1" dirty="0">
              <a:latin typeface="+mj-ea"/>
            </a:endParaRPr>
          </a:p>
        </p:txBody>
      </p:sp>
      <p:grpSp>
        <p:nvGrpSpPr>
          <p:cNvPr id="31" name="그룹 30">
            <a:extLst>
              <a:ext uri="{FF2B5EF4-FFF2-40B4-BE49-F238E27FC236}">
                <a16:creationId xmlns:a16="http://schemas.microsoft.com/office/drawing/2014/main" id="{D9C19FA8-220D-4B15-8487-975DC610967D}"/>
              </a:ext>
            </a:extLst>
          </p:cNvPr>
          <p:cNvGrpSpPr/>
          <p:nvPr/>
        </p:nvGrpSpPr>
        <p:grpSpPr>
          <a:xfrm>
            <a:off x="440268" y="1566310"/>
            <a:ext cx="1519020" cy="4587791"/>
            <a:chOff x="440268" y="1566310"/>
            <a:chExt cx="1519020" cy="4587791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1F56134E-9368-4859-8E92-7E31FC6D710D}"/>
                </a:ext>
              </a:extLst>
            </p:cNvPr>
            <p:cNvSpPr txBox="1"/>
            <p:nvPr/>
          </p:nvSpPr>
          <p:spPr>
            <a:xfrm>
              <a:off x="668867" y="5537725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10</a:t>
              </a:r>
              <a:r>
                <a:rPr lang="ko-KR" altLang="en-US" sz="1200" b="1" dirty="0"/>
                <a:t>분 후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3BD4CB25-45D4-42CE-83B9-A431903A2473}"/>
                </a:ext>
              </a:extLst>
            </p:cNvPr>
            <p:cNvSpPr txBox="1"/>
            <p:nvPr/>
          </p:nvSpPr>
          <p:spPr>
            <a:xfrm>
              <a:off x="440268" y="3552110"/>
              <a:ext cx="151902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240723 (18)</a:t>
              </a:r>
              <a:endParaRPr lang="ko-KR" altLang="en-US" sz="1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688D1359-6CA3-455E-81CF-E757FBEBBFFA}"/>
                </a:ext>
              </a:extLst>
            </p:cNvPr>
            <p:cNvSpPr txBox="1"/>
            <p:nvPr/>
          </p:nvSpPr>
          <p:spPr>
            <a:xfrm>
              <a:off x="668867" y="15663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10</a:t>
              </a:r>
              <a:r>
                <a:rPr lang="ko-KR" altLang="en-US" sz="1200" b="1" dirty="0"/>
                <a:t>분 전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0EDD94AC-20B7-4DA9-A214-2022EE648095}"/>
                </a:ext>
              </a:extLst>
            </p:cNvPr>
            <p:cNvSpPr txBox="1"/>
            <p:nvPr/>
          </p:nvSpPr>
          <p:spPr>
            <a:xfrm>
              <a:off x="668867" y="5877102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0.7844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CD9C3997-E3FA-4C95-BDD4-0187C8D40EDB}"/>
                </a:ext>
              </a:extLst>
            </p:cNvPr>
            <p:cNvSpPr txBox="1"/>
            <p:nvPr/>
          </p:nvSpPr>
          <p:spPr>
            <a:xfrm>
              <a:off x="672354" y="38914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0.8136</a:t>
              </a:r>
              <a:endParaRPr lang="pt-BR" altLang="ko-KR" sz="1200" dirty="0"/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6650C0BE-27C3-41A2-AD79-4CF6A311D51A}"/>
                </a:ext>
              </a:extLst>
            </p:cNvPr>
            <p:cNvSpPr txBox="1"/>
            <p:nvPr/>
          </p:nvSpPr>
          <p:spPr>
            <a:xfrm>
              <a:off x="668867" y="19056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0.8064</a:t>
              </a:r>
              <a:endParaRPr lang="ko-KR" altLang="en-US" sz="1200" b="1" dirty="0"/>
            </a:p>
          </p:txBody>
        </p:sp>
      </p:grp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B2AB0643-9092-4757-A005-B1B65D26EFB7}"/>
              </a:ext>
            </a:extLst>
          </p:cNvPr>
          <p:cNvGrpSpPr/>
          <p:nvPr/>
        </p:nvGrpSpPr>
        <p:grpSpPr>
          <a:xfrm>
            <a:off x="6465564" y="1473154"/>
            <a:ext cx="1391446" cy="4647191"/>
            <a:chOff x="6465564" y="1473154"/>
            <a:chExt cx="1391446" cy="4647191"/>
          </a:xfrm>
        </p:grpSpPr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9E8B8124-EB7D-46B4-83C4-906524B5FF34}"/>
                </a:ext>
              </a:extLst>
            </p:cNvPr>
            <p:cNvSpPr txBox="1"/>
            <p:nvPr/>
          </p:nvSpPr>
          <p:spPr>
            <a:xfrm>
              <a:off x="6465564" y="5503969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40</a:t>
              </a:r>
              <a:r>
                <a:rPr lang="ko-KR" altLang="en-US" sz="1200" b="1" dirty="0"/>
                <a:t>분 후 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D3890AC1-BED2-4BBB-A749-5B863AD7D07C}"/>
                </a:ext>
              </a:extLst>
            </p:cNvPr>
            <p:cNvSpPr txBox="1"/>
            <p:nvPr/>
          </p:nvSpPr>
          <p:spPr>
            <a:xfrm>
              <a:off x="6465564" y="3478697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30</a:t>
              </a:r>
              <a:r>
                <a:rPr lang="ko-KR" altLang="en-US" sz="1200" b="1" dirty="0"/>
                <a:t>분 후 </a:t>
              </a: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EA453832-B864-4CDA-8FD7-CD3652B9E22E}"/>
                </a:ext>
              </a:extLst>
            </p:cNvPr>
            <p:cNvSpPr txBox="1"/>
            <p:nvPr/>
          </p:nvSpPr>
          <p:spPr>
            <a:xfrm>
              <a:off x="6472432" y="147315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20</a:t>
              </a:r>
              <a:r>
                <a:rPr lang="ko-KR" altLang="en-US" sz="1200" b="1" dirty="0"/>
                <a:t>분 후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214C66D5-82B4-405B-B102-299D5AE05F0D}"/>
                </a:ext>
              </a:extLst>
            </p:cNvPr>
            <p:cNvSpPr txBox="1"/>
            <p:nvPr/>
          </p:nvSpPr>
          <p:spPr>
            <a:xfrm>
              <a:off x="6465564" y="5843346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0.8407</a:t>
              </a:r>
              <a:endParaRPr lang="ko-KR" altLang="en-US" sz="1200" b="1" dirty="0"/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559C2EBE-493C-4D5A-AC5A-A5F16D259A93}"/>
                </a:ext>
              </a:extLst>
            </p:cNvPr>
            <p:cNvSpPr txBox="1"/>
            <p:nvPr/>
          </p:nvSpPr>
          <p:spPr>
            <a:xfrm>
              <a:off x="6465564" y="381807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0.7132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60FF04C5-E676-43BD-84E4-7E7D82FC92DB}"/>
                </a:ext>
              </a:extLst>
            </p:cNvPr>
            <p:cNvSpPr txBox="1"/>
            <p:nvPr/>
          </p:nvSpPr>
          <p:spPr>
            <a:xfrm>
              <a:off x="6472432" y="1812531"/>
              <a:ext cx="138457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0.7748</a:t>
              </a:r>
              <a:endParaRPr lang="pt-BR" altLang="ko-KR" sz="1200" dirty="0">
                <a:solidFill>
                  <a:srgbClr val="FF0000"/>
                </a:solidFill>
              </a:endParaRPr>
            </a:p>
            <a:p>
              <a:pPr algn="ctr" latinLnBrk="1"/>
              <a:endParaRPr lang="ko-KR" altLang="en-US" sz="12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81966496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3EE75E94-8FB8-4A98-A686-35BD1C52C7C5}"/>
              </a:ext>
            </a:extLst>
          </p:cNvPr>
          <p:cNvSpPr txBox="1"/>
          <p:nvPr/>
        </p:nvSpPr>
        <p:spPr>
          <a:xfrm>
            <a:off x="270933" y="230419"/>
            <a:ext cx="5689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rgbClr val="FF0000"/>
                </a:solidFill>
                <a:latin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</a:rPr>
              <a:t> </a:t>
            </a:r>
            <a:r>
              <a:rPr lang="en-US" altLang="ko-KR" sz="2000" b="1" dirty="0">
                <a:solidFill>
                  <a:srgbClr val="FF0000"/>
                </a:solidFill>
                <a:latin typeface="+mj-ea"/>
              </a:rPr>
              <a:t>– 10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</a:rPr>
              <a:t>분단위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</a:p>
        </p:txBody>
      </p:sp>
      <p:pic>
        <p:nvPicPr>
          <p:cNvPr id="44" name="그림 43">
            <a:extLst>
              <a:ext uri="{FF2B5EF4-FFF2-40B4-BE49-F238E27FC236}">
                <a16:creationId xmlns:a16="http://schemas.microsoft.com/office/drawing/2014/main" id="{B677A664-900B-45EC-B7ED-FED2250F1E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3" y="689483"/>
            <a:ext cx="3227450" cy="542588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12E4B6C2-35C2-4C27-9869-ABC58B1417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3" y="2711732"/>
            <a:ext cx="3227450" cy="506386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06F1A1F7-B882-4681-B942-265A6276DF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9262" y="4721949"/>
            <a:ext cx="3227450" cy="549525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B0427AF8-A21B-40FF-AA58-919893C3364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2163" y="1254012"/>
            <a:ext cx="3159110" cy="1315789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C8E7FF9E-DE29-4AC0-8F82-3948FDDFEB1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7602" y="3241551"/>
            <a:ext cx="3159110" cy="1353903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DA0938AC-6E22-4385-9FDE-48F6D147DC7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17803" y="5271474"/>
            <a:ext cx="3178910" cy="1356107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73A9FA09-4C55-4047-B157-8A89D4BA73F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4" y="716172"/>
            <a:ext cx="3227450" cy="492774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9FB5B3B8-D3C4-426E-A3EB-702A5203B43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9662" y="2712227"/>
            <a:ext cx="3262011" cy="505397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6006C84D-618D-4489-8E29-C63A6FBD5D6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95683" y="4745885"/>
            <a:ext cx="3227450" cy="501653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B9D11161-F507-458B-AD75-9380CEEBB71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2563" y="1254012"/>
            <a:ext cx="3159110" cy="1315789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6992310A-AF00-4935-B2D8-4BBC37A613D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4" y="3240449"/>
            <a:ext cx="3227450" cy="1356107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5414DBF1-66B4-428D-8122-CBEC2AC62BCA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3" y="5271474"/>
            <a:ext cx="3178910" cy="1356107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AC1AC6E7-2DA9-4E7E-8D3D-26AC9B53351D}"/>
              </a:ext>
            </a:extLst>
          </p:cNvPr>
          <p:cNvSpPr txBox="1"/>
          <p:nvPr/>
        </p:nvSpPr>
        <p:spPr>
          <a:xfrm>
            <a:off x="9279466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model_(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/dg)_20</a:t>
            </a:r>
            <a:endParaRPr lang="ko-KR" altLang="en-US" sz="1050" b="1" dirty="0">
              <a:latin typeface="+mj-ea"/>
            </a:endParaRPr>
          </a:p>
        </p:txBody>
      </p:sp>
      <p:grpSp>
        <p:nvGrpSpPr>
          <p:cNvPr id="31" name="그룹 30">
            <a:extLst>
              <a:ext uri="{FF2B5EF4-FFF2-40B4-BE49-F238E27FC236}">
                <a16:creationId xmlns:a16="http://schemas.microsoft.com/office/drawing/2014/main" id="{D9C19FA8-220D-4B15-8487-975DC610967D}"/>
              </a:ext>
            </a:extLst>
          </p:cNvPr>
          <p:cNvGrpSpPr/>
          <p:nvPr/>
        </p:nvGrpSpPr>
        <p:grpSpPr>
          <a:xfrm>
            <a:off x="431800" y="1566310"/>
            <a:ext cx="1527487" cy="4587791"/>
            <a:chOff x="431800" y="1566310"/>
            <a:chExt cx="1527487" cy="4587791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1F56134E-9368-4859-8E92-7E31FC6D710D}"/>
                </a:ext>
              </a:extLst>
            </p:cNvPr>
            <p:cNvSpPr txBox="1"/>
            <p:nvPr/>
          </p:nvSpPr>
          <p:spPr>
            <a:xfrm>
              <a:off x="668867" y="5537725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10</a:t>
              </a:r>
              <a:r>
                <a:rPr lang="ko-KR" altLang="en-US" sz="1200" b="1" dirty="0"/>
                <a:t>분 후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3BD4CB25-45D4-42CE-83B9-A431903A2473}"/>
                </a:ext>
              </a:extLst>
            </p:cNvPr>
            <p:cNvSpPr txBox="1"/>
            <p:nvPr/>
          </p:nvSpPr>
          <p:spPr>
            <a:xfrm>
              <a:off x="431800" y="3552110"/>
              <a:ext cx="152748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250716 (17)</a:t>
              </a:r>
              <a:endParaRPr lang="ko-KR" altLang="en-US" sz="1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688D1359-6CA3-455E-81CF-E757FBEBBFFA}"/>
                </a:ext>
              </a:extLst>
            </p:cNvPr>
            <p:cNvSpPr txBox="1"/>
            <p:nvPr/>
          </p:nvSpPr>
          <p:spPr>
            <a:xfrm>
              <a:off x="668867" y="15663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10</a:t>
              </a:r>
              <a:r>
                <a:rPr lang="ko-KR" altLang="en-US" sz="1200" b="1" dirty="0"/>
                <a:t>분 전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0EDD94AC-20B7-4DA9-A214-2022EE648095}"/>
                </a:ext>
              </a:extLst>
            </p:cNvPr>
            <p:cNvSpPr txBox="1"/>
            <p:nvPr/>
          </p:nvSpPr>
          <p:spPr>
            <a:xfrm>
              <a:off x="668867" y="5877102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0.8073</a:t>
              </a:r>
              <a:endParaRPr lang="ko-KR" altLang="en-US" sz="1200" b="1" dirty="0"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CD9C3997-E3FA-4C95-BDD4-0187C8D40EDB}"/>
                </a:ext>
              </a:extLst>
            </p:cNvPr>
            <p:cNvSpPr txBox="1"/>
            <p:nvPr/>
          </p:nvSpPr>
          <p:spPr>
            <a:xfrm>
              <a:off x="672354" y="38914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0.8213</a:t>
              </a:r>
              <a:endParaRPr lang="pt-BR" altLang="ko-KR" sz="1200" dirty="0"/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6650C0BE-27C3-41A2-AD79-4CF6A311D51A}"/>
                </a:ext>
              </a:extLst>
            </p:cNvPr>
            <p:cNvSpPr txBox="1"/>
            <p:nvPr/>
          </p:nvSpPr>
          <p:spPr>
            <a:xfrm>
              <a:off x="668867" y="19056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0.8512</a:t>
              </a:r>
              <a:endParaRPr lang="ko-KR" altLang="en-US" sz="1200" b="1" dirty="0"/>
            </a:p>
          </p:txBody>
        </p:sp>
      </p:grp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B2AB0643-9092-4757-A005-B1B65D26EFB7}"/>
              </a:ext>
            </a:extLst>
          </p:cNvPr>
          <p:cNvGrpSpPr/>
          <p:nvPr/>
        </p:nvGrpSpPr>
        <p:grpSpPr>
          <a:xfrm>
            <a:off x="6465564" y="1473154"/>
            <a:ext cx="1391446" cy="4647191"/>
            <a:chOff x="6465564" y="1473154"/>
            <a:chExt cx="1391446" cy="4647191"/>
          </a:xfrm>
        </p:grpSpPr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9E8B8124-EB7D-46B4-83C4-906524B5FF34}"/>
                </a:ext>
              </a:extLst>
            </p:cNvPr>
            <p:cNvSpPr txBox="1"/>
            <p:nvPr/>
          </p:nvSpPr>
          <p:spPr>
            <a:xfrm>
              <a:off x="6465564" y="5503969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40</a:t>
              </a:r>
              <a:r>
                <a:rPr lang="ko-KR" altLang="en-US" sz="1200" b="1" dirty="0"/>
                <a:t>분 후 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D3890AC1-BED2-4BBB-A749-5B863AD7D07C}"/>
                </a:ext>
              </a:extLst>
            </p:cNvPr>
            <p:cNvSpPr txBox="1"/>
            <p:nvPr/>
          </p:nvSpPr>
          <p:spPr>
            <a:xfrm>
              <a:off x="6465564" y="3478697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30</a:t>
              </a:r>
              <a:r>
                <a:rPr lang="ko-KR" altLang="en-US" sz="1200" b="1" dirty="0"/>
                <a:t>분 후 </a:t>
              </a: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EA453832-B864-4CDA-8FD7-CD3652B9E22E}"/>
                </a:ext>
              </a:extLst>
            </p:cNvPr>
            <p:cNvSpPr txBox="1"/>
            <p:nvPr/>
          </p:nvSpPr>
          <p:spPr>
            <a:xfrm>
              <a:off x="6472432" y="147315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20</a:t>
              </a:r>
              <a:r>
                <a:rPr lang="ko-KR" altLang="en-US" sz="1200" b="1" dirty="0"/>
                <a:t>분 후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214C66D5-82B4-405B-B102-299D5AE05F0D}"/>
                </a:ext>
              </a:extLst>
            </p:cNvPr>
            <p:cNvSpPr txBox="1"/>
            <p:nvPr/>
          </p:nvSpPr>
          <p:spPr>
            <a:xfrm>
              <a:off x="6465564" y="5843346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0.9051</a:t>
              </a:r>
              <a:endParaRPr lang="ko-KR" altLang="en-US" sz="1200" b="1" dirty="0"/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559C2EBE-493C-4D5A-AC5A-A5F16D259A93}"/>
                </a:ext>
              </a:extLst>
            </p:cNvPr>
            <p:cNvSpPr txBox="1"/>
            <p:nvPr/>
          </p:nvSpPr>
          <p:spPr>
            <a:xfrm>
              <a:off x="6465564" y="381807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0.8696</a:t>
              </a:r>
              <a:endParaRPr lang="ko-KR" altLang="en-US" sz="1200" b="1" dirty="0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60FF04C5-E676-43BD-84E4-7E7D82FC92DB}"/>
                </a:ext>
              </a:extLst>
            </p:cNvPr>
            <p:cNvSpPr txBox="1"/>
            <p:nvPr/>
          </p:nvSpPr>
          <p:spPr>
            <a:xfrm>
              <a:off x="6472432" y="1812531"/>
              <a:ext cx="138457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0.8289</a:t>
              </a:r>
              <a:endParaRPr lang="pt-BR" altLang="ko-KR" sz="1200" dirty="0"/>
            </a:p>
            <a:p>
              <a:pPr algn="ctr" latinLnBrk="1"/>
              <a:endParaRPr lang="ko-KR" altLang="en-US" sz="12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419842773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3EE75E94-8FB8-4A98-A686-35BD1C52C7C5}"/>
              </a:ext>
            </a:extLst>
          </p:cNvPr>
          <p:cNvSpPr txBox="1"/>
          <p:nvPr/>
        </p:nvSpPr>
        <p:spPr>
          <a:xfrm>
            <a:off x="270933" y="230419"/>
            <a:ext cx="5689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rgbClr val="FF0000"/>
                </a:solidFill>
                <a:latin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</a:rPr>
              <a:t> </a:t>
            </a:r>
            <a:r>
              <a:rPr lang="en-US" altLang="ko-KR" sz="2000" b="1" dirty="0">
                <a:solidFill>
                  <a:srgbClr val="FF0000"/>
                </a:solidFill>
                <a:latin typeface="+mj-ea"/>
              </a:rPr>
              <a:t>– 10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</a:rPr>
              <a:t>분단위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</a:p>
        </p:txBody>
      </p:sp>
      <p:pic>
        <p:nvPicPr>
          <p:cNvPr id="44" name="그림 43">
            <a:extLst>
              <a:ext uri="{FF2B5EF4-FFF2-40B4-BE49-F238E27FC236}">
                <a16:creationId xmlns:a16="http://schemas.microsoft.com/office/drawing/2014/main" id="{B677A664-900B-45EC-B7ED-FED2250F1E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3" y="689483"/>
            <a:ext cx="3227450" cy="542588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12E4B6C2-35C2-4C27-9869-ABC58B1417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3" y="2689402"/>
            <a:ext cx="3227450" cy="551047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06F1A1F7-B882-4681-B942-265A6276DF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9263" y="4721949"/>
            <a:ext cx="3227450" cy="549525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B0427AF8-A21B-40FF-AA58-919893C3364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2163" y="1254012"/>
            <a:ext cx="3159110" cy="1315789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C8E7FF9E-DE29-4AC0-8F82-3948FDDFEB1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2363" y="3240449"/>
            <a:ext cx="3178910" cy="1356107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DA0938AC-6E22-4385-9FDE-48F6D147DC7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17803" y="5271474"/>
            <a:ext cx="3178909" cy="1356107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73A9FA09-4C55-4047-B157-8A89D4BA73F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3" y="716172"/>
            <a:ext cx="3227450" cy="492774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9FB5B3B8-D3C4-426E-A3EB-702A5203B43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4" y="2712227"/>
            <a:ext cx="3227450" cy="505397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6006C84D-618D-4489-8E29-C63A6FBD5D6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8202" y="4745885"/>
            <a:ext cx="3178909" cy="501653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B9D11161-F507-458B-AD75-9380CEEBB71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2563" y="1254012"/>
            <a:ext cx="3159110" cy="1315789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6992310A-AF00-4935-B2D8-4BBC37A613D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92764" y="3240449"/>
            <a:ext cx="3178909" cy="1356107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5414DBF1-66B4-428D-8122-CBEC2AC62BCA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8203" y="5271474"/>
            <a:ext cx="3178909" cy="1356107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AC1AC6E7-2DA9-4E7E-8D3D-26AC9B53351D}"/>
              </a:ext>
            </a:extLst>
          </p:cNvPr>
          <p:cNvSpPr txBox="1"/>
          <p:nvPr/>
        </p:nvSpPr>
        <p:spPr>
          <a:xfrm>
            <a:off x="9279466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model_(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/dg)_20</a:t>
            </a:r>
            <a:endParaRPr lang="ko-KR" altLang="en-US" sz="1050" b="1" dirty="0">
              <a:latin typeface="+mj-ea"/>
            </a:endParaRPr>
          </a:p>
        </p:txBody>
      </p:sp>
      <p:grpSp>
        <p:nvGrpSpPr>
          <p:cNvPr id="31" name="그룹 30">
            <a:extLst>
              <a:ext uri="{FF2B5EF4-FFF2-40B4-BE49-F238E27FC236}">
                <a16:creationId xmlns:a16="http://schemas.microsoft.com/office/drawing/2014/main" id="{D9C19FA8-220D-4B15-8487-975DC610967D}"/>
              </a:ext>
            </a:extLst>
          </p:cNvPr>
          <p:cNvGrpSpPr/>
          <p:nvPr/>
        </p:nvGrpSpPr>
        <p:grpSpPr>
          <a:xfrm>
            <a:off x="423333" y="1566310"/>
            <a:ext cx="1535955" cy="4587791"/>
            <a:chOff x="423333" y="1566310"/>
            <a:chExt cx="1535955" cy="4587791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1F56134E-9368-4859-8E92-7E31FC6D710D}"/>
                </a:ext>
              </a:extLst>
            </p:cNvPr>
            <p:cNvSpPr txBox="1"/>
            <p:nvPr/>
          </p:nvSpPr>
          <p:spPr>
            <a:xfrm>
              <a:off x="668867" y="5537725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10</a:t>
              </a:r>
              <a:r>
                <a:rPr lang="ko-KR" altLang="en-US" sz="1200" b="1" dirty="0"/>
                <a:t>분 후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3BD4CB25-45D4-42CE-83B9-A431903A2473}"/>
                </a:ext>
              </a:extLst>
            </p:cNvPr>
            <p:cNvSpPr txBox="1"/>
            <p:nvPr/>
          </p:nvSpPr>
          <p:spPr>
            <a:xfrm>
              <a:off x="423333" y="3552110"/>
              <a:ext cx="1535955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250814 (05)</a:t>
              </a:r>
              <a:endParaRPr lang="ko-KR" altLang="en-US" sz="1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688D1359-6CA3-455E-81CF-E757FBEBBFFA}"/>
                </a:ext>
              </a:extLst>
            </p:cNvPr>
            <p:cNvSpPr txBox="1"/>
            <p:nvPr/>
          </p:nvSpPr>
          <p:spPr>
            <a:xfrm>
              <a:off x="668867" y="15663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10</a:t>
              </a:r>
              <a:r>
                <a:rPr lang="ko-KR" altLang="en-US" sz="1200" b="1" dirty="0"/>
                <a:t>분 전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0EDD94AC-20B7-4DA9-A214-2022EE648095}"/>
                </a:ext>
              </a:extLst>
            </p:cNvPr>
            <p:cNvSpPr txBox="1"/>
            <p:nvPr/>
          </p:nvSpPr>
          <p:spPr>
            <a:xfrm>
              <a:off x="668867" y="5877102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0.7776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CD9C3997-E3FA-4C95-BDD4-0187C8D40EDB}"/>
                </a:ext>
              </a:extLst>
            </p:cNvPr>
            <p:cNvSpPr txBox="1"/>
            <p:nvPr/>
          </p:nvSpPr>
          <p:spPr>
            <a:xfrm>
              <a:off x="672354" y="38914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0.7835</a:t>
              </a:r>
              <a:endParaRPr lang="pt-BR" altLang="ko-KR" sz="1200" dirty="0">
                <a:solidFill>
                  <a:srgbClr val="FF0000"/>
                </a:solidFill>
              </a:endParaRP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6650C0BE-27C3-41A2-AD79-4CF6A311D51A}"/>
                </a:ext>
              </a:extLst>
            </p:cNvPr>
            <p:cNvSpPr txBox="1"/>
            <p:nvPr/>
          </p:nvSpPr>
          <p:spPr>
            <a:xfrm>
              <a:off x="668867" y="19056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0.8109</a:t>
              </a:r>
              <a:endParaRPr lang="ko-KR" altLang="en-US" sz="1200" b="1" dirty="0"/>
            </a:p>
          </p:txBody>
        </p:sp>
      </p:grp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B2AB0643-9092-4757-A005-B1B65D26EFB7}"/>
              </a:ext>
            </a:extLst>
          </p:cNvPr>
          <p:cNvGrpSpPr/>
          <p:nvPr/>
        </p:nvGrpSpPr>
        <p:grpSpPr>
          <a:xfrm>
            <a:off x="6465564" y="1473154"/>
            <a:ext cx="1391446" cy="4647191"/>
            <a:chOff x="6465564" y="1473154"/>
            <a:chExt cx="1391446" cy="4647191"/>
          </a:xfrm>
        </p:grpSpPr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9E8B8124-EB7D-46B4-83C4-906524B5FF34}"/>
                </a:ext>
              </a:extLst>
            </p:cNvPr>
            <p:cNvSpPr txBox="1"/>
            <p:nvPr/>
          </p:nvSpPr>
          <p:spPr>
            <a:xfrm>
              <a:off x="6465564" y="5503969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40</a:t>
              </a:r>
              <a:r>
                <a:rPr lang="ko-KR" altLang="en-US" sz="1200" b="1" dirty="0"/>
                <a:t>분 후 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D3890AC1-BED2-4BBB-A749-5B863AD7D07C}"/>
                </a:ext>
              </a:extLst>
            </p:cNvPr>
            <p:cNvSpPr txBox="1"/>
            <p:nvPr/>
          </p:nvSpPr>
          <p:spPr>
            <a:xfrm>
              <a:off x="6465564" y="3478697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30</a:t>
              </a:r>
              <a:r>
                <a:rPr lang="ko-KR" altLang="en-US" sz="1200" b="1" dirty="0"/>
                <a:t>분 후 </a:t>
              </a: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EA453832-B864-4CDA-8FD7-CD3652B9E22E}"/>
                </a:ext>
              </a:extLst>
            </p:cNvPr>
            <p:cNvSpPr txBox="1"/>
            <p:nvPr/>
          </p:nvSpPr>
          <p:spPr>
            <a:xfrm>
              <a:off x="6472432" y="147315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20</a:t>
              </a:r>
              <a:r>
                <a:rPr lang="ko-KR" altLang="en-US" sz="1200" b="1" dirty="0"/>
                <a:t>분 후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214C66D5-82B4-405B-B102-299D5AE05F0D}"/>
                </a:ext>
              </a:extLst>
            </p:cNvPr>
            <p:cNvSpPr txBox="1"/>
            <p:nvPr/>
          </p:nvSpPr>
          <p:spPr>
            <a:xfrm>
              <a:off x="6465564" y="5843346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0.6295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559C2EBE-493C-4D5A-AC5A-A5F16D259A93}"/>
                </a:ext>
              </a:extLst>
            </p:cNvPr>
            <p:cNvSpPr txBox="1"/>
            <p:nvPr/>
          </p:nvSpPr>
          <p:spPr>
            <a:xfrm>
              <a:off x="6465564" y="381807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0.7407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60FF04C5-E676-43BD-84E4-7E7D82FC92DB}"/>
                </a:ext>
              </a:extLst>
            </p:cNvPr>
            <p:cNvSpPr txBox="1"/>
            <p:nvPr/>
          </p:nvSpPr>
          <p:spPr>
            <a:xfrm>
              <a:off x="6472432" y="1812531"/>
              <a:ext cx="138457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0.7068</a:t>
              </a:r>
              <a:endParaRPr lang="pt-BR" altLang="ko-KR" sz="1200" dirty="0">
                <a:solidFill>
                  <a:srgbClr val="FF0000"/>
                </a:solidFill>
              </a:endParaRPr>
            </a:p>
            <a:p>
              <a:pPr algn="ctr" latinLnBrk="1"/>
              <a:endParaRPr lang="ko-KR" altLang="en-US" sz="12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398039456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그림 43">
            <a:extLst>
              <a:ext uri="{FF2B5EF4-FFF2-40B4-BE49-F238E27FC236}">
                <a16:creationId xmlns:a16="http://schemas.microsoft.com/office/drawing/2014/main" id="{B677A664-900B-45EC-B7ED-FED2250F1E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2" y="707985"/>
            <a:ext cx="3227450" cy="493143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12E4B6C2-35C2-4C27-9869-ABC58B1417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3" y="2718300"/>
            <a:ext cx="3227450" cy="493251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06F1A1F7-B882-4681-B942-265A6276DF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9263" y="4747938"/>
            <a:ext cx="3227450" cy="497547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B0427AF8-A21B-40FF-AA58-919893C3364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8381" y="1247792"/>
            <a:ext cx="3192890" cy="1315789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C8E7FF9E-DE29-4AC0-8F82-3948FDDFEB1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8382" y="3260426"/>
            <a:ext cx="3192889" cy="1316152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DA0938AC-6E22-4385-9FDE-48F6D147DC7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2" y="5271474"/>
            <a:ext cx="3192890" cy="1356107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73A9FA09-4C55-4047-B157-8A89D4BA73F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27592" y="716406"/>
            <a:ext cx="3227449" cy="488741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9FB5B3B8-D3C4-426E-A3EB-702A5203B43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4" y="2716152"/>
            <a:ext cx="3227450" cy="497547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6006C84D-618D-4489-8E29-C63A6FBD5D6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9663" y="4747938"/>
            <a:ext cx="3227449" cy="497547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B9D11161-F507-458B-AD75-9380CEEBB71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62152" y="1254012"/>
            <a:ext cx="3192890" cy="1315789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6992310A-AF00-4935-B2D8-4BBC37A613D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8786" y="3240449"/>
            <a:ext cx="3192888" cy="1356107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5414DBF1-66B4-428D-8122-CBEC2AC62BCA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2" y="5271474"/>
            <a:ext cx="3192890" cy="1356107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299677C7-71CB-488B-B73B-00A215738C6E}"/>
              </a:ext>
            </a:extLst>
          </p:cNvPr>
          <p:cNvSpPr txBox="1"/>
          <p:nvPr/>
        </p:nvSpPr>
        <p:spPr>
          <a:xfrm>
            <a:off x="270933" y="230419"/>
            <a:ext cx="78996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chemeClr val="accent5"/>
                </a:solidFill>
                <a:latin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</a:rPr>
              <a:t> </a:t>
            </a:r>
            <a:r>
              <a:rPr lang="en-US" altLang="ko-KR" sz="2000" b="1" dirty="0">
                <a:solidFill>
                  <a:schemeClr val="accent5"/>
                </a:solidFill>
                <a:latin typeface="+mj-ea"/>
              </a:rPr>
              <a:t>- 10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</a:rPr>
              <a:t>분 단위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6D82F9F-5C5E-443C-934B-0DA7D76B0926}"/>
              </a:ext>
            </a:extLst>
          </p:cNvPr>
          <p:cNvSpPr txBox="1"/>
          <p:nvPr/>
        </p:nvSpPr>
        <p:spPr>
          <a:xfrm>
            <a:off x="9279466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model_(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/dg)_20</a:t>
            </a:r>
            <a:endParaRPr lang="ko-KR" altLang="en-US" sz="1050" b="1" dirty="0">
              <a:latin typeface="+mj-ea"/>
            </a:endParaRPr>
          </a:p>
        </p:txBody>
      </p:sp>
      <p:grpSp>
        <p:nvGrpSpPr>
          <p:cNvPr id="31" name="그룹 30">
            <a:extLst>
              <a:ext uri="{FF2B5EF4-FFF2-40B4-BE49-F238E27FC236}">
                <a16:creationId xmlns:a16="http://schemas.microsoft.com/office/drawing/2014/main" id="{B413EE53-3AAC-4330-95BF-309DA4461DF1}"/>
              </a:ext>
            </a:extLst>
          </p:cNvPr>
          <p:cNvGrpSpPr/>
          <p:nvPr/>
        </p:nvGrpSpPr>
        <p:grpSpPr>
          <a:xfrm>
            <a:off x="431800" y="1566310"/>
            <a:ext cx="1527487" cy="4587791"/>
            <a:chOff x="431800" y="1566310"/>
            <a:chExt cx="1527487" cy="4587791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5CB0C091-BDCB-49CF-8B59-96EBBEA80451}"/>
                </a:ext>
              </a:extLst>
            </p:cNvPr>
            <p:cNvSpPr txBox="1"/>
            <p:nvPr/>
          </p:nvSpPr>
          <p:spPr>
            <a:xfrm>
              <a:off x="668867" y="5537725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10</a:t>
              </a:r>
              <a:r>
                <a:rPr lang="ko-KR" altLang="en-US" sz="1200" b="1" dirty="0"/>
                <a:t>분 후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98B0BD43-D0A8-48EB-92DE-A681AC1E56B3}"/>
                </a:ext>
              </a:extLst>
            </p:cNvPr>
            <p:cNvSpPr txBox="1"/>
            <p:nvPr/>
          </p:nvSpPr>
          <p:spPr>
            <a:xfrm>
              <a:off x="431800" y="3552110"/>
              <a:ext cx="152748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200802 (02)</a:t>
              </a:r>
              <a:endParaRPr lang="ko-KR" altLang="en-US" sz="1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484AEBD0-EADC-4733-9110-313600D22AA8}"/>
                </a:ext>
              </a:extLst>
            </p:cNvPr>
            <p:cNvSpPr txBox="1"/>
            <p:nvPr/>
          </p:nvSpPr>
          <p:spPr>
            <a:xfrm>
              <a:off x="668867" y="15663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10</a:t>
              </a:r>
              <a:r>
                <a:rPr lang="ko-KR" altLang="en-US" sz="1200" b="1" dirty="0"/>
                <a:t>분 전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0C4D35E2-DB19-4086-9539-AF249ABF8197}"/>
                </a:ext>
              </a:extLst>
            </p:cNvPr>
            <p:cNvSpPr txBox="1"/>
            <p:nvPr/>
          </p:nvSpPr>
          <p:spPr>
            <a:xfrm>
              <a:off x="668867" y="5877102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 </a:t>
              </a:r>
              <a:r>
                <a:rPr lang="en-US" altLang="ko-KR" sz="1200" dirty="0"/>
                <a:t>0.9069</a:t>
              </a:r>
              <a:endParaRPr lang="ko-KR" altLang="en-US" sz="1200" b="1" dirty="0"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3A0AEC24-39F8-45A3-9703-B88F628BEEA5}"/>
                </a:ext>
              </a:extLst>
            </p:cNvPr>
            <p:cNvSpPr txBox="1"/>
            <p:nvPr/>
          </p:nvSpPr>
          <p:spPr>
            <a:xfrm>
              <a:off x="672354" y="38914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0.8845</a:t>
              </a:r>
              <a:endParaRPr lang="pt-BR" altLang="ko-KR" sz="1200" dirty="0"/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5B87F950-2953-432D-B0ED-75719A65F96E}"/>
                </a:ext>
              </a:extLst>
            </p:cNvPr>
            <p:cNvSpPr txBox="1"/>
            <p:nvPr/>
          </p:nvSpPr>
          <p:spPr>
            <a:xfrm>
              <a:off x="668867" y="19056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0.8834</a:t>
              </a:r>
              <a:endParaRPr lang="ko-KR" altLang="en-US" sz="1200" b="1" dirty="0"/>
            </a:p>
          </p:txBody>
        </p:sp>
      </p:grp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2A89C52E-D03C-407A-ADE0-50A3F0825D95}"/>
              </a:ext>
            </a:extLst>
          </p:cNvPr>
          <p:cNvGrpSpPr/>
          <p:nvPr/>
        </p:nvGrpSpPr>
        <p:grpSpPr>
          <a:xfrm>
            <a:off x="6465564" y="1473154"/>
            <a:ext cx="1391446" cy="4647191"/>
            <a:chOff x="6465564" y="1473154"/>
            <a:chExt cx="1391446" cy="4647191"/>
          </a:xfrm>
        </p:grpSpPr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1C32D031-E120-46B5-8CD5-855B2E0A4D20}"/>
                </a:ext>
              </a:extLst>
            </p:cNvPr>
            <p:cNvSpPr txBox="1"/>
            <p:nvPr/>
          </p:nvSpPr>
          <p:spPr>
            <a:xfrm>
              <a:off x="6465564" y="5503969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40</a:t>
              </a:r>
              <a:r>
                <a:rPr lang="ko-KR" altLang="en-US" sz="1200" b="1" dirty="0"/>
                <a:t>분 후 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6B10B281-DFD2-45E8-A80F-F15CD2DFEFA5}"/>
                </a:ext>
              </a:extLst>
            </p:cNvPr>
            <p:cNvSpPr txBox="1"/>
            <p:nvPr/>
          </p:nvSpPr>
          <p:spPr>
            <a:xfrm>
              <a:off x="6465564" y="3478697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30</a:t>
              </a:r>
              <a:r>
                <a:rPr lang="ko-KR" altLang="en-US" sz="1200" b="1" dirty="0"/>
                <a:t>분 후 </a:t>
              </a: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EAEACAB2-45D0-4F66-B0A8-4E823986A7EC}"/>
                </a:ext>
              </a:extLst>
            </p:cNvPr>
            <p:cNvSpPr txBox="1"/>
            <p:nvPr/>
          </p:nvSpPr>
          <p:spPr>
            <a:xfrm>
              <a:off x="6472432" y="147315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20</a:t>
              </a:r>
              <a:r>
                <a:rPr lang="ko-KR" altLang="en-US" sz="1200" b="1" dirty="0"/>
                <a:t>분 후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51B46769-5440-46CA-A6D6-21F300D92A25}"/>
                </a:ext>
              </a:extLst>
            </p:cNvPr>
            <p:cNvSpPr txBox="1"/>
            <p:nvPr/>
          </p:nvSpPr>
          <p:spPr>
            <a:xfrm>
              <a:off x="6465564" y="5843346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0.9249</a:t>
              </a:r>
              <a:endParaRPr lang="ko-KR" altLang="en-US" sz="1200" b="1" dirty="0"/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87D43C58-6EE6-4788-845A-6DE34C9793C3}"/>
                </a:ext>
              </a:extLst>
            </p:cNvPr>
            <p:cNvSpPr txBox="1"/>
            <p:nvPr/>
          </p:nvSpPr>
          <p:spPr>
            <a:xfrm>
              <a:off x="6465564" y="381807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0.9201</a:t>
              </a:r>
              <a:endParaRPr lang="ko-KR" altLang="en-US" sz="1200" b="1" dirty="0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030217FE-8285-44A1-A617-C986B5F10C57}"/>
                </a:ext>
              </a:extLst>
            </p:cNvPr>
            <p:cNvSpPr txBox="1"/>
            <p:nvPr/>
          </p:nvSpPr>
          <p:spPr>
            <a:xfrm>
              <a:off x="6472432" y="1812531"/>
              <a:ext cx="138457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0.9173</a:t>
              </a:r>
              <a:endParaRPr lang="pt-BR" altLang="ko-KR" sz="1200" dirty="0"/>
            </a:p>
            <a:p>
              <a:pPr algn="ctr" latinLnBrk="1"/>
              <a:endParaRPr lang="ko-KR" altLang="en-US" sz="12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56102266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그림 43">
            <a:extLst>
              <a:ext uri="{FF2B5EF4-FFF2-40B4-BE49-F238E27FC236}">
                <a16:creationId xmlns:a16="http://schemas.microsoft.com/office/drawing/2014/main" id="{B677A664-900B-45EC-B7ED-FED2250F1E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2" y="707985"/>
            <a:ext cx="3227450" cy="493143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12E4B6C2-35C2-4C27-9869-ABC58B1417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3" y="2716152"/>
            <a:ext cx="3227450" cy="497547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06F1A1F7-B882-4681-B942-265A6276DF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9262" y="4747938"/>
            <a:ext cx="3227449" cy="497547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B0427AF8-A21B-40FF-AA58-919893C3364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8382" y="1247792"/>
            <a:ext cx="3192890" cy="1315789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C8E7FF9E-DE29-4AC0-8F82-3948FDDFEB1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8382" y="3240449"/>
            <a:ext cx="3192889" cy="1356107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DA0938AC-6E22-4385-9FDE-48F6D147DC7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1170" y="5271474"/>
            <a:ext cx="3195542" cy="1356107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73A9FA09-4C55-4047-B157-8A89D4BA73F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9662" y="716406"/>
            <a:ext cx="3227450" cy="488741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9FB5B3B8-D3C4-426E-A3EB-702A5203B43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9662" y="2716152"/>
            <a:ext cx="3227450" cy="497547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6006C84D-618D-4489-8E29-C63A6FBD5D6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9662" y="4747938"/>
            <a:ext cx="3227450" cy="497547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B9D11161-F507-458B-AD75-9380CEEBB71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2" y="1254012"/>
            <a:ext cx="3192890" cy="1315789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6992310A-AF00-4935-B2D8-4BBC37A613D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2" y="3240449"/>
            <a:ext cx="3192890" cy="1356107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5414DBF1-66B4-428D-8122-CBEC2AC62BCA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1571" y="5271474"/>
            <a:ext cx="3195542" cy="1356107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299677C7-71CB-488B-B73B-00A215738C6E}"/>
              </a:ext>
            </a:extLst>
          </p:cNvPr>
          <p:cNvSpPr txBox="1"/>
          <p:nvPr/>
        </p:nvSpPr>
        <p:spPr>
          <a:xfrm>
            <a:off x="270933" y="230419"/>
            <a:ext cx="78996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chemeClr val="accent5"/>
                </a:solidFill>
                <a:latin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</a:rPr>
              <a:t> </a:t>
            </a:r>
            <a:r>
              <a:rPr lang="en-US" altLang="ko-KR" sz="2000" b="1" dirty="0">
                <a:solidFill>
                  <a:schemeClr val="accent5"/>
                </a:solidFill>
                <a:latin typeface="+mj-ea"/>
              </a:rPr>
              <a:t>- 10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</a:rPr>
              <a:t>분 단위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6D82F9F-5C5E-443C-934B-0DA7D76B0926}"/>
              </a:ext>
            </a:extLst>
          </p:cNvPr>
          <p:cNvSpPr txBox="1"/>
          <p:nvPr/>
        </p:nvSpPr>
        <p:spPr>
          <a:xfrm>
            <a:off x="9279466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model_(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/dg)_20</a:t>
            </a:r>
            <a:endParaRPr lang="ko-KR" altLang="en-US" sz="1050" b="1" dirty="0">
              <a:latin typeface="+mj-ea"/>
            </a:endParaRPr>
          </a:p>
        </p:txBody>
      </p:sp>
      <p:grpSp>
        <p:nvGrpSpPr>
          <p:cNvPr id="31" name="그룹 30">
            <a:extLst>
              <a:ext uri="{FF2B5EF4-FFF2-40B4-BE49-F238E27FC236}">
                <a16:creationId xmlns:a16="http://schemas.microsoft.com/office/drawing/2014/main" id="{B413EE53-3AAC-4330-95BF-309DA4461DF1}"/>
              </a:ext>
            </a:extLst>
          </p:cNvPr>
          <p:cNvGrpSpPr/>
          <p:nvPr/>
        </p:nvGrpSpPr>
        <p:grpSpPr>
          <a:xfrm>
            <a:off x="431800" y="1566310"/>
            <a:ext cx="1527487" cy="4587791"/>
            <a:chOff x="431800" y="1566310"/>
            <a:chExt cx="1527487" cy="4587791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5CB0C091-BDCB-49CF-8B59-96EBBEA80451}"/>
                </a:ext>
              </a:extLst>
            </p:cNvPr>
            <p:cNvSpPr txBox="1"/>
            <p:nvPr/>
          </p:nvSpPr>
          <p:spPr>
            <a:xfrm>
              <a:off x="668867" y="5537725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10</a:t>
              </a:r>
              <a:r>
                <a:rPr lang="ko-KR" altLang="en-US" sz="1200" b="1" dirty="0"/>
                <a:t>분 후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98B0BD43-D0A8-48EB-92DE-A681AC1E56B3}"/>
                </a:ext>
              </a:extLst>
            </p:cNvPr>
            <p:cNvSpPr txBox="1"/>
            <p:nvPr/>
          </p:nvSpPr>
          <p:spPr>
            <a:xfrm>
              <a:off x="431800" y="3552110"/>
              <a:ext cx="152748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220712 (16)</a:t>
              </a:r>
              <a:endParaRPr lang="ko-KR" altLang="en-US" sz="1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484AEBD0-EADC-4733-9110-313600D22AA8}"/>
                </a:ext>
              </a:extLst>
            </p:cNvPr>
            <p:cNvSpPr txBox="1"/>
            <p:nvPr/>
          </p:nvSpPr>
          <p:spPr>
            <a:xfrm>
              <a:off x="668867" y="15663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10</a:t>
              </a:r>
              <a:r>
                <a:rPr lang="ko-KR" altLang="en-US" sz="1200" b="1" dirty="0"/>
                <a:t>분 전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0C4D35E2-DB19-4086-9539-AF249ABF8197}"/>
                </a:ext>
              </a:extLst>
            </p:cNvPr>
            <p:cNvSpPr txBox="1"/>
            <p:nvPr/>
          </p:nvSpPr>
          <p:spPr>
            <a:xfrm>
              <a:off x="668867" y="5877102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0.0810</a:t>
              </a:r>
              <a:endParaRPr lang="ko-KR" altLang="en-US" sz="1200" b="1" dirty="0"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3A0AEC24-39F8-45A3-9703-B88F628BEEA5}"/>
                </a:ext>
              </a:extLst>
            </p:cNvPr>
            <p:cNvSpPr txBox="1"/>
            <p:nvPr/>
          </p:nvSpPr>
          <p:spPr>
            <a:xfrm>
              <a:off x="672354" y="38914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-0.1561</a:t>
              </a:r>
              <a:endParaRPr lang="pt-BR" altLang="ko-KR" sz="1200" dirty="0"/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5B87F950-2953-432D-B0ED-75719A65F96E}"/>
                </a:ext>
              </a:extLst>
            </p:cNvPr>
            <p:cNvSpPr txBox="1"/>
            <p:nvPr/>
          </p:nvSpPr>
          <p:spPr>
            <a:xfrm>
              <a:off x="668867" y="19056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0.3503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2A89C52E-D03C-407A-ADE0-50A3F0825D95}"/>
              </a:ext>
            </a:extLst>
          </p:cNvPr>
          <p:cNvGrpSpPr/>
          <p:nvPr/>
        </p:nvGrpSpPr>
        <p:grpSpPr>
          <a:xfrm>
            <a:off x="6465564" y="1473154"/>
            <a:ext cx="1391446" cy="4647191"/>
            <a:chOff x="6465564" y="1473154"/>
            <a:chExt cx="1391446" cy="4647191"/>
          </a:xfrm>
        </p:grpSpPr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1C32D031-E120-46B5-8CD5-855B2E0A4D20}"/>
                </a:ext>
              </a:extLst>
            </p:cNvPr>
            <p:cNvSpPr txBox="1"/>
            <p:nvPr/>
          </p:nvSpPr>
          <p:spPr>
            <a:xfrm>
              <a:off x="6465564" y="5503969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40</a:t>
              </a:r>
              <a:r>
                <a:rPr lang="ko-KR" altLang="en-US" sz="1200" b="1" dirty="0"/>
                <a:t>분 후 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6B10B281-DFD2-45E8-A80F-F15CD2DFEFA5}"/>
                </a:ext>
              </a:extLst>
            </p:cNvPr>
            <p:cNvSpPr txBox="1"/>
            <p:nvPr/>
          </p:nvSpPr>
          <p:spPr>
            <a:xfrm>
              <a:off x="6465564" y="3478697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30</a:t>
              </a:r>
              <a:r>
                <a:rPr lang="ko-KR" altLang="en-US" sz="1200" b="1" dirty="0"/>
                <a:t>분 후 </a:t>
              </a: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EAEACAB2-45D0-4F66-B0A8-4E823986A7EC}"/>
                </a:ext>
              </a:extLst>
            </p:cNvPr>
            <p:cNvSpPr txBox="1"/>
            <p:nvPr/>
          </p:nvSpPr>
          <p:spPr>
            <a:xfrm>
              <a:off x="6472432" y="147315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20</a:t>
              </a:r>
              <a:r>
                <a:rPr lang="ko-KR" altLang="en-US" sz="1200" b="1" dirty="0"/>
                <a:t>분 후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51B46769-5440-46CA-A6D6-21F300D92A25}"/>
                </a:ext>
              </a:extLst>
            </p:cNvPr>
            <p:cNvSpPr txBox="1"/>
            <p:nvPr/>
          </p:nvSpPr>
          <p:spPr>
            <a:xfrm>
              <a:off x="6465564" y="5843346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0.1284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87D43C58-6EE6-4788-845A-6DE34C9793C3}"/>
                </a:ext>
              </a:extLst>
            </p:cNvPr>
            <p:cNvSpPr txBox="1"/>
            <p:nvPr/>
          </p:nvSpPr>
          <p:spPr>
            <a:xfrm>
              <a:off x="6465564" y="381807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-0.5470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030217FE-8285-44A1-A617-C986B5F10C57}"/>
                </a:ext>
              </a:extLst>
            </p:cNvPr>
            <p:cNvSpPr txBox="1"/>
            <p:nvPr/>
          </p:nvSpPr>
          <p:spPr>
            <a:xfrm>
              <a:off x="6472432" y="1812531"/>
              <a:ext cx="138457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-0.2738</a:t>
              </a:r>
              <a:endParaRPr lang="pt-BR" altLang="ko-KR" sz="1200" dirty="0"/>
            </a:p>
            <a:p>
              <a:pPr algn="ctr" latinLnBrk="1"/>
              <a:endParaRPr lang="ko-KR" altLang="en-US" sz="12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33358270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그림 43">
            <a:extLst>
              <a:ext uri="{FF2B5EF4-FFF2-40B4-BE49-F238E27FC236}">
                <a16:creationId xmlns:a16="http://schemas.microsoft.com/office/drawing/2014/main" id="{B677A664-900B-45EC-B7ED-FED2250F1E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1" y="707985"/>
            <a:ext cx="3227450" cy="493143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12E4B6C2-35C2-4C27-9869-ABC58B1417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3" y="2718300"/>
            <a:ext cx="3227450" cy="493251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06F1A1F7-B882-4681-B942-265A6276DF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9262" y="4747938"/>
            <a:ext cx="3227450" cy="497547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B0427AF8-A21B-40FF-AA58-919893C3364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8381" y="1247792"/>
            <a:ext cx="3192889" cy="1315789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C8E7FF9E-DE29-4AC0-8F82-3948FDDFEB1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8382" y="3242146"/>
            <a:ext cx="3192889" cy="1352712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DA0938AC-6E22-4385-9FDE-48F6D147DC7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1170" y="5271474"/>
            <a:ext cx="3195542" cy="1356107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73A9FA09-4C55-4047-B157-8A89D4BA73F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95684" y="716406"/>
            <a:ext cx="3227450" cy="488741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9FB5B3B8-D3C4-426E-A3EB-702A5203B43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3" y="2716152"/>
            <a:ext cx="3227451" cy="497547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6006C84D-618D-4489-8E29-C63A6FBD5D6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95684" y="4747938"/>
            <a:ext cx="3227450" cy="497547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B9D11161-F507-458B-AD75-9380CEEBB71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3" y="1254012"/>
            <a:ext cx="3192889" cy="1315789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6992310A-AF00-4935-B2D8-4BBC37A613D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8786" y="3240449"/>
            <a:ext cx="3192888" cy="1356107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5414DBF1-66B4-428D-8122-CBEC2AC62BCA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1571" y="5271474"/>
            <a:ext cx="3195542" cy="1356107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299677C7-71CB-488B-B73B-00A215738C6E}"/>
              </a:ext>
            </a:extLst>
          </p:cNvPr>
          <p:cNvSpPr txBox="1"/>
          <p:nvPr/>
        </p:nvSpPr>
        <p:spPr>
          <a:xfrm>
            <a:off x="270933" y="230419"/>
            <a:ext cx="78996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chemeClr val="accent5"/>
                </a:solidFill>
                <a:latin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</a:rPr>
              <a:t> </a:t>
            </a:r>
            <a:r>
              <a:rPr lang="en-US" altLang="ko-KR" sz="2000" b="1" dirty="0">
                <a:solidFill>
                  <a:schemeClr val="accent5"/>
                </a:solidFill>
                <a:latin typeface="+mj-ea"/>
              </a:rPr>
              <a:t>- 10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</a:rPr>
              <a:t>분 단위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6D82F9F-5C5E-443C-934B-0DA7D76B0926}"/>
              </a:ext>
            </a:extLst>
          </p:cNvPr>
          <p:cNvSpPr txBox="1"/>
          <p:nvPr/>
        </p:nvSpPr>
        <p:spPr>
          <a:xfrm>
            <a:off x="9279466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model_(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/dg)_20</a:t>
            </a:r>
            <a:endParaRPr lang="ko-KR" altLang="en-US" sz="1050" b="1" dirty="0">
              <a:latin typeface="+mj-ea"/>
            </a:endParaRPr>
          </a:p>
        </p:txBody>
      </p:sp>
      <p:grpSp>
        <p:nvGrpSpPr>
          <p:cNvPr id="31" name="그룹 30">
            <a:extLst>
              <a:ext uri="{FF2B5EF4-FFF2-40B4-BE49-F238E27FC236}">
                <a16:creationId xmlns:a16="http://schemas.microsoft.com/office/drawing/2014/main" id="{B413EE53-3AAC-4330-95BF-309DA4461DF1}"/>
              </a:ext>
            </a:extLst>
          </p:cNvPr>
          <p:cNvGrpSpPr/>
          <p:nvPr/>
        </p:nvGrpSpPr>
        <p:grpSpPr>
          <a:xfrm>
            <a:off x="414868" y="1566310"/>
            <a:ext cx="1544420" cy="4587791"/>
            <a:chOff x="414868" y="1566310"/>
            <a:chExt cx="1544420" cy="4587791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5CB0C091-BDCB-49CF-8B59-96EBBEA80451}"/>
                </a:ext>
              </a:extLst>
            </p:cNvPr>
            <p:cNvSpPr txBox="1"/>
            <p:nvPr/>
          </p:nvSpPr>
          <p:spPr>
            <a:xfrm>
              <a:off x="668867" y="5537725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10</a:t>
              </a:r>
              <a:r>
                <a:rPr lang="ko-KR" altLang="en-US" sz="1200" b="1" dirty="0"/>
                <a:t>분 후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98B0BD43-D0A8-48EB-92DE-A681AC1E56B3}"/>
                </a:ext>
              </a:extLst>
            </p:cNvPr>
            <p:cNvSpPr txBox="1"/>
            <p:nvPr/>
          </p:nvSpPr>
          <p:spPr>
            <a:xfrm>
              <a:off x="414868" y="3552110"/>
              <a:ext cx="154442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230711 (07)</a:t>
              </a:r>
              <a:endParaRPr lang="ko-KR" altLang="en-US" sz="1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484AEBD0-EADC-4733-9110-313600D22AA8}"/>
                </a:ext>
              </a:extLst>
            </p:cNvPr>
            <p:cNvSpPr txBox="1"/>
            <p:nvPr/>
          </p:nvSpPr>
          <p:spPr>
            <a:xfrm>
              <a:off x="668867" y="15663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10</a:t>
              </a:r>
              <a:r>
                <a:rPr lang="ko-KR" altLang="en-US" sz="1200" b="1" dirty="0"/>
                <a:t>분 전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0C4D35E2-DB19-4086-9539-AF249ABF8197}"/>
                </a:ext>
              </a:extLst>
            </p:cNvPr>
            <p:cNvSpPr txBox="1"/>
            <p:nvPr/>
          </p:nvSpPr>
          <p:spPr>
            <a:xfrm>
              <a:off x="668867" y="5877102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0.7413</a:t>
              </a:r>
              <a:endParaRPr lang="ko-KR" altLang="en-US" sz="1200" b="1" dirty="0"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3A0AEC24-39F8-45A3-9703-B88F628BEEA5}"/>
                </a:ext>
              </a:extLst>
            </p:cNvPr>
            <p:cNvSpPr txBox="1"/>
            <p:nvPr/>
          </p:nvSpPr>
          <p:spPr>
            <a:xfrm>
              <a:off x="672354" y="38914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0.7304</a:t>
              </a:r>
              <a:endParaRPr lang="pt-BR" altLang="ko-KR" sz="1200" dirty="0"/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5B87F950-2953-432D-B0ED-75719A65F96E}"/>
                </a:ext>
              </a:extLst>
            </p:cNvPr>
            <p:cNvSpPr txBox="1"/>
            <p:nvPr/>
          </p:nvSpPr>
          <p:spPr>
            <a:xfrm>
              <a:off x="668867" y="19056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0.7046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2A89C52E-D03C-407A-ADE0-50A3F0825D95}"/>
              </a:ext>
            </a:extLst>
          </p:cNvPr>
          <p:cNvGrpSpPr/>
          <p:nvPr/>
        </p:nvGrpSpPr>
        <p:grpSpPr>
          <a:xfrm>
            <a:off x="6465564" y="1473154"/>
            <a:ext cx="1391446" cy="4647191"/>
            <a:chOff x="6465564" y="1473154"/>
            <a:chExt cx="1391446" cy="4647191"/>
          </a:xfrm>
        </p:grpSpPr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1C32D031-E120-46B5-8CD5-855B2E0A4D20}"/>
                </a:ext>
              </a:extLst>
            </p:cNvPr>
            <p:cNvSpPr txBox="1"/>
            <p:nvPr/>
          </p:nvSpPr>
          <p:spPr>
            <a:xfrm>
              <a:off x="6465564" y="5503969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40</a:t>
              </a:r>
              <a:r>
                <a:rPr lang="ko-KR" altLang="en-US" sz="1200" b="1" dirty="0"/>
                <a:t>분 후 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6B10B281-DFD2-45E8-A80F-F15CD2DFEFA5}"/>
                </a:ext>
              </a:extLst>
            </p:cNvPr>
            <p:cNvSpPr txBox="1"/>
            <p:nvPr/>
          </p:nvSpPr>
          <p:spPr>
            <a:xfrm>
              <a:off x="6465564" y="3478697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30</a:t>
              </a:r>
              <a:r>
                <a:rPr lang="ko-KR" altLang="en-US" sz="1200" b="1" dirty="0"/>
                <a:t>분 후 </a:t>
              </a: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EAEACAB2-45D0-4F66-B0A8-4E823986A7EC}"/>
                </a:ext>
              </a:extLst>
            </p:cNvPr>
            <p:cNvSpPr txBox="1"/>
            <p:nvPr/>
          </p:nvSpPr>
          <p:spPr>
            <a:xfrm>
              <a:off x="6472432" y="147315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20</a:t>
              </a:r>
              <a:r>
                <a:rPr lang="ko-KR" altLang="en-US" sz="1200" b="1" dirty="0"/>
                <a:t>분 후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51B46769-5440-46CA-A6D6-21F300D92A25}"/>
                </a:ext>
              </a:extLst>
            </p:cNvPr>
            <p:cNvSpPr txBox="1"/>
            <p:nvPr/>
          </p:nvSpPr>
          <p:spPr>
            <a:xfrm>
              <a:off x="6465564" y="5843346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0.8056</a:t>
              </a:r>
              <a:endParaRPr lang="ko-KR" altLang="en-US" sz="1200" b="1" dirty="0"/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87D43C58-6EE6-4788-845A-6DE34C9793C3}"/>
                </a:ext>
              </a:extLst>
            </p:cNvPr>
            <p:cNvSpPr txBox="1"/>
            <p:nvPr/>
          </p:nvSpPr>
          <p:spPr>
            <a:xfrm>
              <a:off x="6465564" y="381807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0.8028</a:t>
              </a:r>
              <a:endParaRPr lang="ko-KR" altLang="en-US" sz="1200" b="1" dirty="0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030217FE-8285-44A1-A617-C986B5F10C57}"/>
                </a:ext>
              </a:extLst>
            </p:cNvPr>
            <p:cNvSpPr txBox="1"/>
            <p:nvPr/>
          </p:nvSpPr>
          <p:spPr>
            <a:xfrm>
              <a:off x="6472432" y="1812531"/>
              <a:ext cx="138457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0.7840</a:t>
              </a:r>
              <a:endParaRPr lang="pt-BR" altLang="ko-KR" sz="1200" dirty="0"/>
            </a:p>
            <a:p>
              <a:pPr algn="ctr" latinLnBrk="1"/>
              <a:endParaRPr lang="ko-KR" altLang="en-US" sz="12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510570826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그림 43">
            <a:extLst>
              <a:ext uri="{FF2B5EF4-FFF2-40B4-BE49-F238E27FC236}">
                <a16:creationId xmlns:a16="http://schemas.microsoft.com/office/drawing/2014/main" id="{B677A664-900B-45EC-B7ED-FED2250F1E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1" y="707985"/>
            <a:ext cx="3227450" cy="493143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12E4B6C2-35C2-4C27-9869-ABC58B1417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3" y="2721344"/>
            <a:ext cx="3227450" cy="487162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06F1A1F7-B882-4681-B942-265A6276DF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0" y="4747938"/>
            <a:ext cx="3227450" cy="497547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B0427AF8-A21B-40FF-AA58-919893C3364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8381" y="1247792"/>
            <a:ext cx="3192890" cy="1315789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C8E7FF9E-DE29-4AC0-8F82-3948FDDFEB1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8382" y="3260426"/>
            <a:ext cx="3192889" cy="1316152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DA0938AC-6E22-4385-9FDE-48F6D147DC7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5729" y="5271474"/>
            <a:ext cx="3195541" cy="1356107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73A9FA09-4C55-4047-B157-8A89D4BA73F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95684" y="716406"/>
            <a:ext cx="3227450" cy="488741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9FB5B3B8-D3C4-426E-A3EB-702A5203B43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92196" y="2716152"/>
            <a:ext cx="3227450" cy="497547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6006C84D-618D-4489-8E29-C63A6FBD5D6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92196" y="4747938"/>
            <a:ext cx="3227449" cy="497547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B9D11161-F507-458B-AD75-9380CEEBB71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2" y="1254012"/>
            <a:ext cx="3192890" cy="1315789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6992310A-AF00-4935-B2D8-4BBC37A613D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26756" y="3240449"/>
            <a:ext cx="3192890" cy="1356107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5414DBF1-66B4-428D-8122-CBEC2AC62BCA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24105" y="5271474"/>
            <a:ext cx="3195541" cy="1356107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299677C7-71CB-488B-B73B-00A215738C6E}"/>
              </a:ext>
            </a:extLst>
          </p:cNvPr>
          <p:cNvSpPr txBox="1"/>
          <p:nvPr/>
        </p:nvSpPr>
        <p:spPr>
          <a:xfrm>
            <a:off x="270933" y="230419"/>
            <a:ext cx="78996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chemeClr val="accent5"/>
                </a:solidFill>
                <a:latin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</a:rPr>
              <a:t> </a:t>
            </a:r>
            <a:r>
              <a:rPr lang="en-US" altLang="ko-KR" sz="2000" b="1" dirty="0">
                <a:solidFill>
                  <a:schemeClr val="accent5"/>
                </a:solidFill>
                <a:latin typeface="+mj-ea"/>
              </a:rPr>
              <a:t>- 10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</a:rPr>
              <a:t>분 단위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6D82F9F-5C5E-443C-934B-0DA7D76B0926}"/>
              </a:ext>
            </a:extLst>
          </p:cNvPr>
          <p:cNvSpPr txBox="1"/>
          <p:nvPr/>
        </p:nvSpPr>
        <p:spPr>
          <a:xfrm>
            <a:off x="9279466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model_(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/dg)_20</a:t>
            </a:r>
            <a:endParaRPr lang="ko-KR" altLang="en-US" sz="1050" b="1" dirty="0">
              <a:latin typeface="+mj-ea"/>
            </a:endParaRPr>
          </a:p>
        </p:txBody>
      </p:sp>
      <p:grpSp>
        <p:nvGrpSpPr>
          <p:cNvPr id="31" name="그룹 30">
            <a:extLst>
              <a:ext uri="{FF2B5EF4-FFF2-40B4-BE49-F238E27FC236}">
                <a16:creationId xmlns:a16="http://schemas.microsoft.com/office/drawing/2014/main" id="{B413EE53-3AAC-4330-95BF-309DA4461DF1}"/>
              </a:ext>
            </a:extLst>
          </p:cNvPr>
          <p:cNvGrpSpPr/>
          <p:nvPr/>
        </p:nvGrpSpPr>
        <p:grpSpPr>
          <a:xfrm>
            <a:off x="440268" y="1566310"/>
            <a:ext cx="1519020" cy="4587791"/>
            <a:chOff x="440268" y="1566310"/>
            <a:chExt cx="1519020" cy="4587791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5CB0C091-BDCB-49CF-8B59-96EBBEA80451}"/>
                </a:ext>
              </a:extLst>
            </p:cNvPr>
            <p:cNvSpPr txBox="1"/>
            <p:nvPr/>
          </p:nvSpPr>
          <p:spPr>
            <a:xfrm>
              <a:off x="668867" y="5537725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10</a:t>
              </a:r>
              <a:r>
                <a:rPr lang="ko-KR" altLang="en-US" sz="1200" b="1" dirty="0"/>
                <a:t>분 후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98B0BD43-D0A8-48EB-92DE-A681AC1E56B3}"/>
                </a:ext>
              </a:extLst>
            </p:cNvPr>
            <p:cNvSpPr txBox="1"/>
            <p:nvPr/>
          </p:nvSpPr>
          <p:spPr>
            <a:xfrm>
              <a:off x="440268" y="3552110"/>
              <a:ext cx="151902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240723 (18)</a:t>
              </a:r>
              <a:endParaRPr lang="ko-KR" altLang="en-US" sz="1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484AEBD0-EADC-4733-9110-313600D22AA8}"/>
                </a:ext>
              </a:extLst>
            </p:cNvPr>
            <p:cNvSpPr txBox="1"/>
            <p:nvPr/>
          </p:nvSpPr>
          <p:spPr>
            <a:xfrm>
              <a:off x="668867" y="15663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10</a:t>
              </a:r>
              <a:r>
                <a:rPr lang="ko-KR" altLang="en-US" sz="1200" b="1" dirty="0"/>
                <a:t>분 전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0C4D35E2-DB19-4086-9539-AF249ABF8197}"/>
                </a:ext>
              </a:extLst>
            </p:cNvPr>
            <p:cNvSpPr txBox="1"/>
            <p:nvPr/>
          </p:nvSpPr>
          <p:spPr>
            <a:xfrm>
              <a:off x="668867" y="5877102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0.6268</a:t>
              </a:r>
              <a:endParaRPr lang="ko-KR" altLang="en-US" sz="1200" b="1" dirty="0"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3A0AEC24-39F8-45A3-9703-B88F628BEEA5}"/>
                </a:ext>
              </a:extLst>
            </p:cNvPr>
            <p:cNvSpPr txBox="1"/>
            <p:nvPr/>
          </p:nvSpPr>
          <p:spPr>
            <a:xfrm>
              <a:off x="672354" y="38914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0.6077</a:t>
              </a:r>
              <a:endParaRPr lang="pt-BR" altLang="ko-KR" sz="1200" dirty="0"/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5B87F950-2953-432D-B0ED-75719A65F96E}"/>
                </a:ext>
              </a:extLst>
            </p:cNvPr>
            <p:cNvSpPr txBox="1"/>
            <p:nvPr/>
          </p:nvSpPr>
          <p:spPr>
            <a:xfrm>
              <a:off x="668867" y="19056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0.5765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2A89C52E-D03C-407A-ADE0-50A3F0825D95}"/>
              </a:ext>
            </a:extLst>
          </p:cNvPr>
          <p:cNvGrpSpPr/>
          <p:nvPr/>
        </p:nvGrpSpPr>
        <p:grpSpPr>
          <a:xfrm>
            <a:off x="6465564" y="1473154"/>
            <a:ext cx="1391446" cy="4647191"/>
            <a:chOff x="6465564" y="1473154"/>
            <a:chExt cx="1391446" cy="4647191"/>
          </a:xfrm>
        </p:grpSpPr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1C32D031-E120-46B5-8CD5-855B2E0A4D20}"/>
                </a:ext>
              </a:extLst>
            </p:cNvPr>
            <p:cNvSpPr txBox="1"/>
            <p:nvPr/>
          </p:nvSpPr>
          <p:spPr>
            <a:xfrm>
              <a:off x="6465564" y="5503969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40</a:t>
              </a:r>
              <a:r>
                <a:rPr lang="ko-KR" altLang="en-US" sz="1200" b="1" dirty="0"/>
                <a:t>분 후 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6B10B281-DFD2-45E8-A80F-F15CD2DFEFA5}"/>
                </a:ext>
              </a:extLst>
            </p:cNvPr>
            <p:cNvSpPr txBox="1"/>
            <p:nvPr/>
          </p:nvSpPr>
          <p:spPr>
            <a:xfrm>
              <a:off x="6465564" y="3478697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30</a:t>
              </a:r>
              <a:r>
                <a:rPr lang="ko-KR" altLang="en-US" sz="1200" b="1" dirty="0"/>
                <a:t>분 후 </a:t>
              </a: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EAEACAB2-45D0-4F66-B0A8-4E823986A7EC}"/>
                </a:ext>
              </a:extLst>
            </p:cNvPr>
            <p:cNvSpPr txBox="1"/>
            <p:nvPr/>
          </p:nvSpPr>
          <p:spPr>
            <a:xfrm>
              <a:off x="6472432" y="147315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20</a:t>
              </a:r>
              <a:r>
                <a:rPr lang="ko-KR" altLang="en-US" sz="1200" b="1" dirty="0"/>
                <a:t>분 후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51B46769-5440-46CA-A6D6-21F300D92A25}"/>
                </a:ext>
              </a:extLst>
            </p:cNvPr>
            <p:cNvSpPr txBox="1"/>
            <p:nvPr/>
          </p:nvSpPr>
          <p:spPr>
            <a:xfrm>
              <a:off x="6465564" y="5843346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0.1481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87D43C58-6EE6-4788-845A-6DE34C9793C3}"/>
                </a:ext>
              </a:extLst>
            </p:cNvPr>
            <p:cNvSpPr txBox="1"/>
            <p:nvPr/>
          </p:nvSpPr>
          <p:spPr>
            <a:xfrm>
              <a:off x="6465564" y="381807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0.5114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030217FE-8285-44A1-A617-C986B5F10C57}"/>
                </a:ext>
              </a:extLst>
            </p:cNvPr>
            <p:cNvSpPr txBox="1"/>
            <p:nvPr/>
          </p:nvSpPr>
          <p:spPr>
            <a:xfrm>
              <a:off x="6472432" y="1812531"/>
              <a:ext cx="138457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0.5821</a:t>
              </a:r>
              <a:endParaRPr lang="pt-BR" altLang="ko-KR" sz="1200" dirty="0"/>
            </a:p>
            <a:p>
              <a:pPr algn="ctr" latinLnBrk="1"/>
              <a:endParaRPr lang="ko-KR" altLang="en-US" sz="12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317952578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그림 43">
            <a:extLst>
              <a:ext uri="{FF2B5EF4-FFF2-40B4-BE49-F238E27FC236}">
                <a16:creationId xmlns:a16="http://schemas.microsoft.com/office/drawing/2014/main" id="{B677A664-900B-45EC-B7ED-FED2250F1E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1" y="707985"/>
            <a:ext cx="3227450" cy="493143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12E4B6C2-35C2-4C27-9869-ABC58B1417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3" y="2717833"/>
            <a:ext cx="3227450" cy="494184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06F1A1F7-B882-4681-B942-265A6276DF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2" y="4747938"/>
            <a:ext cx="3227450" cy="497547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B0427AF8-A21B-40FF-AA58-919893C3364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8381" y="1247792"/>
            <a:ext cx="3192890" cy="1315789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C8E7FF9E-DE29-4AC0-8F82-3948FDDFEB1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8382" y="3242146"/>
            <a:ext cx="3192889" cy="1352712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DA0938AC-6E22-4385-9FDE-48F6D147DC7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5729" y="5271474"/>
            <a:ext cx="3195542" cy="1356107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73A9FA09-4C55-4047-B157-8A89D4BA73F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9662" y="716406"/>
            <a:ext cx="3227450" cy="488741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9FB5B3B8-D3C4-426E-A3EB-702A5203B43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95684" y="2716152"/>
            <a:ext cx="3227449" cy="497547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6006C84D-618D-4489-8E29-C63A6FBD5D6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95683" y="4747938"/>
            <a:ext cx="3227450" cy="497547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B9D11161-F507-458B-AD75-9380CEEBB71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3" y="1254012"/>
            <a:ext cx="3192889" cy="1315789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6992310A-AF00-4935-B2D8-4BBC37A613D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2" y="3240449"/>
            <a:ext cx="3192889" cy="1356107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5414DBF1-66B4-428D-8122-CBEC2AC62BCA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1569" y="5271474"/>
            <a:ext cx="3195542" cy="1356107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299677C7-71CB-488B-B73B-00A215738C6E}"/>
              </a:ext>
            </a:extLst>
          </p:cNvPr>
          <p:cNvSpPr txBox="1"/>
          <p:nvPr/>
        </p:nvSpPr>
        <p:spPr>
          <a:xfrm>
            <a:off x="270933" y="230419"/>
            <a:ext cx="78996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chemeClr val="accent5"/>
                </a:solidFill>
                <a:latin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</a:rPr>
              <a:t> </a:t>
            </a:r>
            <a:r>
              <a:rPr lang="en-US" altLang="ko-KR" sz="2000" b="1" dirty="0">
                <a:solidFill>
                  <a:schemeClr val="accent5"/>
                </a:solidFill>
                <a:latin typeface="+mj-ea"/>
              </a:rPr>
              <a:t>- 10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</a:rPr>
              <a:t>분 단위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6D82F9F-5C5E-443C-934B-0DA7D76B0926}"/>
              </a:ext>
            </a:extLst>
          </p:cNvPr>
          <p:cNvSpPr txBox="1"/>
          <p:nvPr/>
        </p:nvSpPr>
        <p:spPr>
          <a:xfrm>
            <a:off x="9279466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model_(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/dg)_20</a:t>
            </a:r>
            <a:endParaRPr lang="ko-KR" altLang="en-US" sz="1050" b="1" dirty="0">
              <a:latin typeface="+mj-ea"/>
            </a:endParaRPr>
          </a:p>
        </p:txBody>
      </p:sp>
      <p:grpSp>
        <p:nvGrpSpPr>
          <p:cNvPr id="31" name="그룹 30">
            <a:extLst>
              <a:ext uri="{FF2B5EF4-FFF2-40B4-BE49-F238E27FC236}">
                <a16:creationId xmlns:a16="http://schemas.microsoft.com/office/drawing/2014/main" id="{B413EE53-3AAC-4330-95BF-309DA4461DF1}"/>
              </a:ext>
            </a:extLst>
          </p:cNvPr>
          <p:cNvGrpSpPr/>
          <p:nvPr/>
        </p:nvGrpSpPr>
        <p:grpSpPr>
          <a:xfrm>
            <a:off x="440268" y="1566310"/>
            <a:ext cx="1519020" cy="4587791"/>
            <a:chOff x="440268" y="1566310"/>
            <a:chExt cx="1519020" cy="4587791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5CB0C091-BDCB-49CF-8B59-96EBBEA80451}"/>
                </a:ext>
              </a:extLst>
            </p:cNvPr>
            <p:cNvSpPr txBox="1"/>
            <p:nvPr/>
          </p:nvSpPr>
          <p:spPr>
            <a:xfrm>
              <a:off x="668867" y="5537725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10</a:t>
              </a:r>
              <a:r>
                <a:rPr lang="ko-KR" altLang="en-US" sz="1200" b="1" dirty="0"/>
                <a:t>분 후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98B0BD43-D0A8-48EB-92DE-A681AC1E56B3}"/>
                </a:ext>
              </a:extLst>
            </p:cNvPr>
            <p:cNvSpPr txBox="1"/>
            <p:nvPr/>
          </p:nvSpPr>
          <p:spPr>
            <a:xfrm>
              <a:off x="440268" y="3552110"/>
              <a:ext cx="151902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250716 (17)</a:t>
              </a:r>
              <a:endParaRPr lang="ko-KR" altLang="en-US" sz="1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484AEBD0-EADC-4733-9110-313600D22AA8}"/>
                </a:ext>
              </a:extLst>
            </p:cNvPr>
            <p:cNvSpPr txBox="1"/>
            <p:nvPr/>
          </p:nvSpPr>
          <p:spPr>
            <a:xfrm>
              <a:off x="668867" y="15663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10</a:t>
              </a:r>
              <a:r>
                <a:rPr lang="ko-KR" altLang="en-US" sz="1200" b="1" dirty="0"/>
                <a:t>분 전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0C4D35E2-DB19-4086-9539-AF249ABF8197}"/>
                </a:ext>
              </a:extLst>
            </p:cNvPr>
            <p:cNvSpPr txBox="1"/>
            <p:nvPr/>
          </p:nvSpPr>
          <p:spPr>
            <a:xfrm>
              <a:off x="668867" y="5877102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0.8740</a:t>
              </a:r>
              <a:endParaRPr lang="ko-KR" altLang="en-US" sz="1200" b="1" dirty="0"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3A0AEC24-39F8-45A3-9703-B88F628BEEA5}"/>
                </a:ext>
              </a:extLst>
            </p:cNvPr>
            <p:cNvSpPr txBox="1"/>
            <p:nvPr/>
          </p:nvSpPr>
          <p:spPr>
            <a:xfrm>
              <a:off x="672354" y="38914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0.8647</a:t>
              </a:r>
              <a:endParaRPr lang="pt-BR" altLang="ko-KR" sz="1200" dirty="0"/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5B87F950-2953-432D-B0ED-75719A65F96E}"/>
                </a:ext>
              </a:extLst>
            </p:cNvPr>
            <p:cNvSpPr txBox="1"/>
            <p:nvPr/>
          </p:nvSpPr>
          <p:spPr>
            <a:xfrm>
              <a:off x="668867" y="19056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0.8560</a:t>
              </a:r>
              <a:endParaRPr lang="ko-KR" altLang="en-US" sz="1200" b="1" dirty="0"/>
            </a:p>
          </p:txBody>
        </p:sp>
      </p:grp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2A89C52E-D03C-407A-ADE0-50A3F0825D95}"/>
              </a:ext>
            </a:extLst>
          </p:cNvPr>
          <p:cNvGrpSpPr/>
          <p:nvPr/>
        </p:nvGrpSpPr>
        <p:grpSpPr>
          <a:xfrm>
            <a:off x="6465564" y="1473154"/>
            <a:ext cx="1391446" cy="4647191"/>
            <a:chOff x="6465564" y="1473154"/>
            <a:chExt cx="1391446" cy="4647191"/>
          </a:xfrm>
        </p:grpSpPr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1C32D031-E120-46B5-8CD5-855B2E0A4D20}"/>
                </a:ext>
              </a:extLst>
            </p:cNvPr>
            <p:cNvSpPr txBox="1"/>
            <p:nvPr/>
          </p:nvSpPr>
          <p:spPr>
            <a:xfrm>
              <a:off x="6465564" y="5503969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40</a:t>
              </a:r>
              <a:r>
                <a:rPr lang="ko-KR" altLang="en-US" sz="1200" b="1" dirty="0"/>
                <a:t>분 후 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6B10B281-DFD2-45E8-A80F-F15CD2DFEFA5}"/>
                </a:ext>
              </a:extLst>
            </p:cNvPr>
            <p:cNvSpPr txBox="1"/>
            <p:nvPr/>
          </p:nvSpPr>
          <p:spPr>
            <a:xfrm>
              <a:off x="6465564" y="3478697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30</a:t>
              </a:r>
              <a:r>
                <a:rPr lang="ko-KR" altLang="en-US" sz="1200" b="1" dirty="0"/>
                <a:t>분 후 </a:t>
              </a: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EAEACAB2-45D0-4F66-B0A8-4E823986A7EC}"/>
                </a:ext>
              </a:extLst>
            </p:cNvPr>
            <p:cNvSpPr txBox="1"/>
            <p:nvPr/>
          </p:nvSpPr>
          <p:spPr>
            <a:xfrm>
              <a:off x="6472432" y="147315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20</a:t>
              </a:r>
              <a:r>
                <a:rPr lang="ko-KR" altLang="en-US" sz="1200" b="1" dirty="0"/>
                <a:t>분 후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51B46769-5440-46CA-A6D6-21F300D92A25}"/>
                </a:ext>
              </a:extLst>
            </p:cNvPr>
            <p:cNvSpPr txBox="1"/>
            <p:nvPr/>
          </p:nvSpPr>
          <p:spPr>
            <a:xfrm>
              <a:off x="6465564" y="5843346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0.9243</a:t>
              </a:r>
              <a:endParaRPr lang="ko-KR" altLang="en-US" sz="1200" b="1" dirty="0"/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87D43C58-6EE6-4788-845A-6DE34C9793C3}"/>
                </a:ext>
              </a:extLst>
            </p:cNvPr>
            <p:cNvSpPr txBox="1"/>
            <p:nvPr/>
          </p:nvSpPr>
          <p:spPr>
            <a:xfrm>
              <a:off x="6465564" y="381807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0.9148</a:t>
              </a:r>
              <a:endParaRPr lang="ko-KR" altLang="en-US" sz="1200" b="1" dirty="0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030217FE-8285-44A1-A617-C986B5F10C57}"/>
                </a:ext>
              </a:extLst>
            </p:cNvPr>
            <p:cNvSpPr txBox="1"/>
            <p:nvPr/>
          </p:nvSpPr>
          <p:spPr>
            <a:xfrm>
              <a:off x="6472432" y="1812531"/>
              <a:ext cx="138457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0.9062</a:t>
              </a:r>
              <a:endParaRPr lang="pt-BR" altLang="ko-KR" sz="1200" dirty="0"/>
            </a:p>
            <a:p>
              <a:pPr algn="ctr" latinLnBrk="1"/>
              <a:endParaRPr lang="ko-KR" altLang="en-US" sz="12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63854619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그림 43">
            <a:extLst>
              <a:ext uri="{FF2B5EF4-FFF2-40B4-BE49-F238E27FC236}">
                <a16:creationId xmlns:a16="http://schemas.microsoft.com/office/drawing/2014/main" id="{B677A664-900B-45EC-B7ED-FED2250F1E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1" y="707985"/>
            <a:ext cx="3227449" cy="493143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12E4B6C2-35C2-4C27-9869-ABC58B1417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823" y="2718300"/>
            <a:ext cx="3227450" cy="493251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06F1A1F7-B882-4681-B942-265A6276DF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9262" y="4747938"/>
            <a:ext cx="3227450" cy="497547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B0427AF8-A21B-40FF-AA58-919893C3364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8381" y="1247792"/>
            <a:ext cx="3192889" cy="1315789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C8E7FF9E-DE29-4AC0-8F82-3948FDDFEB1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8382" y="3242146"/>
            <a:ext cx="3192889" cy="1352712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DA0938AC-6E22-4385-9FDE-48F6D147DC7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1170" y="5271474"/>
            <a:ext cx="3195542" cy="1356107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73A9FA09-4C55-4047-B157-8A89D4BA73F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9662" y="716406"/>
            <a:ext cx="3227450" cy="488741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9FB5B3B8-D3C4-426E-A3EB-702A5203B43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95684" y="2716152"/>
            <a:ext cx="3227450" cy="497547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6006C84D-618D-4489-8E29-C63A6FBD5D6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9661" y="4747938"/>
            <a:ext cx="3227450" cy="497547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B9D11161-F507-458B-AD75-9380CEEBB71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62152" y="1254012"/>
            <a:ext cx="3192889" cy="1315789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6992310A-AF00-4935-B2D8-4BBC37A613D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4222" y="3240449"/>
            <a:ext cx="3192889" cy="1356107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5414DBF1-66B4-428D-8122-CBEC2AC62BCA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9499" y="5271474"/>
            <a:ext cx="3195542" cy="1356107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299677C7-71CB-488B-B73B-00A215738C6E}"/>
              </a:ext>
            </a:extLst>
          </p:cNvPr>
          <p:cNvSpPr txBox="1"/>
          <p:nvPr/>
        </p:nvSpPr>
        <p:spPr>
          <a:xfrm>
            <a:off x="270933" y="230419"/>
            <a:ext cx="78996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err="1">
                <a:solidFill>
                  <a:schemeClr val="accent5"/>
                </a:solidFill>
                <a:latin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</a:rPr>
              <a:t> </a:t>
            </a:r>
            <a:r>
              <a:rPr lang="en-US" altLang="ko-KR" sz="2000" b="1" dirty="0">
                <a:solidFill>
                  <a:schemeClr val="accent5"/>
                </a:solidFill>
                <a:latin typeface="+mj-ea"/>
              </a:rPr>
              <a:t>- 10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</a:rPr>
              <a:t>분 단위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6D82F9F-5C5E-443C-934B-0DA7D76B0926}"/>
              </a:ext>
            </a:extLst>
          </p:cNvPr>
          <p:cNvSpPr txBox="1"/>
          <p:nvPr/>
        </p:nvSpPr>
        <p:spPr>
          <a:xfrm>
            <a:off x="9279466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b="1" dirty="0"/>
              <a:t>* model_(</a:t>
            </a:r>
            <a:r>
              <a:rPr lang="en-US" altLang="ko-KR" sz="1050" b="1" dirty="0" err="1"/>
              <a:t>gn</a:t>
            </a:r>
            <a:r>
              <a:rPr lang="en-US" altLang="ko-KR" sz="1050" b="1" dirty="0"/>
              <a:t>/dg)_20</a:t>
            </a:r>
            <a:endParaRPr lang="ko-KR" altLang="en-US" sz="1050" b="1" dirty="0">
              <a:latin typeface="+mj-ea"/>
            </a:endParaRPr>
          </a:p>
        </p:txBody>
      </p:sp>
      <p:grpSp>
        <p:nvGrpSpPr>
          <p:cNvPr id="31" name="그룹 30">
            <a:extLst>
              <a:ext uri="{FF2B5EF4-FFF2-40B4-BE49-F238E27FC236}">
                <a16:creationId xmlns:a16="http://schemas.microsoft.com/office/drawing/2014/main" id="{B413EE53-3AAC-4330-95BF-309DA4461DF1}"/>
              </a:ext>
            </a:extLst>
          </p:cNvPr>
          <p:cNvGrpSpPr/>
          <p:nvPr/>
        </p:nvGrpSpPr>
        <p:grpSpPr>
          <a:xfrm>
            <a:off x="431800" y="1566310"/>
            <a:ext cx="1527487" cy="4587791"/>
            <a:chOff x="431800" y="1566310"/>
            <a:chExt cx="1527487" cy="4587791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5CB0C091-BDCB-49CF-8B59-96EBBEA80451}"/>
                </a:ext>
              </a:extLst>
            </p:cNvPr>
            <p:cNvSpPr txBox="1"/>
            <p:nvPr/>
          </p:nvSpPr>
          <p:spPr>
            <a:xfrm>
              <a:off x="668867" y="5537725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10</a:t>
              </a:r>
              <a:r>
                <a:rPr lang="ko-KR" altLang="en-US" sz="1200" b="1" dirty="0"/>
                <a:t>분 후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98B0BD43-D0A8-48EB-92DE-A681AC1E56B3}"/>
                </a:ext>
              </a:extLst>
            </p:cNvPr>
            <p:cNvSpPr txBox="1"/>
            <p:nvPr/>
          </p:nvSpPr>
          <p:spPr>
            <a:xfrm>
              <a:off x="431800" y="3552110"/>
              <a:ext cx="152748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 err="1"/>
                <a:t>testdata</a:t>
              </a:r>
              <a:r>
                <a:rPr lang="en-US" altLang="ko-KR" sz="1200" b="1" dirty="0"/>
                <a:t>_ 250814 (05)</a:t>
              </a:r>
              <a:endParaRPr lang="ko-KR" altLang="en-US" sz="1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484AEBD0-EADC-4733-9110-313600D22AA8}"/>
                </a:ext>
              </a:extLst>
            </p:cNvPr>
            <p:cNvSpPr txBox="1"/>
            <p:nvPr/>
          </p:nvSpPr>
          <p:spPr>
            <a:xfrm>
              <a:off x="668867" y="1566310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10</a:t>
              </a:r>
              <a:r>
                <a:rPr lang="ko-KR" altLang="en-US" sz="1200" b="1" dirty="0"/>
                <a:t>분 전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0C4D35E2-DB19-4086-9539-AF249ABF8197}"/>
                </a:ext>
              </a:extLst>
            </p:cNvPr>
            <p:cNvSpPr txBox="1"/>
            <p:nvPr/>
          </p:nvSpPr>
          <p:spPr>
            <a:xfrm>
              <a:off x="668867" y="5877102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0.7832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3A0AEC24-39F8-45A3-9703-B88F628BEEA5}"/>
                </a:ext>
              </a:extLst>
            </p:cNvPr>
            <p:cNvSpPr txBox="1"/>
            <p:nvPr/>
          </p:nvSpPr>
          <p:spPr>
            <a:xfrm>
              <a:off x="672354" y="38914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0.8840</a:t>
              </a:r>
              <a:endParaRPr lang="pt-BR" altLang="ko-KR" sz="1200" dirty="0"/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5B87F950-2953-432D-B0ED-75719A65F96E}"/>
                </a:ext>
              </a:extLst>
            </p:cNvPr>
            <p:cNvSpPr txBox="1"/>
            <p:nvPr/>
          </p:nvSpPr>
          <p:spPr>
            <a:xfrm>
              <a:off x="668867" y="1905687"/>
              <a:ext cx="128693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/>
                <a:t>0.9033</a:t>
              </a:r>
              <a:endParaRPr lang="ko-KR" altLang="en-US" sz="1200" b="1" dirty="0"/>
            </a:p>
          </p:txBody>
        </p:sp>
      </p:grp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2A89C52E-D03C-407A-ADE0-50A3F0825D95}"/>
              </a:ext>
            </a:extLst>
          </p:cNvPr>
          <p:cNvGrpSpPr/>
          <p:nvPr/>
        </p:nvGrpSpPr>
        <p:grpSpPr>
          <a:xfrm>
            <a:off x="6465564" y="1473154"/>
            <a:ext cx="1391446" cy="4647191"/>
            <a:chOff x="6465564" y="1473154"/>
            <a:chExt cx="1391446" cy="4647191"/>
          </a:xfrm>
        </p:grpSpPr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1C32D031-E120-46B5-8CD5-855B2E0A4D20}"/>
                </a:ext>
              </a:extLst>
            </p:cNvPr>
            <p:cNvSpPr txBox="1"/>
            <p:nvPr/>
          </p:nvSpPr>
          <p:spPr>
            <a:xfrm>
              <a:off x="6465564" y="5503969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40</a:t>
              </a:r>
              <a:r>
                <a:rPr lang="ko-KR" altLang="en-US" sz="1200" b="1" dirty="0"/>
                <a:t>분 후 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6B10B281-DFD2-45E8-A80F-F15CD2DFEFA5}"/>
                </a:ext>
              </a:extLst>
            </p:cNvPr>
            <p:cNvSpPr txBox="1"/>
            <p:nvPr/>
          </p:nvSpPr>
          <p:spPr>
            <a:xfrm>
              <a:off x="6465564" y="3478697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30</a:t>
              </a:r>
              <a:r>
                <a:rPr lang="ko-KR" altLang="en-US" sz="1200" b="1" dirty="0"/>
                <a:t>분 후 </a:t>
              </a: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EAEACAB2-45D0-4F66-B0A8-4E823986A7EC}"/>
                </a:ext>
              </a:extLst>
            </p:cNvPr>
            <p:cNvSpPr txBox="1"/>
            <p:nvPr/>
          </p:nvSpPr>
          <p:spPr>
            <a:xfrm>
              <a:off x="6472432" y="147315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20</a:t>
              </a:r>
              <a:r>
                <a:rPr lang="ko-KR" altLang="en-US" sz="1200" b="1" dirty="0"/>
                <a:t>분 후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51B46769-5440-46CA-A6D6-21F300D92A25}"/>
                </a:ext>
              </a:extLst>
            </p:cNvPr>
            <p:cNvSpPr txBox="1"/>
            <p:nvPr/>
          </p:nvSpPr>
          <p:spPr>
            <a:xfrm>
              <a:off x="6465564" y="5843346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0.6646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87D43C58-6EE6-4788-845A-6DE34C9793C3}"/>
                </a:ext>
              </a:extLst>
            </p:cNvPr>
            <p:cNvSpPr txBox="1"/>
            <p:nvPr/>
          </p:nvSpPr>
          <p:spPr>
            <a:xfrm>
              <a:off x="6465564" y="3818074"/>
              <a:ext cx="138457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0.6061</a:t>
              </a:r>
              <a:endParaRPr lang="ko-KR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030217FE-8285-44A1-A617-C986B5F10C57}"/>
                </a:ext>
              </a:extLst>
            </p:cNvPr>
            <p:cNvSpPr txBox="1"/>
            <p:nvPr/>
          </p:nvSpPr>
          <p:spPr>
            <a:xfrm>
              <a:off x="6472432" y="1812531"/>
              <a:ext cx="138457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latinLnBrk="1"/>
              <a:r>
                <a:rPr lang="en-US" altLang="ko-KR" sz="1200" b="1" dirty="0"/>
                <a:t>R2 : </a:t>
              </a:r>
              <a:r>
                <a:rPr lang="en-US" altLang="ko-KR" sz="1200" dirty="0">
                  <a:solidFill>
                    <a:srgbClr val="FF0000"/>
                  </a:solidFill>
                </a:rPr>
                <a:t>0.7671</a:t>
              </a:r>
              <a:endParaRPr lang="pt-BR" altLang="ko-KR" sz="1200" dirty="0">
                <a:solidFill>
                  <a:srgbClr val="FF0000"/>
                </a:solidFill>
              </a:endParaRPr>
            </a:p>
            <a:p>
              <a:pPr algn="ctr" latinLnBrk="1"/>
              <a:endParaRPr lang="ko-KR" altLang="en-US" sz="12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4293390475"/>
      </p:ext>
    </p:extLst>
  </p:cSld>
  <p:clrMapOvr>
    <a:masterClrMapping/>
  </p:clrMapOvr>
</p:sld>
</file>

<file path=ppt/theme/theme1.xml><?xml version="1.0" encoding="utf-8"?>
<a:theme xmlns:a="http://schemas.openxmlformats.org/drawingml/2006/main" name="HDOfficeLightV0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10644</TotalTime>
  <Words>4804</Words>
  <Application>Microsoft Office PowerPoint</Application>
  <PresentationFormat>와이드스크린</PresentationFormat>
  <Paragraphs>1535</Paragraphs>
  <Slides>65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65</vt:i4>
      </vt:variant>
    </vt:vector>
  </HeadingPairs>
  <TitlesOfParts>
    <vt:vector size="73" baseType="lpstr">
      <vt:lpstr>나눔고딕</vt:lpstr>
      <vt:lpstr>맑은 고딕</vt:lpstr>
      <vt:lpstr>Arial</vt:lpstr>
      <vt:lpstr>Calibri</vt:lpstr>
      <vt:lpstr>Calibri Light</vt:lpstr>
      <vt:lpstr>Consolas</vt:lpstr>
      <vt:lpstr>Wingdings 2</vt:lpstr>
      <vt:lpstr>HDOfficeLightV0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magpie</dc:creator>
  <cp:lastModifiedBy>magpie</cp:lastModifiedBy>
  <cp:revision>1517</cp:revision>
  <dcterms:created xsi:type="dcterms:W3CDTF">2025-11-18T00:02:37Z</dcterms:created>
  <dcterms:modified xsi:type="dcterms:W3CDTF">2026-02-06T02:10:39Z</dcterms:modified>
</cp:coreProperties>
</file>