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510" r:id="rId3"/>
    <p:sldId id="513" r:id="rId4"/>
    <p:sldId id="630" r:id="rId5"/>
    <p:sldId id="631" r:id="rId6"/>
    <p:sldId id="632" r:id="rId7"/>
    <p:sldId id="633" r:id="rId8"/>
    <p:sldId id="634" r:id="rId9"/>
    <p:sldId id="635" r:id="rId10"/>
    <p:sldId id="636" r:id="rId11"/>
    <p:sldId id="637" r:id="rId12"/>
    <p:sldId id="566" r:id="rId13"/>
    <p:sldId id="567" r:id="rId14"/>
    <p:sldId id="626" r:id="rId15"/>
    <p:sldId id="627" r:id="rId16"/>
    <p:sldId id="628" r:id="rId17"/>
    <p:sldId id="629" r:id="rId18"/>
    <p:sldId id="592" r:id="rId19"/>
    <p:sldId id="593" r:id="rId20"/>
    <p:sldId id="595" r:id="rId21"/>
    <p:sldId id="615" r:id="rId22"/>
    <p:sldId id="616" r:id="rId23"/>
    <p:sldId id="617" r:id="rId24"/>
    <p:sldId id="618" r:id="rId25"/>
    <p:sldId id="619" r:id="rId26"/>
    <p:sldId id="620" r:id="rId27"/>
    <p:sldId id="621" r:id="rId28"/>
    <p:sldId id="61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8.png"/><Relationship Id="rId7" Type="http://schemas.openxmlformats.org/officeDocument/2006/relationships/image" Target="../media/image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0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2.png"/><Relationship Id="rId10" Type="http://schemas.openxmlformats.org/officeDocument/2006/relationships/image" Target="../media/image18.png"/><Relationship Id="rId4" Type="http://schemas.openxmlformats.org/officeDocument/2006/relationships/image" Target="../media/image41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4.png"/><Relationship Id="rId7" Type="http://schemas.openxmlformats.org/officeDocument/2006/relationships/image" Target="../media/image2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45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7.png"/><Relationship Id="rId7" Type="http://schemas.openxmlformats.org/officeDocument/2006/relationships/image" Target="../media/image3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49.png"/><Relationship Id="rId10" Type="http://schemas.openxmlformats.org/officeDocument/2006/relationships/image" Target="../media/image36.png"/><Relationship Id="rId4" Type="http://schemas.openxmlformats.org/officeDocument/2006/relationships/image" Target="../media/image48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1.png"/><Relationship Id="rId7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52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4.png"/><Relationship Id="rId7" Type="http://schemas.openxmlformats.org/officeDocument/2006/relationships/image" Target="../media/image1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55.png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7.png"/><Relationship Id="rId7" Type="http://schemas.openxmlformats.org/officeDocument/2006/relationships/image" Target="../media/image2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58.pn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0.png"/><Relationship Id="rId7" Type="http://schemas.openxmlformats.org/officeDocument/2006/relationships/image" Target="../media/image3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46.png"/><Relationship Id="rId4" Type="http://schemas.openxmlformats.org/officeDocument/2006/relationships/image" Target="../media/image61.png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3.png"/><Relationship Id="rId7" Type="http://schemas.openxmlformats.org/officeDocument/2006/relationships/image" Target="../media/image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64.png"/><Relationship Id="rId9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6.png"/><Relationship Id="rId7" Type="http://schemas.openxmlformats.org/officeDocument/2006/relationships/image" Target="../media/image1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67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9.png"/><Relationship Id="rId7" Type="http://schemas.openxmlformats.org/officeDocument/2006/relationships/image" Target="../media/image2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70.png"/><Relationship Id="rId9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72.png"/><Relationship Id="rId7" Type="http://schemas.openxmlformats.org/officeDocument/2006/relationships/image" Target="../media/image34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46.png"/><Relationship Id="rId4" Type="http://schemas.openxmlformats.org/officeDocument/2006/relationships/image" Target="../media/image73.png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76.png"/><Relationship Id="rId9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9.png"/><Relationship Id="rId7" Type="http://schemas.openxmlformats.org/officeDocument/2006/relationships/image" Target="../media/image1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1.png"/><Relationship Id="rId10" Type="http://schemas.openxmlformats.org/officeDocument/2006/relationships/image" Target="../media/image10.png"/><Relationship Id="rId4" Type="http://schemas.openxmlformats.org/officeDocument/2006/relationships/image" Target="../media/image80.png"/><Relationship Id="rId9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3.png"/><Relationship Id="rId7" Type="http://schemas.openxmlformats.org/officeDocument/2006/relationships/image" Target="../media/image2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84.png"/><Relationship Id="rId9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6.png"/><Relationship Id="rId3" Type="http://schemas.openxmlformats.org/officeDocument/2006/relationships/image" Target="../media/image87.png"/><Relationship Id="rId7" Type="http://schemas.openxmlformats.org/officeDocument/2006/relationships/image" Target="../media/image7.png"/><Relationship Id="rId12" Type="http://schemas.openxmlformats.org/officeDocument/2006/relationships/image" Target="../media/image3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image" Target="../media/image88.png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3044279"/>
            <a:ext cx="4588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전체 강우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21763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67899"/>
              </p:ext>
            </p:extLst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5655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~ 2022 68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( 988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~ 2024 96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( 282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~ 2025 109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( 142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754534" y="126666"/>
            <a:ext cx="3310468" cy="1987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 /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 / MAE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  <a:endParaRPr lang="en-US" altLang="ko-KR" sz="9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193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573" y="5421093"/>
            <a:ext cx="2133361" cy="110438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08" y="1394710"/>
            <a:ext cx="2141376" cy="112294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9358"/>
            <a:ext cx="2141986" cy="11223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18A818F-FB79-4D07-98E9-039F2C0D5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468857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0.8683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0.0278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0.1668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0.3297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0.1344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0.1630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0.5756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0.1187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0.2465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0.3446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DECBFE-A628-4FF9-BB34-CC58F4A3CA4C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37B23-33F0-4C0C-ACBB-17A58C6E60A1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7F4627-EDEA-46CB-8A5B-FC67941957FD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</a:t>
            </a:r>
            <a:r>
              <a:rPr lang="en-US" altLang="ko-KR" sz="1050" dirty="0">
                <a:latin typeface="+mj-ea"/>
              </a:rPr>
              <a:t>_mse2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047388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7391C75-C21E-4A50-A9B9-128891DF5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41227"/>
            <a:ext cx="4431036" cy="67561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392" y="5416138"/>
            <a:ext cx="2143724" cy="111428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222" y="1400332"/>
            <a:ext cx="2111347" cy="111169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265" y="3372831"/>
            <a:ext cx="2113749" cy="10953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89B2F13-C65A-4689-AB5A-9BDA5B69D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195977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0.6881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0.0252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0.0894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0.1588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0.7675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0.1527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0.7360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0.1032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0.1364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2DD9CD-23CD-4CA1-8557-7B66A43B33A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337B4C-6B6B-431F-A663-8B5D5F7D8983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02012-C902-495D-A495-6CC2AA25796D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</a:t>
            </a:r>
            <a:r>
              <a:rPr lang="en-US" altLang="ko-KR" sz="1050" dirty="0">
                <a:latin typeface="+mj-ea"/>
              </a:rPr>
              <a:t>_mse2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81825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5520"/>
            <a:ext cx="2144214" cy="111552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060" y="1401342"/>
            <a:ext cx="2113672" cy="110967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282" y="3365611"/>
            <a:ext cx="2111715" cy="11098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48E4F0D-FE03-455C-8A58-DB5ECB8E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131589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0.7919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0.1269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0.2599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0.3563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0.8045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0.0273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0.1334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0.1654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0.7375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0.2388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0.3465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0.4887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2ABDC9-785B-4DE9-AF1E-BFD94D319A4D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DE0ED5-16E5-46F6-8A85-FDDC9E573873}"/>
              </a:ext>
            </a:extLst>
          </p:cNvPr>
          <p:cNvSpPr txBox="1"/>
          <p:nvPr/>
        </p:nvSpPr>
        <p:spPr>
          <a:xfrm>
            <a:off x="622385" y="850612"/>
            <a:ext cx="7914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=18,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16ED79-8B32-436F-8336-DCB0C92A7F1C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</a:t>
            </a:r>
            <a:r>
              <a:rPr lang="en-US" altLang="ko-KR" sz="1050" dirty="0">
                <a:latin typeface="+mj-ea"/>
              </a:rPr>
              <a:t>_mse2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8199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55" y="5419930"/>
            <a:ext cx="2114397" cy="110670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09" y="1402053"/>
            <a:ext cx="2121773" cy="110825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67" y="3370736"/>
            <a:ext cx="2117745" cy="10995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40550"/>
            <a:ext cx="4470398" cy="67696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75C2B-9F83-4910-9ED7-CF818E7E2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152115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0.7102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0.0137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0.0793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0.1173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0.9101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0.0414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0.1337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0.2036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0.7751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0.0780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0.2405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0.2793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720FE3-FD05-4DF5-91BA-759929D7746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0B0513-0B17-42F1-9B05-4EF232A736A2}"/>
              </a:ext>
            </a:extLst>
          </p:cNvPr>
          <p:cNvSpPr txBox="1"/>
          <p:nvPr/>
        </p:nvSpPr>
        <p:spPr>
          <a:xfrm>
            <a:off x="622385" y="850612"/>
            <a:ext cx="7914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=18,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F12331-170F-4874-8F72-E05209BB9029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</a:t>
            </a:r>
            <a:r>
              <a:rPr lang="en-US" altLang="ko-KR" sz="1050" dirty="0">
                <a:latin typeface="+mj-ea"/>
              </a:rPr>
              <a:t>_mse2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8285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573" y="5416706"/>
            <a:ext cx="2133361" cy="11131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08" y="1394710"/>
            <a:ext cx="2141376" cy="112294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7242"/>
            <a:ext cx="2141986" cy="110654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18A818F-FB79-4D07-98E9-039F2C0D5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931772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0.7709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0.0484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0.1609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0.2200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0.0782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0.0365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0.1403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0.1912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</a:t>
                      </a:r>
                      <a:r>
                        <a:rPr lang="en-US" altLang="ko-KR" sz="1400" dirty="0"/>
                        <a:t>0.8151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0.0517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0.1750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0.2274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DECBFE-A628-4FF9-BB34-CC58F4A3CA4C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52E92C-2EA8-4542-A9BC-E70D5EABA94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56AF3D-BEE7-4A8C-86A1-1FDAA662FE5C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</a:t>
            </a:r>
            <a:r>
              <a:rPr lang="en-US" altLang="ko-KR" sz="1050" dirty="0">
                <a:latin typeface="+mj-ea"/>
              </a:rPr>
              <a:t>_all_mae2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786426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2D5E4318-7ED3-4009-BF67-7F4E2BE30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41227"/>
            <a:ext cx="4431036" cy="67561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392" y="5416718"/>
            <a:ext cx="2143724" cy="111313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8685"/>
            <a:ext cx="2138738" cy="111499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265" y="3369054"/>
            <a:ext cx="2113749" cy="11029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89B2F13-C65A-4689-AB5A-9BDA5B69D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313575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0.7393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0.0843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0.1452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0.7481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0.0252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0.1273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0.1589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0.7988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0.1013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0.1191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2DD9CD-23CD-4CA1-8557-7B66A43B33A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3C94D9-52C5-4F93-81E6-39AEA60623C5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F69BEB-7F56-417E-B944-41BF0F816377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</a:t>
            </a:r>
            <a:r>
              <a:rPr lang="en-US" altLang="ko-KR" sz="1050" dirty="0">
                <a:latin typeface="+mj-ea"/>
              </a:rPr>
              <a:t>_all_mae2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68482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5475"/>
            <a:ext cx="2144214" cy="111561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783" y="1401342"/>
            <a:ext cx="2130225" cy="110967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282" y="3370634"/>
            <a:ext cx="2111715" cy="10997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48E4F0D-FE03-455C-8A58-DB5ECB8E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575353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0.9074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0.1741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0.2376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0.0705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0.1301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0.2575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0.3607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0.5522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0.4075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0.5005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0.6383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2ABDC9-785B-4DE9-AF1E-BFD94D319A4D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B12A09-7264-423B-B384-CDFA6203BEAA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578D4-1F99-4345-8731-2C31D75217A3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</a:t>
            </a:r>
            <a:r>
              <a:rPr lang="en-US" altLang="ko-KR" sz="1050" dirty="0">
                <a:latin typeface="+mj-ea"/>
              </a:rPr>
              <a:t>_all_mae2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270956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BCB3C7C1-CA00-4723-BC08-A49294D38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40550"/>
            <a:ext cx="4470398" cy="67696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55" y="5418253"/>
            <a:ext cx="2114397" cy="111005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367" y="1405847"/>
            <a:ext cx="2105056" cy="110066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67" y="3369637"/>
            <a:ext cx="2117745" cy="110175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75C2B-9F83-4910-9ED7-CF818E7E2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00067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0.2477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0.0357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0.1554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0.1891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0.8380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0.0747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0.2058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0.6156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0.1334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0.2823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0.3652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720FE3-FD05-4DF5-91BA-759929D7746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B6060B-DB89-4809-A9CB-B709612F408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049263-2BBB-408D-8FA2-4B66E88AFBEA}"/>
              </a:ext>
            </a:extLst>
          </p:cNvPr>
          <p:cNvSpPr txBox="1"/>
          <p:nvPr/>
        </p:nvSpPr>
        <p:spPr>
          <a:xfrm>
            <a:off x="9270999" y="169583"/>
            <a:ext cx="2717801" cy="37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</a:t>
            </a:r>
            <a:r>
              <a:rPr lang="en-US" altLang="ko-KR" sz="1050" dirty="0">
                <a:latin typeface="+mj-ea"/>
              </a:rPr>
              <a:t>_all_mae2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301891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273387" y="3044279"/>
            <a:ext cx="7645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누적 강우 </a:t>
            </a:r>
            <a:r>
              <a:rPr lang="en-US" altLang="ko-KR" sz="4400" b="1" dirty="0">
                <a:latin typeface="+mj-ea"/>
                <a:ea typeface="+mj-ea"/>
              </a:rPr>
              <a:t>110mm </a:t>
            </a:r>
            <a:r>
              <a:rPr lang="ko-KR" altLang="en-US" sz="4400" b="1" dirty="0">
                <a:latin typeface="+mj-ea"/>
                <a:ea typeface="+mj-ea"/>
              </a:rPr>
              <a:t>이상 </a:t>
            </a:r>
            <a:r>
              <a:rPr lang="en-US" altLang="ko-KR" sz="4400" b="1" dirty="0">
                <a:latin typeface="+mj-ea"/>
                <a:ea typeface="+mj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01506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C7D1CE-FB5B-4F7E-8396-2212B4056010}"/>
              </a:ext>
            </a:extLst>
          </p:cNvPr>
          <p:cNvSpPr/>
          <p:nvPr/>
        </p:nvSpPr>
        <p:spPr>
          <a:xfrm>
            <a:off x="3564468" y="553189"/>
            <a:ext cx="4483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같은 연도</a:t>
            </a:r>
            <a:r>
              <a:rPr lang="en-US" altLang="ko-KR" dirty="0"/>
              <a:t>·</a:t>
            </a:r>
            <a:r>
              <a:rPr lang="ko-KR" altLang="en-US" dirty="0"/>
              <a:t>다른 강우 패턴 대응 가능성 검증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59E89-9E3A-4B74-BE11-F7E27F33F266}"/>
              </a:ext>
            </a:extLst>
          </p:cNvPr>
          <p:cNvSpPr txBox="1"/>
          <p:nvPr/>
        </p:nvSpPr>
        <p:spPr>
          <a:xfrm>
            <a:off x="8754532" y="5346340"/>
            <a:ext cx="3437469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2024 ( 7</a:t>
            </a:r>
            <a:r>
              <a:rPr lang="ko-KR" altLang="en-US" sz="900" b="1" dirty="0">
                <a:latin typeface="+mn-ea"/>
              </a:rPr>
              <a:t>개 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2022 (35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 , 2022 (66.67</a:t>
            </a:r>
            <a:r>
              <a:rPr lang="ko-KR" altLang="en-US" sz="900" b="1" dirty="0">
                <a:latin typeface="+mn-ea"/>
              </a:rPr>
              <a:t>번이벤트</a:t>
            </a:r>
            <a:r>
              <a:rPr lang="en-US" altLang="ko-KR" sz="900" b="1" dirty="0">
                <a:latin typeface="+mn-ea"/>
              </a:rPr>
              <a:t>) ( 2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>
                <a:latin typeface="+mn-ea"/>
              </a:rPr>
              <a:t>예측에 사용할 이벤트 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93282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071" y="5412380"/>
            <a:ext cx="2124366" cy="11218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660" y="1394618"/>
            <a:ext cx="2152473" cy="112312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1687"/>
            <a:ext cx="2141986" cy="11176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A1C485-D69C-494B-B9BD-6079DEB98109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1DF0F8-18F4-42EB-9FB6-E43BC3ACF291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794749A-8B69-43FB-B67B-AC7E3EF4A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744269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0.8833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0.0246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0.1029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0.1570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-0.6422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0.0651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0.2198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0.2552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0.8109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0.0529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0.1441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0.2300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8EFE15-F86F-496A-9C30-DF570E103380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51080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3294"/>
            <a:ext cx="2144214" cy="111997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401571"/>
            <a:ext cx="2138738" cy="110922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137" y="3363880"/>
            <a:ext cx="2138005" cy="11132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E0AD17-C689-4B92-AFB6-3BFEE70CE1DE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3E724-5280-4C13-A67F-E6F684D955F8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9EFF83D-DF2F-48FB-872C-50CD69E21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396432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0.6718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0.0894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0.1629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0.8348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0.1157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0.1287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0.8501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0.0787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0.1027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16DBE5-60DF-495B-8CD1-DB4AC276776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8045030-2C22-42A0-ABB7-F0D99525D3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41227"/>
            <a:ext cx="4431036" cy="67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66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548" y="5413903"/>
            <a:ext cx="2135411" cy="111876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865" y="1399943"/>
            <a:ext cx="2132061" cy="111247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542" y="3367478"/>
            <a:ext cx="2111195" cy="11060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6F2D9-606A-4C46-9140-3BFFBB7A6F9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DDDDE8-C316-421E-8FCB-A7A0748355BC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9908A9E-1547-4AC0-90D2-BBED1B9B6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254034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0.7379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0.1599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0.2994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0.3998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pt-BR" altLang="ko-KR" sz="1400" dirty="0">
                          <a:solidFill>
                            <a:srgbClr val="FF0000"/>
                          </a:solidFill>
                        </a:rPr>
                        <a:t>-3.5192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0.6328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0.6450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0.7955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0.7074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0.2662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0.4364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0.5160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951DF1-AA77-4303-BD7F-1A5C511C0AD0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197725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304" y="5417443"/>
            <a:ext cx="2123900" cy="111167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512" y="1398226"/>
            <a:ext cx="2110766" cy="11159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67" y="3366390"/>
            <a:ext cx="2117745" cy="110824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C90A3-7465-4DB4-879E-A29359910C19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2750E6-0AE3-4197-816C-716BC541E9FC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A5F688B0-A841-47A1-95BF-5226AAE27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04647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-1.5672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0.1220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0.2991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0.3493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0.8380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0.0747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0.2026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0.5959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0.1402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0.3123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0.3745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C91F68A4-0BD1-49A6-BBCF-DBBE93A7C28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94D3121-19E1-4462-9F71-E74BD0D09B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40550"/>
            <a:ext cx="4470398" cy="6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96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 수위 이상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 /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 / Huber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C100F3-ED1F-49DA-B381-6803B0D85026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>
                <a:latin typeface="+mn-ea"/>
              </a:rPr>
              <a:t>예측에 사용할 이벤트 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30120D-1EA3-4B16-B7F1-3102E7DFBB50}"/>
              </a:ext>
            </a:extLst>
          </p:cNvPr>
          <p:cNvSpPr txBox="1"/>
          <p:nvPr/>
        </p:nvSpPr>
        <p:spPr>
          <a:xfrm>
            <a:off x="8362102" y="2353052"/>
            <a:ext cx="3392596" cy="329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900" dirty="0"/>
              <a:t>( Huber : </a:t>
            </a:r>
            <a:r>
              <a:rPr lang="ko-KR" altLang="en-US" sz="900" dirty="0"/>
              <a:t>작은 오차는 </a:t>
            </a:r>
            <a:r>
              <a:rPr lang="en-US" altLang="ko-KR" sz="900" dirty="0"/>
              <a:t>MSE </a:t>
            </a:r>
            <a:r>
              <a:rPr lang="ko-KR" altLang="en-US" sz="900" dirty="0"/>
              <a:t>처럼 </a:t>
            </a:r>
            <a:r>
              <a:rPr lang="en-US" altLang="ko-KR" sz="900" dirty="0"/>
              <a:t>, </a:t>
            </a:r>
            <a:r>
              <a:rPr lang="ko-KR" altLang="en-US" sz="900" dirty="0"/>
              <a:t>큰 오차는 </a:t>
            </a:r>
            <a:r>
              <a:rPr lang="en-US" altLang="ko-KR" sz="900" dirty="0"/>
              <a:t>MAE</a:t>
            </a:r>
            <a:r>
              <a:rPr lang="ko-KR" altLang="en-US" sz="900" dirty="0"/>
              <a:t>처럼 </a:t>
            </a:r>
            <a:r>
              <a:rPr lang="en-US" altLang="ko-KR" sz="900" dirty="0"/>
              <a:t>)</a:t>
            </a:r>
            <a:endParaRPr lang="ko-KR" altLang="en-US" sz="9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07728"/>
            <a:ext cx="2144214" cy="113111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660" y="1390626"/>
            <a:ext cx="2152473" cy="11311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5592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4959"/>
            <a:ext cx="2141986" cy="11311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870945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0.9656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0.0072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0.0558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0.0852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0.4201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0.1139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0.1516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0.8622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0.0385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0.1486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0.1963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/dg)_wl18_3_2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15982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09145"/>
            <a:ext cx="2144214" cy="11282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4234"/>
            <a:ext cx="2138738" cy="112389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1947"/>
            <a:ext cx="2141986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/dg)_wl18_3_2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6D007-40CB-4A99-9BD5-148C6AD72A8D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6FC70AA-621D-45C7-B870-B7798F92F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714949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0.7308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0.1475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0.1435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0.0346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0.1446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0.1861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546E68-B407-4408-A032-3C22F54627A7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4D8BDC0-5588-4308-87D1-02549FBC55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41227"/>
            <a:ext cx="4431036" cy="67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27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0958"/>
            <a:ext cx="2144214" cy="112465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5983"/>
            <a:ext cx="2138738" cy="112039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866" y="3361947"/>
            <a:ext cx="2136548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/dg)_wl18_3_2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6D007-40CB-4A99-9BD5-148C6AD72A8D}"/>
              </a:ext>
            </a:extLst>
          </p:cNvPr>
          <p:cNvSpPr txBox="1"/>
          <p:nvPr/>
        </p:nvSpPr>
        <p:spPr>
          <a:xfrm>
            <a:off x="622385" y="850612"/>
            <a:ext cx="5118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8F2FBEC-50BF-4570-998F-D90BE2D6F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63719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0.8748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0.0763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0.1754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0.2763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0.0629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0.2509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0.8659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0.1219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0.2258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0.3492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6BB209-D42B-4205-A92B-13B3682981C6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106404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4986"/>
            <a:ext cx="2144214" cy="111659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9218"/>
            <a:ext cx="2138738" cy="111392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381" y="3364197"/>
            <a:ext cx="2123518" cy="11126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/dg)_wl18_3_2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6D007-40CB-4A99-9BD5-148C6AD72A8D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BC530EF-5555-4E5B-88E5-3AB1471F5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165304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0.6794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0.0152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0.0860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0.1234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0.9470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0.0244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0.1098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0.1563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0.8781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0.0423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0.1589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0.2056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919E0F-22C5-4758-9679-DFC547054422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EF58D91-5FB6-4123-B470-67D506F04B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40550"/>
            <a:ext cx="4470398" cy="6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27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5033"/>
            <a:ext cx="2144214" cy="11165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776" y="1390626"/>
            <a:ext cx="2140239" cy="11311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5592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7185"/>
            <a:ext cx="2141986" cy="112665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68718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2638010"/>
            <a:ext cx="4468718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2" y="4648144"/>
            <a:ext cx="4468717" cy="68978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9FE234-C56E-46FE-8AF6-E623016959A2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/dg)_huber2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D561D03-87A3-4C82-9658-157F38B10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846324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0.9840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0.0033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0.0461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0.0580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0.6755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0.0128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0.0875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0.8475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0.0426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0.1638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0.2065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399E11-0E4A-4099-99DB-3342A9B87CD2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23753A1C-52BC-4C73-90AF-B45DE9CF60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A4F6B4C7-898F-4BAD-97B4-69803FF78E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8D2B7323-20F0-4314-9A8A-29951EC708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92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32" y="5413047"/>
            <a:ext cx="2134444" cy="112047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100" y="1399264"/>
            <a:ext cx="2119591" cy="111383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078" y="3364091"/>
            <a:ext cx="2124124" cy="11128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30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30" y="4648144"/>
            <a:ext cx="4431036" cy="68978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70E481-046E-4B98-82EF-B0D0ED759E57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dirty="0">
                <a:latin typeface="+mj-ea"/>
              </a:rPr>
              <a:t>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0FD2CC-37E5-4142-8319-5EB445310AEE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/dg)_huber2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9D5A683-7D0B-47E4-BD1C-B937527C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529637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0.7783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0.0179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0.0909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0.1339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0.4804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0.0521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0.2283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0.4931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0.0357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0.1572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0.1890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7E823A61-94CA-4EA3-A7A0-7BB3248FD102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58F65DA0-4EA8-40BF-9D12-4DD3D9DDC5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F78EEE0-55D4-445F-B4E5-B2A52E1489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BB3FB78-AEC1-440D-B727-8A714DBA34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8EE907E-048D-4E71-812A-29917487A2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41227"/>
            <a:ext cx="4431036" cy="67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48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79" y="5411703"/>
            <a:ext cx="2139350" cy="112315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8" y="1396991"/>
            <a:ext cx="2138736" cy="111838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788" y="3361947"/>
            <a:ext cx="2118703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92" y="638495"/>
            <a:ext cx="4470399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93" y="2638010"/>
            <a:ext cx="4470398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92" y="4626987"/>
            <a:ext cx="4470399" cy="68978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5472D-B23E-48E1-AD68-7714330415E7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/dg)_huber2</a:t>
            </a:r>
            <a:endParaRPr lang="ko-KR" altLang="en-US" sz="1050" dirty="0">
              <a:latin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8387AB-FE52-4C83-A7B2-B3DBB02C00B0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C38916C-0BFF-4A20-B514-C2C5CEC71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73259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0.8583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0.0864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0.1800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0.2939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0.9114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0.1113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0.8354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0.1497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0.2952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0.3870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60F6D5-68FA-4067-8B3B-14788F3865B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69ABB3DE-CA85-4681-9807-C54C13F283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B0D0F7A6-9609-4F28-8D11-9173362805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B61517F7-592B-47D7-B9D4-C91594A634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96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441" y="5411703"/>
            <a:ext cx="2129625" cy="112315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707" y="1404461"/>
            <a:ext cx="2114377" cy="11034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050" y="3369170"/>
            <a:ext cx="2080179" cy="11026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53671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4626987"/>
            <a:ext cx="4453672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0006E6-4DC9-4D6B-A0F4-982942755965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/dg)_huber2</a:t>
            </a:r>
            <a:endParaRPr lang="ko-KR" altLang="en-US" sz="1050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AB4AB1-D0CB-489C-8F65-9813869AC487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9367729-6572-4303-8483-24437287B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226804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0.5169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0.1216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/>
                        <a:t>0.1515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0.9566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0.1153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0.1414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0.7191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0.2343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0.3122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996F11D0-7D12-42A1-BB2E-042E0567CC40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C9444A97-0014-4E52-96D5-B6D91F4AA8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4A34667-D2C6-41BE-A6F2-E927AEDAB6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4ED9013-2921-4D6D-927D-4E4015FB48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3E1FACB-BFCD-4AE8-A90A-75C149C50B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40550"/>
            <a:ext cx="4470398" cy="6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29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1659466" y="3429000"/>
            <a:ext cx="8873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+mj-ea"/>
                <a:ea typeface="+mj-ea"/>
              </a:rPr>
              <a:t>예측에 사용할 데이터를</a:t>
            </a:r>
            <a:endParaRPr lang="en-US" altLang="ko-KR" sz="2400" b="1" dirty="0">
              <a:latin typeface="+mj-ea"/>
              <a:ea typeface="+mj-ea"/>
            </a:endParaRPr>
          </a:p>
          <a:p>
            <a:pPr algn="ctr"/>
            <a:r>
              <a:rPr lang="ko-KR" altLang="en-US" sz="2400" b="1" dirty="0">
                <a:latin typeface="+mj-ea"/>
                <a:ea typeface="+mj-ea"/>
              </a:rPr>
              <a:t>학습시에 테스트이벤트로 사용하는 것은 좋지 못한 성능</a:t>
            </a:r>
            <a:endParaRPr lang="en-US" altLang="ko-KR" sz="2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04107-1014-4670-BE64-5E401CFE49A5}"/>
              </a:ext>
            </a:extLst>
          </p:cNvPr>
          <p:cNvSpPr txBox="1"/>
          <p:nvPr/>
        </p:nvSpPr>
        <p:spPr>
          <a:xfrm>
            <a:off x="622385" y="850612"/>
            <a:ext cx="8352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  <a:ea typeface="+mj-ea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1194267777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6172</TotalTime>
  <Words>2172</Words>
  <Application>Microsoft Office PowerPoint</Application>
  <PresentationFormat>와이드스크린</PresentationFormat>
  <Paragraphs>598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771</cp:revision>
  <dcterms:created xsi:type="dcterms:W3CDTF">2025-11-18T00:02:37Z</dcterms:created>
  <dcterms:modified xsi:type="dcterms:W3CDTF">2026-01-19T02:31:41Z</dcterms:modified>
</cp:coreProperties>
</file>