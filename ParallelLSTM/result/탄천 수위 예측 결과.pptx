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4" r:id="rId1"/>
    <p:sldMasterId id="2147483679" r:id="rId2"/>
    <p:sldMasterId id="2147483693" r:id="rId3"/>
    <p:sldMasterId id="2147483697" r:id="rId4"/>
    <p:sldMasterId id="2147483695" r:id="rId5"/>
  </p:sldMasterIdLst>
  <p:notesMasterIdLst>
    <p:notesMasterId r:id="rId9"/>
  </p:notesMasterIdLst>
  <p:sldIdLst>
    <p:sldId id="2573" r:id="rId6"/>
    <p:sldId id="2571" r:id="rId7"/>
    <p:sldId id="2572" r:id="rId8"/>
  </p:sldIdLst>
  <p:sldSz cx="10691813" cy="7559675"/>
  <p:notesSz cx="6797675" cy="9926638"/>
  <p:embeddedFontLst>
    <p:embeddedFont>
      <p:font typeface="AppleSDGothicNeoR00" panose="02000503000000000000" pitchFamily="2" charset="-127"/>
      <p:regular r:id="rId10"/>
    </p:embeddedFont>
    <p:embeddedFont>
      <p:font typeface="KoPubWorld돋움체 Bold" panose="00000800000000000000" pitchFamily="2" charset="-127"/>
      <p:bold r:id="rId11"/>
    </p:embeddedFont>
    <p:embeddedFont>
      <p:font typeface="맑은 고딕" panose="020B0503020000020004" pitchFamily="50" charset="-127"/>
      <p:regular r:id="rId12"/>
      <p:bold r:id="rId13"/>
    </p:embeddedFont>
    <p:embeddedFont>
      <p:font typeface="HY헤드라인M" panose="02030600000101010101" pitchFamily="18" charset="-127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94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328" userDrawn="1">
          <p15:clr>
            <a:srgbClr val="A4A3A4"/>
          </p15:clr>
        </p15:guide>
        <p15:guide id="4" orient="horz" pos="25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천우" initials="신" lastIdx="48" clrIdx="0">
    <p:extLst>
      <p:ext uri="{19B8F6BF-5375-455C-9EA6-DF929625EA0E}">
        <p15:presenceInfo xmlns:p15="http://schemas.microsoft.com/office/powerpoint/2012/main" userId="2aae8d1295f10d2a" providerId="Windows Live"/>
      </p:ext>
    </p:extLst>
  </p:cmAuthor>
  <p:cmAuthor id="2" name="슈퍼마인즈" initials="슈" lastIdx="4" clrIdx="1">
    <p:extLst>
      <p:ext uri="{19B8F6BF-5375-455C-9EA6-DF929625EA0E}">
        <p15:presenceInfo xmlns:p15="http://schemas.microsoft.com/office/powerpoint/2012/main" userId="슈퍼마인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BC3C"/>
    <a:srgbClr val="FFFFFF"/>
    <a:srgbClr val="6EFF10"/>
    <a:srgbClr val="4875B8"/>
    <a:srgbClr val="214781"/>
    <a:srgbClr val="191919"/>
    <a:srgbClr val="4C97A6"/>
    <a:srgbClr val="6AADBA"/>
    <a:srgbClr val="A5CDD5"/>
    <a:srgbClr val="747C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20" autoAdjust="0"/>
    <p:restoredTop sz="95052" autoAdjust="0"/>
  </p:normalViewPr>
  <p:slideViewPr>
    <p:cSldViewPr snapToGrid="0">
      <p:cViewPr varScale="1">
        <p:scale>
          <a:sx n="105" d="100"/>
          <a:sy n="105" d="100"/>
        </p:scale>
        <p:origin x="1674" y="102"/>
      </p:cViewPr>
      <p:guideLst>
        <p:guide orient="horz" pos="4694"/>
        <p:guide pos="3277"/>
        <p:guide pos="328"/>
        <p:guide orient="horz" pos="25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3C3197D8-F6D6-43BB-8358-D325F817C9A9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8369E449-3DBB-4562-919D-23E9AAAC9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85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575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39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51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96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42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jpg"/><Relationship Id="rId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2.jp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Masters/_rels/slideMaster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.jp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D84EDD7-D484-3398-8794-959E29D83E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9" r="26657"/>
          <a:stretch>
            <a:fillRect/>
          </a:stretch>
        </p:blipFill>
        <p:spPr>
          <a:xfrm flipH="1">
            <a:off x="5343456" y="10301"/>
            <a:ext cx="5343781" cy="5838586"/>
          </a:xfrm>
          <a:custGeom>
            <a:avLst/>
            <a:gdLst>
              <a:gd name="connsiteX0" fmla="*/ 0 w 5418511"/>
              <a:gd name="connsiteY0" fmla="*/ 0 h 5879490"/>
              <a:gd name="connsiteX1" fmla="*/ 5418511 w 5418511"/>
              <a:gd name="connsiteY1" fmla="*/ 0 h 5879490"/>
              <a:gd name="connsiteX2" fmla="*/ 1197080 w 5418511"/>
              <a:gd name="connsiteY2" fmla="*/ 5879490 h 5879490"/>
              <a:gd name="connsiteX3" fmla="*/ 0 w 5418511"/>
              <a:gd name="connsiteY3" fmla="*/ 5879490 h 587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511" h="5879490">
                <a:moveTo>
                  <a:pt x="0" y="0"/>
                </a:moveTo>
                <a:lnTo>
                  <a:pt x="5418511" y="0"/>
                </a:lnTo>
                <a:lnTo>
                  <a:pt x="1197080" y="5879490"/>
                </a:lnTo>
                <a:lnTo>
                  <a:pt x="0" y="5879490"/>
                </a:lnTo>
                <a:close/>
              </a:path>
            </a:pathLst>
          </a:cu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273FF5-716D-2440-0CE8-B04910392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98" t="1" b="24263"/>
          <a:stretch/>
        </p:blipFill>
        <p:spPr>
          <a:xfrm flipH="1">
            <a:off x="1290019" y="2915844"/>
            <a:ext cx="9401794" cy="4648810"/>
          </a:xfrm>
          <a:prstGeom prst="rect">
            <a:avLst/>
          </a:prstGeom>
        </p:spPr>
      </p:pic>
      <p:pic>
        <p:nvPicPr>
          <p:cNvPr id="9" name="그림 8" descr="실외, 밤, 옅은, 켜진이(가) 표시된 사진&#10;&#10;자동 생성된 설명">
            <a:extLst>
              <a:ext uri="{FF2B5EF4-FFF2-40B4-BE49-F238E27FC236}">
                <a16:creationId xmlns:a16="http://schemas.microsoft.com/office/drawing/2014/main" id="{09B08DDD-411A-04ED-CC16-E24D749FC3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5" t="7559" r="3854" b="47351"/>
          <a:stretch>
            <a:fillRect/>
          </a:stretch>
        </p:blipFill>
        <p:spPr>
          <a:xfrm flipH="1">
            <a:off x="-5825" y="-5454"/>
            <a:ext cx="7480682" cy="2981211"/>
          </a:xfrm>
          <a:custGeom>
            <a:avLst/>
            <a:gdLst>
              <a:gd name="connsiteX0" fmla="*/ 2246882 w 7797696"/>
              <a:gd name="connsiteY0" fmla="*/ 0 h 3076696"/>
              <a:gd name="connsiteX1" fmla="*/ 7797696 w 7797696"/>
              <a:gd name="connsiteY1" fmla="*/ 0 h 3076696"/>
              <a:gd name="connsiteX2" fmla="*/ 7797696 w 7797696"/>
              <a:gd name="connsiteY2" fmla="*/ 3076696 h 3076696"/>
              <a:gd name="connsiteX3" fmla="*/ 0 w 7797696"/>
              <a:gd name="connsiteY3" fmla="*/ 3076696 h 3076696"/>
              <a:gd name="connsiteX4" fmla="*/ 2246882 w 7797696"/>
              <a:gd name="connsiteY4" fmla="*/ 0 h 307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97696" h="3076696">
                <a:moveTo>
                  <a:pt x="2246882" y="0"/>
                </a:moveTo>
                <a:lnTo>
                  <a:pt x="7797696" y="0"/>
                </a:lnTo>
                <a:lnTo>
                  <a:pt x="7797696" y="3076696"/>
                </a:lnTo>
                <a:lnTo>
                  <a:pt x="0" y="3076696"/>
                </a:lnTo>
                <a:lnTo>
                  <a:pt x="2246882" y="0"/>
                </a:lnTo>
                <a:close/>
              </a:path>
            </a:pathLst>
          </a:cu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3B194401-6C7D-9E06-2025-AFDD3BE5E798}"/>
              </a:ext>
            </a:extLst>
          </p:cNvPr>
          <p:cNvSpPr/>
          <p:nvPr userDrawn="1"/>
        </p:nvSpPr>
        <p:spPr>
          <a:xfrm>
            <a:off x="7896815" y="85361"/>
            <a:ext cx="2323345" cy="2736237"/>
          </a:xfrm>
          <a:custGeom>
            <a:avLst/>
            <a:gdLst>
              <a:gd name="connsiteX0" fmla="*/ 3237139 w 3237139"/>
              <a:gd name="connsiteY0" fmla="*/ 0 h 3786187"/>
              <a:gd name="connsiteX1" fmla="*/ 2695272 w 3237139"/>
              <a:gd name="connsiteY1" fmla="*/ 0 h 3786187"/>
              <a:gd name="connsiteX2" fmla="*/ 0 w 3237139"/>
              <a:gd name="connsiteY2" fmla="*/ 3786187 h 3786187"/>
              <a:gd name="connsiteX3" fmla="*/ 541867 w 3237139"/>
              <a:gd name="connsiteY3" fmla="*/ 3786187 h 3786187"/>
              <a:gd name="connsiteX4" fmla="*/ 3237139 w 3237139"/>
              <a:gd name="connsiteY4" fmla="*/ 0 h 378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7139" h="3786187">
                <a:moveTo>
                  <a:pt x="3237139" y="0"/>
                </a:moveTo>
                <a:lnTo>
                  <a:pt x="2695272" y="0"/>
                </a:lnTo>
                <a:lnTo>
                  <a:pt x="0" y="3786187"/>
                </a:lnTo>
                <a:lnTo>
                  <a:pt x="541867" y="3786187"/>
                </a:lnTo>
                <a:lnTo>
                  <a:pt x="3237139" y="0"/>
                </a:lnTo>
                <a:close/>
              </a:path>
            </a:pathLst>
          </a:custGeom>
          <a:gradFill flip="none" rotWithShape="1">
            <a:gsLst>
              <a:gs pos="0">
                <a:srgbClr val="D5DCE6">
                  <a:alpha val="66000"/>
                </a:srgbClr>
              </a:gs>
              <a:gs pos="100000">
                <a:srgbClr val="FFFFF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457AE4C-6AE3-7D37-AA1E-21A1E27B481D}"/>
              </a:ext>
            </a:extLst>
          </p:cNvPr>
          <p:cNvGrpSpPr/>
          <p:nvPr userDrawn="1"/>
        </p:nvGrpSpPr>
        <p:grpSpPr>
          <a:xfrm flipH="1">
            <a:off x="3647401" y="-12634"/>
            <a:ext cx="5933128" cy="2988391"/>
            <a:chOff x="2506737" y="100061"/>
            <a:chExt cx="7574123" cy="3784665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53A3A32E-049C-4E3F-CC01-74AB727E4895}"/>
                </a:ext>
              </a:extLst>
            </p:cNvPr>
            <p:cNvSpPr/>
            <p:nvPr/>
          </p:nvSpPr>
          <p:spPr>
            <a:xfrm>
              <a:off x="5194799" y="2334818"/>
              <a:ext cx="2195967" cy="1549908"/>
            </a:xfrm>
            <a:custGeom>
              <a:avLst/>
              <a:gdLst>
                <a:gd name="connsiteX0" fmla="*/ 1097984 w 2195968"/>
                <a:gd name="connsiteY0" fmla="*/ 0 h 1549908"/>
                <a:gd name="connsiteX1" fmla="*/ 2195968 w 2195968"/>
                <a:gd name="connsiteY1" fmla="*/ 1542394 h 1549908"/>
                <a:gd name="connsiteX2" fmla="*/ 2190619 w 2195968"/>
                <a:gd name="connsiteY2" fmla="*/ 1549908 h 1549908"/>
                <a:gd name="connsiteX3" fmla="*/ 5349 w 2195968"/>
                <a:gd name="connsiteY3" fmla="*/ 1549908 h 1549908"/>
                <a:gd name="connsiteX4" fmla="*/ 0 w 2195968"/>
                <a:gd name="connsiteY4" fmla="*/ 1542394 h 154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5968" h="1549908">
                  <a:moveTo>
                    <a:pt x="1097984" y="0"/>
                  </a:moveTo>
                  <a:lnTo>
                    <a:pt x="2195968" y="1542394"/>
                  </a:lnTo>
                  <a:lnTo>
                    <a:pt x="2190619" y="1549908"/>
                  </a:lnTo>
                  <a:lnTo>
                    <a:pt x="5349" y="1549908"/>
                  </a:lnTo>
                  <a:lnTo>
                    <a:pt x="0" y="1542394"/>
                  </a:lnTo>
                  <a:close/>
                </a:path>
              </a:pathLst>
            </a:custGeom>
            <a:solidFill>
              <a:srgbClr val="3AB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962823B4-9148-E6DD-A14D-5DB625EE50E3}"/>
                </a:ext>
              </a:extLst>
            </p:cNvPr>
            <p:cNvSpPr/>
            <p:nvPr/>
          </p:nvSpPr>
          <p:spPr>
            <a:xfrm flipH="1">
              <a:off x="2506737" y="100061"/>
              <a:ext cx="3791220" cy="3783326"/>
            </a:xfrm>
            <a:custGeom>
              <a:avLst/>
              <a:gdLst>
                <a:gd name="connsiteX0" fmla="*/ 3791220 w 3791220"/>
                <a:gd name="connsiteY0" fmla="*/ 0 h 3783326"/>
                <a:gd name="connsiteX1" fmla="*/ 1595252 w 3791220"/>
                <a:gd name="connsiteY1" fmla="*/ 0 h 3783326"/>
                <a:gd name="connsiteX2" fmla="*/ 0 w 3791220"/>
                <a:gd name="connsiteY2" fmla="*/ 2240932 h 3783326"/>
                <a:gd name="connsiteX3" fmla="*/ 1097984 w 3791220"/>
                <a:gd name="connsiteY3" fmla="*/ 3783326 h 3783326"/>
                <a:gd name="connsiteX4" fmla="*/ 3791220 w 3791220"/>
                <a:gd name="connsiteY4" fmla="*/ 0 h 378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1220" h="3783326">
                  <a:moveTo>
                    <a:pt x="3791220" y="0"/>
                  </a:moveTo>
                  <a:lnTo>
                    <a:pt x="1595252" y="0"/>
                  </a:lnTo>
                  <a:lnTo>
                    <a:pt x="0" y="2240932"/>
                  </a:lnTo>
                  <a:lnTo>
                    <a:pt x="1097984" y="3783326"/>
                  </a:lnTo>
                  <a:lnTo>
                    <a:pt x="37912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BBBF0">
                    <a:alpha val="76000"/>
                  </a:srgbClr>
                </a:gs>
                <a:gs pos="100000">
                  <a:srgbClr val="D5DCE6">
                    <a:alpha val="9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625836BD-4754-8573-8B7A-5B1F5F3F79D2}"/>
                </a:ext>
              </a:extLst>
            </p:cNvPr>
            <p:cNvSpPr/>
            <p:nvPr/>
          </p:nvSpPr>
          <p:spPr>
            <a:xfrm flipH="1">
              <a:off x="6289640" y="100061"/>
              <a:ext cx="3791220" cy="3783326"/>
            </a:xfrm>
            <a:custGeom>
              <a:avLst/>
              <a:gdLst>
                <a:gd name="connsiteX0" fmla="*/ 2195968 w 3791220"/>
                <a:gd name="connsiteY0" fmla="*/ 0 h 3783326"/>
                <a:gd name="connsiteX1" fmla="*/ 0 w 3791220"/>
                <a:gd name="connsiteY1" fmla="*/ 0 h 3783326"/>
                <a:gd name="connsiteX2" fmla="*/ 2693236 w 3791220"/>
                <a:gd name="connsiteY2" fmla="*/ 3783326 h 3783326"/>
                <a:gd name="connsiteX3" fmla="*/ 3791220 w 3791220"/>
                <a:gd name="connsiteY3" fmla="*/ 2240932 h 3783326"/>
                <a:gd name="connsiteX4" fmla="*/ 2195968 w 3791220"/>
                <a:gd name="connsiteY4" fmla="*/ 0 h 378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1220" h="3783326">
                  <a:moveTo>
                    <a:pt x="2195968" y="0"/>
                  </a:moveTo>
                  <a:lnTo>
                    <a:pt x="0" y="0"/>
                  </a:lnTo>
                  <a:lnTo>
                    <a:pt x="2693236" y="3783326"/>
                  </a:lnTo>
                  <a:lnTo>
                    <a:pt x="3791220" y="2240932"/>
                  </a:lnTo>
                  <a:lnTo>
                    <a:pt x="2195968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99FDE">
                    <a:alpha val="38000"/>
                  </a:srgbClr>
                </a:gs>
                <a:gs pos="100000">
                  <a:srgbClr val="D5DCE6">
                    <a:alpha val="5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E24B85BF-8BD2-42C7-2907-8883C58D3099}"/>
              </a:ext>
            </a:extLst>
          </p:cNvPr>
          <p:cNvSpPr/>
          <p:nvPr userDrawn="1"/>
        </p:nvSpPr>
        <p:spPr>
          <a:xfrm>
            <a:off x="5945489" y="454117"/>
            <a:ext cx="2030095" cy="2053831"/>
          </a:xfrm>
          <a:custGeom>
            <a:avLst/>
            <a:gdLst>
              <a:gd name="connsiteX0" fmla="*/ 1605540 w 1605540"/>
              <a:gd name="connsiteY0" fmla="*/ 0 h 1613132"/>
              <a:gd name="connsiteX1" fmla="*/ 1148340 w 1605540"/>
              <a:gd name="connsiteY1" fmla="*/ 0 h 1613132"/>
              <a:gd name="connsiteX2" fmla="*/ 0 w 1605540"/>
              <a:gd name="connsiteY2" fmla="*/ 1613132 h 1613132"/>
              <a:gd name="connsiteX3" fmla="*/ 457200 w 1605540"/>
              <a:gd name="connsiteY3" fmla="*/ 1613132 h 1613132"/>
              <a:gd name="connsiteX4" fmla="*/ 1605540 w 1605540"/>
              <a:gd name="connsiteY4" fmla="*/ 0 h 161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40" h="1613132">
                <a:moveTo>
                  <a:pt x="1605540" y="0"/>
                </a:moveTo>
                <a:lnTo>
                  <a:pt x="1148340" y="0"/>
                </a:lnTo>
                <a:lnTo>
                  <a:pt x="0" y="1613132"/>
                </a:lnTo>
                <a:lnTo>
                  <a:pt x="457200" y="1613132"/>
                </a:lnTo>
                <a:lnTo>
                  <a:pt x="1605540" y="0"/>
                </a:lnTo>
                <a:close/>
              </a:path>
            </a:pathLst>
          </a:cu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A512AF6E-CF6C-1122-BBCE-0D1BA5655653}"/>
              </a:ext>
            </a:extLst>
          </p:cNvPr>
          <p:cNvSpPr/>
          <p:nvPr userDrawn="1"/>
        </p:nvSpPr>
        <p:spPr>
          <a:xfrm rot="10800000" flipH="1" flipV="1">
            <a:off x="1199165" y="6967729"/>
            <a:ext cx="9492649" cy="592383"/>
          </a:xfrm>
          <a:custGeom>
            <a:avLst/>
            <a:gdLst>
              <a:gd name="connsiteX0" fmla="*/ 0 w 9492649"/>
              <a:gd name="connsiteY0" fmla="*/ 592383 h 592383"/>
              <a:gd name="connsiteX1" fmla="*/ 3255665 w 9492649"/>
              <a:gd name="connsiteY1" fmla="*/ 592383 h 592383"/>
              <a:gd name="connsiteX2" fmla="*/ 6236984 w 9492649"/>
              <a:gd name="connsiteY2" fmla="*/ 592383 h 592383"/>
              <a:gd name="connsiteX3" fmla="*/ 9492649 w 9492649"/>
              <a:gd name="connsiteY3" fmla="*/ 592383 h 592383"/>
              <a:gd name="connsiteX4" fmla="*/ 9492649 w 9492649"/>
              <a:gd name="connsiteY4" fmla="*/ 0 h 592383"/>
              <a:gd name="connsiteX5" fmla="*/ 6236984 w 9492649"/>
              <a:gd name="connsiteY5" fmla="*/ 0 h 592383"/>
              <a:gd name="connsiteX6" fmla="*/ 3682609 w 9492649"/>
              <a:gd name="connsiteY6" fmla="*/ 0 h 592383"/>
              <a:gd name="connsiteX7" fmla="*/ 426944 w 9492649"/>
              <a:gd name="connsiteY7" fmla="*/ 0 h 59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2649" h="592383">
                <a:moveTo>
                  <a:pt x="0" y="592383"/>
                </a:moveTo>
                <a:lnTo>
                  <a:pt x="3255665" y="592383"/>
                </a:lnTo>
                <a:lnTo>
                  <a:pt x="6236984" y="592383"/>
                </a:lnTo>
                <a:lnTo>
                  <a:pt x="9492649" y="592383"/>
                </a:lnTo>
                <a:lnTo>
                  <a:pt x="9492649" y="0"/>
                </a:lnTo>
                <a:lnTo>
                  <a:pt x="6236984" y="0"/>
                </a:lnTo>
                <a:lnTo>
                  <a:pt x="3682609" y="0"/>
                </a:lnTo>
                <a:lnTo>
                  <a:pt x="426944" y="0"/>
                </a:lnTo>
                <a:close/>
              </a:path>
            </a:pathLst>
          </a:custGeom>
          <a:gradFill flip="none" rotWithShape="1">
            <a:gsLst>
              <a:gs pos="0">
                <a:srgbClr val="2BBBF0">
                  <a:alpha val="58000"/>
                </a:srgbClr>
              </a:gs>
              <a:gs pos="100000">
                <a:srgbClr val="D5DCE6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493F004-B868-DD7E-6F19-A357C30732AD}"/>
              </a:ext>
            </a:extLst>
          </p:cNvPr>
          <p:cNvGrpSpPr/>
          <p:nvPr userDrawn="1"/>
        </p:nvGrpSpPr>
        <p:grpSpPr>
          <a:xfrm>
            <a:off x="-4091" y="2971281"/>
            <a:ext cx="5975167" cy="4596937"/>
            <a:chOff x="2741079" y="3003508"/>
            <a:chExt cx="6067844" cy="4564709"/>
          </a:xfrm>
        </p:grpSpPr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C782B14B-4485-9E57-B541-BA55429D08DB}"/>
                </a:ext>
              </a:extLst>
            </p:cNvPr>
            <p:cNvSpPr/>
            <p:nvPr/>
          </p:nvSpPr>
          <p:spPr>
            <a:xfrm rot="10800000" flipH="1">
              <a:off x="2741079" y="3638101"/>
              <a:ext cx="3539270" cy="3930116"/>
            </a:xfrm>
            <a:custGeom>
              <a:avLst/>
              <a:gdLst>
                <a:gd name="connsiteX0" fmla="*/ 2706159 w 4115350"/>
                <a:gd name="connsiteY0" fmla="*/ 4569451 h 4569451"/>
                <a:gd name="connsiteX1" fmla="*/ 4115350 w 4115350"/>
                <a:gd name="connsiteY1" fmla="*/ 2614195 h 4569451"/>
                <a:gd name="connsiteX2" fmla="*/ 2231249 w 4115350"/>
                <a:gd name="connsiteY2" fmla="*/ 0 h 4569451"/>
                <a:gd name="connsiteX3" fmla="*/ 0 w 4115350"/>
                <a:gd name="connsiteY3" fmla="*/ 0 h 4569451"/>
                <a:gd name="connsiteX4" fmla="*/ 0 w 4115350"/>
                <a:gd name="connsiteY4" fmla="*/ 814649 h 4569451"/>
                <a:gd name="connsiteX5" fmla="*/ 2706159 w 4115350"/>
                <a:gd name="connsiteY5" fmla="*/ 4569451 h 456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5350" h="4569451">
                  <a:moveTo>
                    <a:pt x="2706159" y="4569451"/>
                  </a:moveTo>
                  <a:lnTo>
                    <a:pt x="4115350" y="2614195"/>
                  </a:lnTo>
                  <a:lnTo>
                    <a:pt x="2231249" y="0"/>
                  </a:lnTo>
                  <a:lnTo>
                    <a:pt x="0" y="0"/>
                  </a:lnTo>
                  <a:lnTo>
                    <a:pt x="0" y="814649"/>
                  </a:lnTo>
                  <a:lnTo>
                    <a:pt x="2706159" y="456945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5DCE6">
                    <a:alpha val="38000"/>
                  </a:srgbClr>
                </a:gs>
                <a:gs pos="100000">
                  <a:srgbClr val="B1BDCD">
                    <a:alpha val="3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E65EFEBC-F160-271B-2394-D79EB8F0BE72}"/>
                </a:ext>
              </a:extLst>
            </p:cNvPr>
            <p:cNvSpPr/>
            <p:nvPr/>
          </p:nvSpPr>
          <p:spPr>
            <a:xfrm rot="10800000">
              <a:off x="2750033" y="3008692"/>
              <a:ext cx="2771247" cy="1931922"/>
            </a:xfrm>
            <a:custGeom>
              <a:avLst/>
              <a:gdLst>
                <a:gd name="connsiteX0" fmla="*/ 1097984 w 2195968"/>
                <a:gd name="connsiteY0" fmla="*/ 0 h 1549908"/>
                <a:gd name="connsiteX1" fmla="*/ 2195968 w 2195968"/>
                <a:gd name="connsiteY1" fmla="*/ 1542394 h 1549908"/>
                <a:gd name="connsiteX2" fmla="*/ 2190619 w 2195968"/>
                <a:gd name="connsiteY2" fmla="*/ 1549908 h 1549908"/>
                <a:gd name="connsiteX3" fmla="*/ 5349 w 2195968"/>
                <a:gd name="connsiteY3" fmla="*/ 1549908 h 1549908"/>
                <a:gd name="connsiteX4" fmla="*/ 0 w 2195968"/>
                <a:gd name="connsiteY4" fmla="*/ 1542394 h 154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5968" h="1549908">
                  <a:moveTo>
                    <a:pt x="1097984" y="0"/>
                  </a:moveTo>
                  <a:lnTo>
                    <a:pt x="2195968" y="1542394"/>
                  </a:lnTo>
                  <a:lnTo>
                    <a:pt x="2190619" y="1549908"/>
                  </a:lnTo>
                  <a:lnTo>
                    <a:pt x="5349" y="1549908"/>
                  </a:lnTo>
                  <a:lnTo>
                    <a:pt x="0" y="154239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99FDE">
                    <a:alpha val="38000"/>
                  </a:srgbClr>
                </a:gs>
                <a:gs pos="100000">
                  <a:srgbClr val="A0AFC2">
                    <a:alpha val="5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0EB50743-E214-89E4-565D-EFC5573457F3}"/>
                </a:ext>
              </a:extLst>
            </p:cNvPr>
            <p:cNvSpPr/>
            <p:nvPr/>
          </p:nvSpPr>
          <p:spPr>
            <a:xfrm rot="10800000" flipH="1">
              <a:off x="4130454" y="3003508"/>
              <a:ext cx="4678469" cy="4546117"/>
            </a:xfrm>
            <a:custGeom>
              <a:avLst/>
              <a:gdLst>
                <a:gd name="connsiteX0" fmla="*/ 1409191 w 4702483"/>
                <a:gd name="connsiteY0" fmla="*/ 4569451 h 4569451"/>
                <a:gd name="connsiteX1" fmla="*/ 4702483 w 4702483"/>
                <a:gd name="connsiteY1" fmla="*/ 0 h 4569451"/>
                <a:gd name="connsiteX2" fmla="*/ 1884100 w 4702483"/>
                <a:gd name="connsiteY2" fmla="*/ 0 h 4569451"/>
                <a:gd name="connsiteX3" fmla="*/ 0 w 4702483"/>
                <a:gd name="connsiteY3" fmla="*/ 2614195 h 4569451"/>
                <a:gd name="connsiteX4" fmla="*/ 1409191 w 4702483"/>
                <a:gd name="connsiteY4" fmla="*/ 4569451 h 456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2483" h="4569451">
                  <a:moveTo>
                    <a:pt x="1409191" y="4569451"/>
                  </a:moveTo>
                  <a:lnTo>
                    <a:pt x="4702483" y="0"/>
                  </a:lnTo>
                  <a:lnTo>
                    <a:pt x="1884100" y="0"/>
                  </a:lnTo>
                  <a:lnTo>
                    <a:pt x="0" y="2614195"/>
                  </a:lnTo>
                  <a:lnTo>
                    <a:pt x="1409191" y="456945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BBBF0">
                    <a:alpha val="48000"/>
                  </a:srgbClr>
                </a:gs>
                <a:gs pos="100000">
                  <a:srgbClr val="D5DCE6">
                    <a:alpha val="2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AFF1A55-CF23-A910-E60F-CD8DD590878E}"/>
              </a:ext>
            </a:extLst>
          </p:cNvPr>
          <p:cNvSpPr/>
          <p:nvPr userDrawn="1"/>
        </p:nvSpPr>
        <p:spPr>
          <a:xfrm>
            <a:off x="3198559" y="2981214"/>
            <a:ext cx="4026053" cy="4708907"/>
          </a:xfrm>
          <a:custGeom>
            <a:avLst/>
            <a:gdLst>
              <a:gd name="connsiteX0" fmla="*/ 3237139 w 3237139"/>
              <a:gd name="connsiteY0" fmla="*/ 0 h 3786187"/>
              <a:gd name="connsiteX1" fmla="*/ 2695272 w 3237139"/>
              <a:gd name="connsiteY1" fmla="*/ 0 h 3786187"/>
              <a:gd name="connsiteX2" fmla="*/ 0 w 3237139"/>
              <a:gd name="connsiteY2" fmla="*/ 3786187 h 3786187"/>
              <a:gd name="connsiteX3" fmla="*/ 541867 w 3237139"/>
              <a:gd name="connsiteY3" fmla="*/ 3786187 h 3786187"/>
              <a:gd name="connsiteX4" fmla="*/ 3237139 w 3237139"/>
              <a:gd name="connsiteY4" fmla="*/ 0 h 378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7139" h="3786187">
                <a:moveTo>
                  <a:pt x="3237139" y="0"/>
                </a:moveTo>
                <a:lnTo>
                  <a:pt x="2695272" y="0"/>
                </a:lnTo>
                <a:lnTo>
                  <a:pt x="0" y="3786187"/>
                </a:lnTo>
                <a:lnTo>
                  <a:pt x="541867" y="3786187"/>
                </a:lnTo>
                <a:lnTo>
                  <a:pt x="3237139" y="0"/>
                </a:lnTo>
                <a:close/>
              </a:path>
            </a:pathLst>
          </a:custGeom>
          <a:gradFill flip="none" rotWithShape="1">
            <a:gsLst>
              <a:gs pos="2000">
                <a:srgbClr val="D5DCE6">
                  <a:alpha val="14000"/>
                </a:srgbClr>
              </a:gs>
              <a:gs pos="100000">
                <a:srgbClr val="FFFFFF">
                  <a:alpha val="26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EDA9651-9734-5C56-20A3-3E21E54684DC}"/>
              </a:ext>
            </a:extLst>
          </p:cNvPr>
          <p:cNvSpPr/>
          <p:nvPr userDrawn="1"/>
        </p:nvSpPr>
        <p:spPr>
          <a:xfrm>
            <a:off x="0" y="2981214"/>
            <a:ext cx="3539270" cy="4543649"/>
          </a:xfrm>
          <a:custGeom>
            <a:avLst/>
            <a:gdLst>
              <a:gd name="connsiteX0" fmla="*/ 3352129 w 3617465"/>
              <a:gd name="connsiteY0" fmla="*/ 0 h 4708907"/>
              <a:gd name="connsiteX1" fmla="*/ 3617465 w 3617465"/>
              <a:gd name="connsiteY1" fmla="*/ 0 h 4708907"/>
              <a:gd name="connsiteX2" fmla="*/ 265336 w 3617465"/>
              <a:gd name="connsiteY2" fmla="*/ 4708907 h 4708907"/>
              <a:gd name="connsiteX3" fmla="*/ 0 w 3617465"/>
              <a:gd name="connsiteY3" fmla="*/ 4708907 h 47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465" h="4708907">
                <a:moveTo>
                  <a:pt x="3352129" y="0"/>
                </a:moveTo>
                <a:lnTo>
                  <a:pt x="3617465" y="0"/>
                </a:lnTo>
                <a:lnTo>
                  <a:pt x="265336" y="4708907"/>
                </a:lnTo>
                <a:lnTo>
                  <a:pt x="0" y="4708907"/>
                </a:lnTo>
                <a:close/>
              </a:path>
            </a:pathLst>
          </a:custGeom>
          <a:gradFill flip="none" rotWithShape="1">
            <a:gsLst>
              <a:gs pos="2000">
                <a:srgbClr val="D5DCE6">
                  <a:alpha val="6000"/>
                </a:srgbClr>
              </a:gs>
              <a:gs pos="100000">
                <a:srgbClr val="FFFFFF">
                  <a:alpha val="16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802E2E27-C790-64C4-75F8-4CB2B9FFEED6}"/>
              </a:ext>
            </a:extLst>
          </p:cNvPr>
          <p:cNvSpPr/>
          <p:nvPr userDrawn="1"/>
        </p:nvSpPr>
        <p:spPr>
          <a:xfrm rot="10800000">
            <a:off x="1824830" y="2979714"/>
            <a:ext cx="1923070" cy="1315929"/>
          </a:xfrm>
          <a:custGeom>
            <a:avLst/>
            <a:gdLst>
              <a:gd name="connsiteX0" fmla="*/ 1097984 w 2195968"/>
              <a:gd name="connsiteY0" fmla="*/ 0 h 1549908"/>
              <a:gd name="connsiteX1" fmla="*/ 2195968 w 2195968"/>
              <a:gd name="connsiteY1" fmla="*/ 1542394 h 1549908"/>
              <a:gd name="connsiteX2" fmla="*/ 2190619 w 2195968"/>
              <a:gd name="connsiteY2" fmla="*/ 1549908 h 1549908"/>
              <a:gd name="connsiteX3" fmla="*/ 5349 w 2195968"/>
              <a:gd name="connsiteY3" fmla="*/ 1549908 h 1549908"/>
              <a:gd name="connsiteX4" fmla="*/ 0 w 2195968"/>
              <a:gd name="connsiteY4" fmla="*/ 1542394 h 154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68" h="1549908">
                <a:moveTo>
                  <a:pt x="1097984" y="0"/>
                </a:moveTo>
                <a:lnTo>
                  <a:pt x="2195968" y="1542394"/>
                </a:lnTo>
                <a:lnTo>
                  <a:pt x="2190619" y="1549908"/>
                </a:lnTo>
                <a:lnTo>
                  <a:pt x="5349" y="1549908"/>
                </a:lnTo>
                <a:lnTo>
                  <a:pt x="0" y="1542394"/>
                </a:lnTo>
                <a:close/>
              </a:path>
            </a:pathLst>
          </a:custGeom>
          <a:gradFill flip="none" rotWithShape="1">
            <a:gsLst>
              <a:gs pos="0">
                <a:srgbClr val="099FDE">
                  <a:alpha val="52000"/>
                </a:srgbClr>
              </a:gs>
              <a:gs pos="100000">
                <a:srgbClr val="A0AFC2">
                  <a:alpha val="6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0EBFC5-4F44-DBD2-D1D6-0DE01F067016}"/>
              </a:ext>
            </a:extLst>
          </p:cNvPr>
          <p:cNvSpPr/>
          <p:nvPr userDrawn="1"/>
        </p:nvSpPr>
        <p:spPr>
          <a:xfrm>
            <a:off x="1116903" y="3410674"/>
            <a:ext cx="196239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532067">
              <a:buClr>
                <a:srgbClr val="000066"/>
              </a:buClr>
              <a:buSzPct val="100000"/>
              <a:defRPr/>
            </a:pPr>
            <a:r>
              <a:rPr lang="en-US" altLang="ko-KR" sz="3200" dirty="0">
                <a:ln>
                  <a:solidFill>
                    <a:srgbClr val="66FFFF">
                      <a:alpha val="0"/>
                    </a:srgbClr>
                  </a:solidFill>
                </a:ln>
                <a:solidFill>
                  <a:srgbClr val="CC0000"/>
                </a:solidFill>
                <a:effectLst>
                  <a:glow rad="101600">
                    <a:schemeClr val="accent5">
                      <a:lumMod val="20000"/>
                      <a:lumOff val="80000"/>
                      <a:alpha val="40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Table</a:t>
            </a:r>
            <a:r>
              <a:rPr lang="ko-KR" altLang="en-US" sz="3200" dirty="0">
                <a:ln>
                  <a:solidFill>
                    <a:srgbClr val="66FFFF">
                      <a:alpha val="0"/>
                    </a:srgbClr>
                  </a:solidFill>
                </a:ln>
                <a:solidFill>
                  <a:srgbClr val="CC0000"/>
                </a:solidFill>
                <a:effectLst>
                  <a:glow rad="101600">
                    <a:schemeClr val="accent5">
                      <a:lumMod val="20000"/>
                      <a:lumOff val="80000"/>
                      <a:alpha val="40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3200" dirty="0">
                <a:ln>
                  <a:solidFill>
                    <a:srgbClr val="66FFFF">
                      <a:alpha val="0"/>
                    </a:srgbClr>
                  </a:solidFill>
                </a:ln>
                <a:solidFill>
                  <a:srgbClr val="CC0000"/>
                </a:solidFill>
                <a:effectLst>
                  <a:glow rad="101600">
                    <a:schemeClr val="accent5">
                      <a:lumMod val="20000"/>
                      <a:lumOff val="80000"/>
                      <a:alpha val="40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of</a:t>
            </a:r>
          </a:p>
          <a:p>
            <a:pPr indent="-532067">
              <a:buClr>
                <a:srgbClr val="000066"/>
              </a:buClr>
              <a:buSzPct val="100000"/>
              <a:defRPr/>
            </a:pPr>
            <a:r>
              <a:rPr lang="en-US" altLang="ko-KR" sz="3200" dirty="0">
                <a:ln>
                  <a:solidFill>
                    <a:srgbClr val="66FFFF">
                      <a:alpha val="0"/>
                    </a:srgbClr>
                  </a:solidFill>
                </a:ln>
                <a:solidFill>
                  <a:srgbClr val="CC0000"/>
                </a:solidFill>
                <a:effectLst>
                  <a:glow rad="101600">
                    <a:schemeClr val="accent5">
                      <a:lumMod val="20000"/>
                      <a:lumOff val="80000"/>
                      <a:alpha val="40000"/>
                    </a:schemeClr>
                  </a:glo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Contents</a:t>
            </a:r>
            <a:endParaRPr lang="ko-KR" altLang="ko-KR" sz="3200" dirty="0">
              <a:ln>
                <a:solidFill>
                  <a:srgbClr val="66FFFF">
                    <a:alpha val="0"/>
                  </a:srgbClr>
                </a:solidFill>
              </a:ln>
              <a:solidFill>
                <a:srgbClr val="CC0000"/>
              </a:solidFill>
              <a:effectLst>
                <a:glow rad="101600">
                  <a:schemeClr val="accent5">
                    <a:lumMod val="20000"/>
                    <a:lumOff val="80000"/>
                    <a:alpha val="40000"/>
                  </a:schemeClr>
                </a:glo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36A455EA-57DB-99C1-D8E5-36F2298A31C2}"/>
              </a:ext>
            </a:extLst>
          </p:cNvPr>
          <p:cNvSpPr/>
          <p:nvPr userDrawn="1"/>
        </p:nvSpPr>
        <p:spPr>
          <a:xfrm rot="10800000">
            <a:off x="40800" y="3771249"/>
            <a:ext cx="2030095" cy="2053831"/>
          </a:xfrm>
          <a:custGeom>
            <a:avLst/>
            <a:gdLst>
              <a:gd name="connsiteX0" fmla="*/ 1605540 w 1605540"/>
              <a:gd name="connsiteY0" fmla="*/ 0 h 1613132"/>
              <a:gd name="connsiteX1" fmla="*/ 1148340 w 1605540"/>
              <a:gd name="connsiteY1" fmla="*/ 0 h 1613132"/>
              <a:gd name="connsiteX2" fmla="*/ 0 w 1605540"/>
              <a:gd name="connsiteY2" fmla="*/ 1613132 h 1613132"/>
              <a:gd name="connsiteX3" fmla="*/ 457200 w 1605540"/>
              <a:gd name="connsiteY3" fmla="*/ 1613132 h 1613132"/>
              <a:gd name="connsiteX4" fmla="*/ 1605540 w 1605540"/>
              <a:gd name="connsiteY4" fmla="*/ 0 h 161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40" h="1613132">
                <a:moveTo>
                  <a:pt x="1605540" y="0"/>
                </a:moveTo>
                <a:lnTo>
                  <a:pt x="1148340" y="0"/>
                </a:lnTo>
                <a:lnTo>
                  <a:pt x="0" y="1613132"/>
                </a:lnTo>
                <a:lnTo>
                  <a:pt x="457200" y="1613132"/>
                </a:lnTo>
                <a:lnTo>
                  <a:pt x="1605540" y="0"/>
                </a:lnTo>
                <a:close/>
              </a:path>
            </a:pathLst>
          </a:custGeom>
          <a:gradFill>
            <a:gsLst>
              <a:gs pos="0">
                <a:srgbClr val="099FDE">
                  <a:alpha val="14000"/>
                </a:srgbClr>
              </a:gs>
              <a:gs pos="100000">
                <a:srgbClr val="A0AFC2">
                  <a:alpha val="6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D3900C5-7A93-04C6-45D1-66E85B8C34A6}"/>
              </a:ext>
            </a:extLst>
          </p:cNvPr>
          <p:cNvGrpSpPr/>
          <p:nvPr userDrawn="1"/>
        </p:nvGrpSpPr>
        <p:grpSpPr>
          <a:xfrm>
            <a:off x="23649" y="2651760"/>
            <a:ext cx="10668164" cy="656406"/>
            <a:chOff x="23649" y="2651760"/>
            <a:chExt cx="10668164" cy="656406"/>
          </a:xfrm>
        </p:grpSpPr>
        <p:pic>
          <p:nvPicPr>
            <p:cNvPr id="27" name="Picture 66" descr="eee-01">
              <a:extLst>
                <a:ext uri="{FF2B5EF4-FFF2-40B4-BE49-F238E27FC236}">
                  <a16:creationId xmlns:a16="http://schemas.microsoft.com/office/drawing/2014/main" id="{FEF5690F-4655-76A8-944E-52C1D62D6A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alphaModFix amt="4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5719" b="23"/>
            <a:stretch/>
          </p:blipFill>
          <p:spPr bwMode="auto">
            <a:xfrm rot="5400000">
              <a:off x="2665098" y="10311"/>
              <a:ext cx="336884" cy="5619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66" descr="eee-01">
              <a:extLst>
                <a:ext uri="{FF2B5EF4-FFF2-40B4-BE49-F238E27FC236}">
                  <a16:creationId xmlns:a16="http://schemas.microsoft.com/office/drawing/2014/main" id="{A1C9C51F-5BE8-42C3-9903-C42BB49452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5719" b="23"/>
            <a:stretch/>
          </p:blipFill>
          <p:spPr bwMode="auto">
            <a:xfrm rot="16200000">
              <a:off x="7921627" y="537979"/>
              <a:ext cx="336884" cy="5203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204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3086DCF-9B4B-1738-89C1-2A8FCF3CA2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9" r="26657"/>
          <a:stretch>
            <a:fillRect/>
          </a:stretch>
        </p:blipFill>
        <p:spPr>
          <a:xfrm>
            <a:off x="-1250" y="10143"/>
            <a:ext cx="5418511" cy="5879490"/>
          </a:xfrm>
          <a:custGeom>
            <a:avLst/>
            <a:gdLst>
              <a:gd name="connsiteX0" fmla="*/ 0 w 5418511"/>
              <a:gd name="connsiteY0" fmla="*/ 0 h 5879490"/>
              <a:gd name="connsiteX1" fmla="*/ 5418511 w 5418511"/>
              <a:gd name="connsiteY1" fmla="*/ 0 h 5879490"/>
              <a:gd name="connsiteX2" fmla="*/ 1197080 w 5418511"/>
              <a:gd name="connsiteY2" fmla="*/ 5879490 h 5879490"/>
              <a:gd name="connsiteX3" fmla="*/ 0 w 5418511"/>
              <a:gd name="connsiteY3" fmla="*/ 5879490 h 587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511" h="5879490">
                <a:moveTo>
                  <a:pt x="0" y="0"/>
                </a:moveTo>
                <a:lnTo>
                  <a:pt x="5418511" y="0"/>
                </a:lnTo>
                <a:lnTo>
                  <a:pt x="1197080" y="5879490"/>
                </a:lnTo>
                <a:lnTo>
                  <a:pt x="0" y="5879490"/>
                </a:lnTo>
                <a:close/>
              </a:path>
            </a:pathLst>
          </a:custGeom>
        </p:spPr>
      </p:pic>
      <p:pic>
        <p:nvPicPr>
          <p:cNvPr id="3" name="그림 2" descr="실외, 밤, 옅은, 켜진이(가) 표시된 사진&#10;&#10;자동 생성된 설명">
            <a:extLst>
              <a:ext uri="{FF2B5EF4-FFF2-40B4-BE49-F238E27FC236}">
                <a16:creationId xmlns:a16="http://schemas.microsoft.com/office/drawing/2014/main" id="{3D9CC41F-9515-CBE6-DF38-7C7BC8DC94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5" t="7559" r="3854" b="47351"/>
          <a:stretch>
            <a:fillRect/>
          </a:stretch>
        </p:blipFill>
        <p:spPr>
          <a:xfrm>
            <a:off x="3158862" y="-5503"/>
            <a:ext cx="7532951" cy="2982738"/>
          </a:xfrm>
          <a:custGeom>
            <a:avLst/>
            <a:gdLst>
              <a:gd name="connsiteX0" fmla="*/ 2246882 w 7797696"/>
              <a:gd name="connsiteY0" fmla="*/ 0 h 3076696"/>
              <a:gd name="connsiteX1" fmla="*/ 7797696 w 7797696"/>
              <a:gd name="connsiteY1" fmla="*/ 0 h 3076696"/>
              <a:gd name="connsiteX2" fmla="*/ 7797696 w 7797696"/>
              <a:gd name="connsiteY2" fmla="*/ 3076696 h 3076696"/>
              <a:gd name="connsiteX3" fmla="*/ 0 w 7797696"/>
              <a:gd name="connsiteY3" fmla="*/ 3076696 h 3076696"/>
              <a:gd name="connsiteX4" fmla="*/ 2246882 w 7797696"/>
              <a:gd name="connsiteY4" fmla="*/ 0 h 307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97696" h="3076696">
                <a:moveTo>
                  <a:pt x="2246882" y="0"/>
                </a:moveTo>
                <a:lnTo>
                  <a:pt x="7797696" y="0"/>
                </a:lnTo>
                <a:lnTo>
                  <a:pt x="7797696" y="3076696"/>
                </a:lnTo>
                <a:lnTo>
                  <a:pt x="0" y="3076696"/>
                </a:lnTo>
                <a:lnTo>
                  <a:pt x="2246882" y="0"/>
                </a:lnTo>
                <a:close/>
              </a:path>
            </a:pathLst>
          </a:cu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35099D2-12C0-A926-4032-F93FB0A7A9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98" t="1" b="24263"/>
          <a:stretch/>
        </p:blipFill>
        <p:spPr>
          <a:xfrm flipH="1">
            <a:off x="1290019" y="2969082"/>
            <a:ext cx="9401794" cy="4595571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04C5F4D9-F0F6-4E44-AA1F-F2BDD649A30B}"/>
              </a:ext>
            </a:extLst>
          </p:cNvPr>
          <p:cNvSpPr/>
          <p:nvPr userDrawn="1"/>
        </p:nvSpPr>
        <p:spPr>
          <a:xfrm rot="10800000" flipH="1" flipV="1">
            <a:off x="1199165" y="2981656"/>
            <a:ext cx="9492649" cy="592383"/>
          </a:xfrm>
          <a:custGeom>
            <a:avLst/>
            <a:gdLst>
              <a:gd name="connsiteX0" fmla="*/ 0 w 9492649"/>
              <a:gd name="connsiteY0" fmla="*/ 592383 h 592383"/>
              <a:gd name="connsiteX1" fmla="*/ 3255665 w 9492649"/>
              <a:gd name="connsiteY1" fmla="*/ 592383 h 592383"/>
              <a:gd name="connsiteX2" fmla="*/ 6236984 w 9492649"/>
              <a:gd name="connsiteY2" fmla="*/ 592383 h 592383"/>
              <a:gd name="connsiteX3" fmla="*/ 9492649 w 9492649"/>
              <a:gd name="connsiteY3" fmla="*/ 592383 h 592383"/>
              <a:gd name="connsiteX4" fmla="*/ 9492649 w 9492649"/>
              <a:gd name="connsiteY4" fmla="*/ 0 h 592383"/>
              <a:gd name="connsiteX5" fmla="*/ 6236984 w 9492649"/>
              <a:gd name="connsiteY5" fmla="*/ 0 h 592383"/>
              <a:gd name="connsiteX6" fmla="*/ 3682609 w 9492649"/>
              <a:gd name="connsiteY6" fmla="*/ 0 h 592383"/>
              <a:gd name="connsiteX7" fmla="*/ 426944 w 9492649"/>
              <a:gd name="connsiteY7" fmla="*/ 0 h 59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2649" h="592383">
                <a:moveTo>
                  <a:pt x="0" y="592383"/>
                </a:moveTo>
                <a:lnTo>
                  <a:pt x="3255665" y="592383"/>
                </a:lnTo>
                <a:lnTo>
                  <a:pt x="6236984" y="592383"/>
                </a:lnTo>
                <a:lnTo>
                  <a:pt x="9492649" y="592383"/>
                </a:lnTo>
                <a:lnTo>
                  <a:pt x="9492649" y="0"/>
                </a:lnTo>
                <a:lnTo>
                  <a:pt x="6236984" y="0"/>
                </a:lnTo>
                <a:lnTo>
                  <a:pt x="3682609" y="0"/>
                </a:lnTo>
                <a:lnTo>
                  <a:pt x="426944" y="0"/>
                </a:lnTo>
                <a:close/>
              </a:path>
            </a:pathLst>
          </a:custGeom>
          <a:gradFill flip="none" rotWithShape="1">
            <a:gsLst>
              <a:gs pos="0">
                <a:srgbClr val="2BBBF0">
                  <a:alpha val="58000"/>
                </a:srgbClr>
              </a:gs>
              <a:gs pos="100000">
                <a:srgbClr val="D5DCE6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4939B33-97F5-96C5-2303-EA0F5C0D3D20}"/>
              </a:ext>
            </a:extLst>
          </p:cNvPr>
          <p:cNvSpPr/>
          <p:nvPr userDrawn="1"/>
        </p:nvSpPr>
        <p:spPr>
          <a:xfrm>
            <a:off x="-144490" y="2981214"/>
            <a:ext cx="4026053" cy="4708907"/>
          </a:xfrm>
          <a:custGeom>
            <a:avLst/>
            <a:gdLst>
              <a:gd name="connsiteX0" fmla="*/ 3237139 w 3237139"/>
              <a:gd name="connsiteY0" fmla="*/ 0 h 3786187"/>
              <a:gd name="connsiteX1" fmla="*/ 2695272 w 3237139"/>
              <a:gd name="connsiteY1" fmla="*/ 0 h 3786187"/>
              <a:gd name="connsiteX2" fmla="*/ 0 w 3237139"/>
              <a:gd name="connsiteY2" fmla="*/ 3786187 h 3786187"/>
              <a:gd name="connsiteX3" fmla="*/ 541867 w 3237139"/>
              <a:gd name="connsiteY3" fmla="*/ 3786187 h 3786187"/>
              <a:gd name="connsiteX4" fmla="*/ 3237139 w 3237139"/>
              <a:gd name="connsiteY4" fmla="*/ 0 h 378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7139" h="3786187">
                <a:moveTo>
                  <a:pt x="3237139" y="0"/>
                </a:moveTo>
                <a:lnTo>
                  <a:pt x="2695272" y="0"/>
                </a:lnTo>
                <a:lnTo>
                  <a:pt x="0" y="3786187"/>
                </a:lnTo>
                <a:lnTo>
                  <a:pt x="541867" y="3786187"/>
                </a:lnTo>
                <a:lnTo>
                  <a:pt x="3237139" y="0"/>
                </a:lnTo>
                <a:close/>
              </a:path>
            </a:pathLst>
          </a:custGeom>
          <a:gradFill flip="none" rotWithShape="1">
            <a:gsLst>
              <a:gs pos="2000">
                <a:srgbClr val="D5DCE6">
                  <a:alpha val="14000"/>
                </a:srgbClr>
              </a:gs>
              <a:gs pos="100000">
                <a:srgbClr val="FFFFFF">
                  <a:alpha val="26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317D2B8-DE69-6CFA-54E1-1709FBE1D99B}"/>
              </a:ext>
            </a:extLst>
          </p:cNvPr>
          <p:cNvGrpSpPr/>
          <p:nvPr userDrawn="1"/>
        </p:nvGrpSpPr>
        <p:grpSpPr>
          <a:xfrm>
            <a:off x="55617" y="-5503"/>
            <a:ext cx="6626697" cy="2989944"/>
            <a:chOff x="1799042" y="-5503"/>
            <a:chExt cx="6594999" cy="2975642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467A1E83-2F2D-B2C2-3F60-EAC9FFB3C552}"/>
                </a:ext>
              </a:extLst>
            </p:cNvPr>
            <p:cNvSpPr/>
            <p:nvPr/>
          </p:nvSpPr>
          <p:spPr>
            <a:xfrm flipH="1">
              <a:off x="1799042" y="71624"/>
              <a:ext cx="2323345" cy="2717405"/>
            </a:xfrm>
            <a:custGeom>
              <a:avLst/>
              <a:gdLst>
                <a:gd name="connsiteX0" fmla="*/ 3237139 w 3237139"/>
                <a:gd name="connsiteY0" fmla="*/ 0 h 3786187"/>
                <a:gd name="connsiteX1" fmla="*/ 2695272 w 3237139"/>
                <a:gd name="connsiteY1" fmla="*/ 0 h 3786187"/>
                <a:gd name="connsiteX2" fmla="*/ 0 w 3237139"/>
                <a:gd name="connsiteY2" fmla="*/ 3786187 h 3786187"/>
                <a:gd name="connsiteX3" fmla="*/ 541867 w 3237139"/>
                <a:gd name="connsiteY3" fmla="*/ 3786187 h 3786187"/>
                <a:gd name="connsiteX4" fmla="*/ 3237139 w 3237139"/>
                <a:gd name="connsiteY4" fmla="*/ 0 h 378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7139" h="3786187">
                  <a:moveTo>
                    <a:pt x="3237139" y="0"/>
                  </a:moveTo>
                  <a:lnTo>
                    <a:pt x="2695272" y="0"/>
                  </a:lnTo>
                  <a:lnTo>
                    <a:pt x="0" y="3786187"/>
                  </a:lnTo>
                  <a:lnTo>
                    <a:pt x="541867" y="3786187"/>
                  </a:lnTo>
                  <a:lnTo>
                    <a:pt x="32371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5DCE6">
                    <a:alpha val="66000"/>
                  </a:srgbClr>
                </a:gs>
                <a:gs pos="100000">
                  <a:srgbClr val="FFFFFF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C9E2BEB-D272-7E45-93B7-AED025C4B098}"/>
                </a:ext>
              </a:extLst>
            </p:cNvPr>
            <p:cNvGrpSpPr/>
            <p:nvPr/>
          </p:nvGrpSpPr>
          <p:grpSpPr>
            <a:xfrm>
              <a:off x="2353602" y="-5503"/>
              <a:ext cx="6040439" cy="2975642"/>
              <a:chOff x="2506737" y="100061"/>
              <a:chExt cx="7574123" cy="3784665"/>
            </a:xfrm>
          </p:grpSpPr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D94AA000-D721-67F4-9F1E-11A1EC0B641D}"/>
                  </a:ext>
                </a:extLst>
              </p:cNvPr>
              <p:cNvSpPr/>
              <p:nvPr/>
            </p:nvSpPr>
            <p:spPr>
              <a:xfrm>
                <a:off x="5194799" y="2334818"/>
                <a:ext cx="2195967" cy="1549908"/>
              </a:xfrm>
              <a:custGeom>
                <a:avLst/>
                <a:gdLst>
                  <a:gd name="connsiteX0" fmla="*/ 1097984 w 2195968"/>
                  <a:gd name="connsiteY0" fmla="*/ 0 h 1549908"/>
                  <a:gd name="connsiteX1" fmla="*/ 2195968 w 2195968"/>
                  <a:gd name="connsiteY1" fmla="*/ 1542394 h 1549908"/>
                  <a:gd name="connsiteX2" fmla="*/ 2190619 w 2195968"/>
                  <a:gd name="connsiteY2" fmla="*/ 1549908 h 1549908"/>
                  <a:gd name="connsiteX3" fmla="*/ 5349 w 2195968"/>
                  <a:gd name="connsiteY3" fmla="*/ 1549908 h 1549908"/>
                  <a:gd name="connsiteX4" fmla="*/ 0 w 2195968"/>
                  <a:gd name="connsiteY4" fmla="*/ 1542394 h 1549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5968" h="1549908">
                    <a:moveTo>
                      <a:pt x="1097984" y="0"/>
                    </a:moveTo>
                    <a:lnTo>
                      <a:pt x="2195968" y="1542394"/>
                    </a:lnTo>
                    <a:lnTo>
                      <a:pt x="2190619" y="1549908"/>
                    </a:lnTo>
                    <a:lnTo>
                      <a:pt x="5349" y="1549908"/>
                    </a:lnTo>
                    <a:lnTo>
                      <a:pt x="0" y="1542394"/>
                    </a:lnTo>
                    <a:close/>
                  </a:path>
                </a:pathLst>
              </a:custGeom>
              <a:solidFill>
                <a:srgbClr val="3AB2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D2B5B187-C4EE-5299-39FC-65E76D62C500}"/>
                  </a:ext>
                </a:extLst>
              </p:cNvPr>
              <p:cNvSpPr/>
              <p:nvPr/>
            </p:nvSpPr>
            <p:spPr>
              <a:xfrm flipH="1">
                <a:off x="2506737" y="100061"/>
                <a:ext cx="3791220" cy="3783326"/>
              </a:xfrm>
              <a:custGeom>
                <a:avLst/>
                <a:gdLst>
                  <a:gd name="connsiteX0" fmla="*/ 3791220 w 3791220"/>
                  <a:gd name="connsiteY0" fmla="*/ 0 h 3783326"/>
                  <a:gd name="connsiteX1" fmla="*/ 1595252 w 3791220"/>
                  <a:gd name="connsiteY1" fmla="*/ 0 h 3783326"/>
                  <a:gd name="connsiteX2" fmla="*/ 0 w 3791220"/>
                  <a:gd name="connsiteY2" fmla="*/ 2240932 h 3783326"/>
                  <a:gd name="connsiteX3" fmla="*/ 1097984 w 3791220"/>
                  <a:gd name="connsiteY3" fmla="*/ 3783326 h 3783326"/>
                  <a:gd name="connsiteX4" fmla="*/ 3791220 w 3791220"/>
                  <a:gd name="connsiteY4" fmla="*/ 0 h 378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1220" h="3783326">
                    <a:moveTo>
                      <a:pt x="3791220" y="0"/>
                    </a:moveTo>
                    <a:lnTo>
                      <a:pt x="1595252" y="0"/>
                    </a:lnTo>
                    <a:lnTo>
                      <a:pt x="0" y="2240932"/>
                    </a:lnTo>
                    <a:lnTo>
                      <a:pt x="1097984" y="3783326"/>
                    </a:lnTo>
                    <a:lnTo>
                      <a:pt x="37912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2BBBF0"/>
                  </a:gs>
                  <a:gs pos="100000">
                    <a:srgbClr val="D5DCE6"/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F3BB2C7-A92B-DA18-B713-CC4D06955892}"/>
                  </a:ext>
                </a:extLst>
              </p:cNvPr>
              <p:cNvSpPr/>
              <p:nvPr/>
            </p:nvSpPr>
            <p:spPr>
              <a:xfrm flipH="1">
                <a:off x="6289640" y="100061"/>
                <a:ext cx="3791220" cy="3783326"/>
              </a:xfrm>
              <a:custGeom>
                <a:avLst/>
                <a:gdLst>
                  <a:gd name="connsiteX0" fmla="*/ 2195968 w 3791220"/>
                  <a:gd name="connsiteY0" fmla="*/ 0 h 3783326"/>
                  <a:gd name="connsiteX1" fmla="*/ 0 w 3791220"/>
                  <a:gd name="connsiteY1" fmla="*/ 0 h 3783326"/>
                  <a:gd name="connsiteX2" fmla="*/ 2693236 w 3791220"/>
                  <a:gd name="connsiteY2" fmla="*/ 3783326 h 3783326"/>
                  <a:gd name="connsiteX3" fmla="*/ 3791220 w 3791220"/>
                  <a:gd name="connsiteY3" fmla="*/ 2240932 h 3783326"/>
                  <a:gd name="connsiteX4" fmla="*/ 2195968 w 3791220"/>
                  <a:gd name="connsiteY4" fmla="*/ 0 h 378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1220" h="3783326">
                    <a:moveTo>
                      <a:pt x="2195968" y="0"/>
                    </a:moveTo>
                    <a:lnTo>
                      <a:pt x="0" y="0"/>
                    </a:lnTo>
                    <a:lnTo>
                      <a:pt x="2693236" y="3783326"/>
                    </a:lnTo>
                    <a:lnTo>
                      <a:pt x="3791220" y="2240932"/>
                    </a:lnTo>
                    <a:lnTo>
                      <a:pt x="219596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99FDE">
                      <a:alpha val="38000"/>
                    </a:srgbClr>
                  </a:gs>
                  <a:gs pos="100000">
                    <a:srgbClr val="D5DCE6">
                      <a:alpha val="5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0D0C66EF-0318-49C3-B95F-91D3B3EE8270}"/>
              </a:ext>
            </a:extLst>
          </p:cNvPr>
          <p:cNvSpPr/>
          <p:nvPr userDrawn="1"/>
        </p:nvSpPr>
        <p:spPr>
          <a:xfrm flipH="1">
            <a:off x="2348153" y="465821"/>
            <a:ext cx="2030095" cy="2039695"/>
          </a:xfrm>
          <a:custGeom>
            <a:avLst/>
            <a:gdLst>
              <a:gd name="connsiteX0" fmla="*/ 1605540 w 1605540"/>
              <a:gd name="connsiteY0" fmla="*/ 0 h 1613132"/>
              <a:gd name="connsiteX1" fmla="*/ 1148340 w 1605540"/>
              <a:gd name="connsiteY1" fmla="*/ 0 h 1613132"/>
              <a:gd name="connsiteX2" fmla="*/ 0 w 1605540"/>
              <a:gd name="connsiteY2" fmla="*/ 1613132 h 1613132"/>
              <a:gd name="connsiteX3" fmla="*/ 457200 w 1605540"/>
              <a:gd name="connsiteY3" fmla="*/ 1613132 h 1613132"/>
              <a:gd name="connsiteX4" fmla="*/ 1605540 w 1605540"/>
              <a:gd name="connsiteY4" fmla="*/ 0 h 161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40" h="1613132">
                <a:moveTo>
                  <a:pt x="1605540" y="0"/>
                </a:moveTo>
                <a:lnTo>
                  <a:pt x="1148340" y="0"/>
                </a:lnTo>
                <a:lnTo>
                  <a:pt x="0" y="1613132"/>
                </a:lnTo>
                <a:lnTo>
                  <a:pt x="457200" y="1613132"/>
                </a:lnTo>
                <a:lnTo>
                  <a:pt x="1605540" y="0"/>
                </a:lnTo>
                <a:close/>
              </a:path>
            </a:pathLst>
          </a:cu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251BAD88-A971-7B3E-30FE-64172D0E586C}"/>
              </a:ext>
            </a:extLst>
          </p:cNvPr>
          <p:cNvSpPr/>
          <p:nvPr userDrawn="1"/>
        </p:nvSpPr>
        <p:spPr>
          <a:xfrm>
            <a:off x="0" y="2981214"/>
            <a:ext cx="3539270" cy="4543649"/>
          </a:xfrm>
          <a:custGeom>
            <a:avLst/>
            <a:gdLst>
              <a:gd name="connsiteX0" fmla="*/ 3352129 w 3617465"/>
              <a:gd name="connsiteY0" fmla="*/ 0 h 4708907"/>
              <a:gd name="connsiteX1" fmla="*/ 3617465 w 3617465"/>
              <a:gd name="connsiteY1" fmla="*/ 0 h 4708907"/>
              <a:gd name="connsiteX2" fmla="*/ 265336 w 3617465"/>
              <a:gd name="connsiteY2" fmla="*/ 4708907 h 4708907"/>
              <a:gd name="connsiteX3" fmla="*/ 0 w 3617465"/>
              <a:gd name="connsiteY3" fmla="*/ 4708907 h 47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465" h="4708907">
                <a:moveTo>
                  <a:pt x="3352129" y="0"/>
                </a:moveTo>
                <a:lnTo>
                  <a:pt x="3617465" y="0"/>
                </a:lnTo>
                <a:lnTo>
                  <a:pt x="265336" y="4708907"/>
                </a:lnTo>
                <a:lnTo>
                  <a:pt x="0" y="4708907"/>
                </a:lnTo>
                <a:close/>
              </a:path>
            </a:pathLst>
          </a:custGeom>
          <a:gradFill flip="none" rotWithShape="1">
            <a:gsLst>
              <a:gs pos="2000">
                <a:srgbClr val="D5DCE6">
                  <a:alpha val="6000"/>
                </a:srgbClr>
              </a:gs>
              <a:gs pos="100000">
                <a:srgbClr val="FFFFFF">
                  <a:alpha val="16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401D026-B0F9-A79A-AF98-07A95591247E}"/>
              </a:ext>
            </a:extLst>
          </p:cNvPr>
          <p:cNvGrpSpPr/>
          <p:nvPr userDrawn="1"/>
        </p:nvGrpSpPr>
        <p:grpSpPr>
          <a:xfrm>
            <a:off x="-3959" y="2957284"/>
            <a:ext cx="6091249" cy="4592341"/>
            <a:chOff x="4863" y="2981680"/>
            <a:chExt cx="6058890" cy="4567945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02EFABB-AAFA-CF95-8630-A545666E268A}"/>
                </a:ext>
              </a:extLst>
            </p:cNvPr>
            <p:cNvGrpSpPr/>
            <p:nvPr/>
          </p:nvGrpSpPr>
          <p:grpSpPr>
            <a:xfrm>
              <a:off x="4863" y="3003508"/>
              <a:ext cx="6058890" cy="4546117"/>
              <a:chOff x="2750033" y="3003508"/>
              <a:chExt cx="6058890" cy="4546117"/>
            </a:xfrm>
          </p:grpSpPr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CB3A234F-30C8-2737-487A-D535A83A26B4}"/>
                  </a:ext>
                </a:extLst>
              </p:cNvPr>
              <p:cNvSpPr/>
              <p:nvPr/>
            </p:nvSpPr>
            <p:spPr>
              <a:xfrm rot="10800000">
                <a:off x="2750033" y="3008692"/>
                <a:ext cx="2771247" cy="1931922"/>
              </a:xfrm>
              <a:custGeom>
                <a:avLst/>
                <a:gdLst>
                  <a:gd name="connsiteX0" fmla="*/ 1097984 w 2195968"/>
                  <a:gd name="connsiteY0" fmla="*/ 0 h 1549908"/>
                  <a:gd name="connsiteX1" fmla="*/ 2195968 w 2195968"/>
                  <a:gd name="connsiteY1" fmla="*/ 1542394 h 1549908"/>
                  <a:gd name="connsiteX2" fmla="*/ 2190619 w 2195968"/>
                  <a:gd name="connsiteY2" fmla="*/ 1549908 h 1549908"/>
                  <a:gd name="connsiteX3" fmla="*/ 5349 w 2195968"/>
                  <a:gd name="connsiteY3" fmla="*/ 1549908 h 1549908"/>
                  <a:gd name="connsiteX4" fmla="*/ 0 w 2195968"/>
                  <a:gd name="connsiteY4" fmla="*/ 1542394 h 1549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5968" h="1549908">
                    <a:moveTo>
                      <a:pt x="1097984" y="0"/>
                    </a:moveTo>
                    <a:lnTo>
                      <a:pt x="2195968" y="1542394"/>
                    </a:lnTo>
                    <a:lnTo>
                      <a:pt x="2190619" y="1549908"/>
                    </a:lnTo>
                    <a:lnTo>
                      <a:pt x="5349" y="1549908"/>
                    </a:lnTo>
                    <a:lnTo>
                      <a:pt x="0" y="154239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99FDE"/>
                  </a:gs>
                  <a:gs pos="100000">
                    <a:srgbClr val="A0AFC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FC3918DA-B638-DB17-4FD6-6C4DF4754B50}"/>
                  </a:ext>
                </a:extLst>
              </p:cNvPr>
              <p:cNvSpPr/>
              <p:nvPr/>
            </p:nvSpPr>
            <p:spPr>
              <a:xfrm rot="10800000" flipH="1">
                <a:off x="4130454" y="3003508"/>
                <a:ext cx="4678469" cy="4546117"/>
              </a:xfrm>
              <a:custGeom>
                <a:avLst/>
                <a:gdLst>
                  <a:gd name="connsiteX0" fmla="*/ 1409191 w 4702483"/>
                  <a:gd name="connsiteY0" fmla="*/ 4569451 h 4569451"/>
                  <a:gd name="connsiteX1" fmla="*/ 4702483 w 4702483"/>
                  <a:gd name="connsiteY1" fmla="*/ 0 h 4569451"/>
                  <a:gd name="connsiteX2" fmla="*/ 1884100 w 4702483"/>
                  <a:gd name="connsiteY2" fmla="*/ 0 h 4569451"/>
                  <a:gd name="connsiteX3" fmla="*/ 0 w 4702483"/>
                  <a:gd name="connsiteY3" fmla="*/ 2614195 h 4569451"/>
                  <a:gd name="connsiteX4" fmla="*/ 1409191 w 4702483"/>
                  <a:gd name="connsiteY4" fmla="*/ 4569451 h 4569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02483" h="4569451">
                    <a:moveTo>
                      <a:pt x="1409191" y="4569451"/>
                    </a:moveTo>
                    <a:lnTo>
                      <a:pt x="4702483" y="0"/>
                    </a:lnTo>
                    <a:lnTo>
                      <a:pt x="1884100" y="0"/>
                    </a:lnTo>
                    <a:lnTo>
                      <a:pt x="0" y="2614195"/>
                    </a:lnTo>
                    <a:lnTo>
                      <a:pt x="1409191" y="456945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2BBBF0">
                      <a:alpha val="48000"/>
                    </a:srgbClr>
                  </a:gs>
                  <a:gs pos="100000">
                    <a:srgbClr val="D5DCE6">
                      <a:alpha val="2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91C7A875-1ADD-5B42-C5CC-61669DD179D3}"/>
                </a:ext>
              </a:extLst>
            </p:cNvPr>
            <p:cNvSpPr/>
            <p:nvPr/>
          </p:nvSpPr>
          <p:spPr>
            <a:xfrm rot="10800000">
              <a:off x="1416721" y="2981680"/>
              <a:ext cx="1855519" cy="1293540"/>
            </a:xfrm>
            <a:custGeom>
              <a:avLst/>
              <a:gdLst>
                <a:gd name="connsiteX0" fmla="*/ 1097984 w 2195968"/>
                <a:gd name="connsiteY0" fmla="*/ 0 h 1549908"/>
                <a:gd name="connsiteX1" fmla="*/ 2195968 w 2195968"/>
                <a:gd name="connsiteY1" fmla="*/ 1542394 h 1549908"/>
                <a:gd name="connsiteX2" fmla="*/ 2190619 w 2195968"/>
                <a:gd name="connsiteY2" fmla="*/ 1549908 h 1549908"/>
                <a:gd name="connsiteX3" fmla="*/ 5349 w 2195968"/>
                <a:gd name="connsiteY3" fmla="*/ 1549908 h 1549908"/>
                <a:gd name="connsiteX4" fmla="*/ 0 w 2195968"/>
                <a:gd name="connsiteY4" fmla="*/ 1542394 h 154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5968" h="1549908">
                  <a:moveTo>
                    <a:pt x="1097984" y="0"/>
                  </a:moveTo>
                  <a:lnTo>
                    <a:pt x="2195968" y="1542394"/>
                  </a:lnTo>
                  <a:lnTo>
                    <a:pt x="2190619" y="1549908"/>
                  </a:lnTo>
                  <a:lnTo>
                    <a:pt x="5349" y="1549908"/>
                  </a:lnTo>
                  <a:lnTo>
                    <a:pt x="0" y="1542394"/>
                  </a:lnTo>
                  <a:close/>
                </a:path>
              </a:pathLst>
            </a:custGeom>
            <a:gradFill flip="none" rotWithShape="1">
              <a:gsLst>
                <a:gs pos="45000">
                  <a:srgbClr val="099FDE">
                    <a:alpha val="52000"/>
                  </a:srgbClr>
                </a:gs>
                <a:gs pos="100000">
                  <a:srgbClr val="A0AFC2">
                    <a:alpha val="6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2EFBAD3-B1FB-864C-9FB3-F632988844FA}"/>
              </a:ext>
            </a:extLst>
          </p:cNvPr>
          <p:cNvGrpSpPr/>
          <p:nvPr userDrawn="1"/>
        </p:nvGrpSpPr>
        <p:grpSpPr>
          <a:xfrm rot="10800000">
            <a:off x="23649" y="2651760"/>
            <a:ext cx="10668164" cy="654208"/>
            <a:chOff x="23649" y="2651760"/>
            <a:chExt cx="10668164" cy="654208"/>
          </a:xfrm>
        </p:grpSpPr>
        <p:pic>
          <p:nvPicPr>
            <p:cNvPr id="44" name="Picture 66" descr="eee-01">
              <a:extLst>
                <a:ext uri="{FF2B5EF4-FFF2-40B4-BE49-F238E27FC236}">
                  <a16:creationId xmlns:a16="http://schemas.microsoft.com/office/drawing/2014/main" id="{AAE6E133-ECF6-89F5-BCCD-5EAC442670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5719" b="23"/>
            <a:stretch/>
          </p:blipFill>
          <p:spPr bwMode="auto">
            <a:xfrm rot="5400000">
              <a:off x="2665098" y="10311"/>
              <a:ext cx="336884" cy="5619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" name="Picture 66" descr="eee-01">
              <a:extLst>
                <a:ext uri="{FF2B5EF4-FFF2-40B4-BE49-F238E27FC236}">
                  <a16:creationId xmlns:a16="http://schemas.microsoft.com/office/drawing/2014/main" id="{BC24F4FD-D7DA-54A9-E429-5E00C5D939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5719" b="23"/>
            <a:stretch/>
          </p:blipFill>
          <p:spPr bwMode="auto">
            <a:xfrm rot="16200000">
              <a:off x="7921627" y="535781"/>
              <a:ext cx="336884" cy="5203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9D9642C-CB92-A075-7E67-0F55B79763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811" y="6123205"/>
            <a:ext cx="2298067" cy="13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2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BBD6E5E-722F-4489-6FD6-752E8893795D}"/>
              </a:ext>
            </a:extLst>
          </p:cNvPr>
          <p:cNvSpPr/>
          <p:nvPr userDrawn="1"/>
        </p:nvSpPr>
        <p:spPr>
          <a:xfrm rot="10800000" flipH="1" flipV="1">
            <a:off x="760239" y="459255"/>
            <a:ext cx="9939784" cy="364797"/>
          </a:xfrm>
          <a:custGeom>
            <a:avLst/>
            <a:gdLst>
              <a:gd name="connsiteX0" fmla="*/ 262917 w 9939784"/>
              <a:gd name="connsiteY0" fmla="*/ 0 h 364797"/>
              <a:gd name="connsiteX1" fmla="*/ 395566 w 9939784"/>
              <a:gd name="connsiteY1" fmla="*/ 0 h 364797"/>
              <a:gd name="connsiteX2" fmla="*/ 409681 w 9939784"/>
              <a:gd name="connsiteY2" fmla="*/ 0 h 364797"/>
              <a:gd name="connsiteX3" fmla="*/ 542330 w 9939784"/>
              <a:gd name="connsiteY3" fmla="*/ 0 h 364797"/>
              <a:gd name="connsiteX4" fmla="*/ 1587768 w 9939784"/>
              <a:gd name="connsiteY4" fmla="*/ 0 h 364797"/>
              <a:gd name="connsiteX5" fmla="*/ 1720417 w 9939784"/>
              <a:gd name="connsiteY5" fmla="*/ 0 h 364797"/>
              <a:gd name="connsiteX6" fmla="*/ 1734532 w 9939784"/>
              <a:gd name="connsiteY6" fmla="*/ 0 h 364797"/>
              <a:gd name="connsiteX7" fmla="*/ 1867181 w 9939784"/>
              <a:gd name="connsiteY7" fmla="*/ 0 h 364797"/>
              <a:gd name="connsiteX8" fmla="*/ 2588674 w 9939784"/>
              <a:gd name="connsiteY8" fmla="*/ 0 h 364797"/>
              <a:gd name="connsiteX9" fmla="*/ 2721322 w 9939784"/>
              <a:gd name="connsiteY9" fmla="*/ 0 h 364797"/>
              <a:gd name="connsiteX10" fmla="*/ 2735437 w 9939784"/>
              <a:gd name="connsiteY10" fmla="*/ 0 h 364797"/>
              <a:gd name="connsiteX11" fmla="*/ 2868086 w 9939784"/>
              <a:gd name="connsiteY11" fmla="*/ 0 h 364797"/>
              <a:gd name="connsiteX12" fmla="*/ 2872256 w 9939784"/>
              <a:gd name="connsiteY12" fmla="*/ 0 h 364797"/>
              <a:gd name="connsiteX13" fmla="*/ 3004904 w 9939784"/>
              <a:gd name="connsiteY13" fmla="*/ 0 h 364797"/>
              <a:gd name="connsiteX14" fmla="*/ 3019019 w 9939784"/>
              <a:gd name="connsiteY14" fmla="*/ 0 h 364797"/>
              <a:gd name="connsiteX15" fmla="*/ 3151667 w 9939784"/>
              <a:gd name="connsiteY15" fmla="*/ 0 h 364797"/>
              <a:gd name="connsiteX16" fmla="*/ 3913524 w 9939784"/>
              <a:gd name="connsiteY16" fmla="*/ 0 h 364797"/>
              <a:gd name="connsiteX17" fmla="*/ 4046173 w 9939784"/>
              <a:gd name="connsiteY17" fmla="*/ 0 h 364797"/>
              <a:gd name="connsiteX18" fmla="*/ 4060288 w 9939784"/>
              <a:gd name="connsiteY18" fmla="*/ 0 h 364797"/>
              <a:gd name="connsiteX19" fmla="*/ 4192937 w 9939784"/>
              <a:gd name="connsiteY19" fmla="*/ 0 h 364797"/>
              <a:gd name="connsiteX20" fmla="*/ 4197107 w 9939784"/>
              <a:gd name="connsiteY20" fmla="*/ 0 h 364797"/>
              <a:gd name="connsiteX21" fmla="*/ 4329755 w 9939784"/>
              <a:gd name="connsiteY21" fmla="*/ 0 h 364797"/>
              <a:gd name="connsiteX22" fmla="*/ 4343870 w 9939784"/>
              <a:gd name="connsiteY22" fmla="*/ 0 h 364797"/>
              <a:gd name="connsiteX23" fmla="*/ 4476518 w 9939784"/>
              <a:gd name="connsiteY23" fmla="*/ 0 h 364797"/>
              <a:gd name="connsiteX24" fmla="*/ 4919525 w 9939784"/>
              <a:gd name="connsiteY24" fmla="*/ 0 h 364797"/>
              <a:gd name="connsiteX25" fmla="*/ 5052173 w 9939784"/>
              <a:gd name="connsiteY25" fmla="*/ 0 h 364797"/>
              <a:gd name="connsiteX26" fmla="*/ 5066288 w 9939784"/>
              <a:gd name="connsiteY26" fmla="*/ 0 h 364797"/>
              <a:gd name="connsiteX27" fmla="*/ 5198012 w 9939784"/>
              <a:gd name="connsiteY27" fmla="*/ 0 h 364797"/>
              <a:gd name="connsiteX28" fmla="*/ 5198936 w 9939784"/>
              <a:gd name="connsiteY28" fmla="*/ 0 h 364797"/>
              <a:gd name="connsiteX29" fmla="*/ 5330660 w 9939784"/>
              <a:gd name="connsiteY29" fmla="*/ 0 h 364797"/>
              <a:gd name="connsiteX30" fmla="*/ 5344775 w 9939784"/>
              <a:gd name="connsiteY30" fmla="*/ 0 h 364797"/>
              <a:gd name="connsiteX31" fmla="*/ 5477423 w 9939784"/>
              <a:gd name="connsiteY31" fmla="*/ 0 h 364797"/>
              <a:gd name="connsiteX32" fmla="*/ 6009766 w 9939784"/>
              <a:gd name="connsiteY32" fmla="*/ 0 h 364797"/>
              <a:gd name="connsiteX33" fmla="*/ 6142414 w 9939784"/>
              <a:gd name="connsiteY33" fmla="*/ 0 h 364797"/>
              <a:gd name="connsiteX34" fmla="*/ 6156529 w 9939784"/>
              <a:gd name="connsiteY34" fmla="*/ 0 h 364797"/>
              <a:gd name="connsiteX35" fmla="*/ 6244375 w 9939784"/>
              <a:gd name="connsiteY35" fmla="*/ 0 h 364797"/>
              <a:gd name="connsiteX36" fmla="*/ 6289177 w 9939784"/>
              <a:gd name="connsiteY36" fmla="*/ 0 h 364797"/>
              <a:gd name="connsiteX37" fmla="*/ 6377024 w 9939784"/>
              <a:gd name="connsiteY37" fmla="*/ 0 h 364797"/>
              <a:gd name="connsiteX38" fmla="*/ 6391139 w 9939784"/>
              <a:gd name="connsiteY38" fmla="*/ 0 h 364797"/>
              <a:gd name="connsiteX39" fmla="*/ 6522863 w 9939784"/>
              <a:gd name="connsiteY39" fmla="*/ 0 h 364797"/>
              <a:gd name="connsiteX40" fmla="*/ 6523787 w 9939784"/>
              <a:gd name="connsiteY40" fmla="*/ 0 h 364797"/>
              <a:gd name="connsiteX41" fmla="*/ 6655511 w 9939784"/>
              <a:gd name="connsiteY41" fmla="*/ 0 h 364797"/>
              <a:gd name="connsiteX42" fmla="*/ 6669626 w 9939784"/>
              <a:gd name="connsiteY42" fmla="*/ 0 h 364797"/>
              <a:gd name="connsiteX43" fmla="*/ 6802274 w 9939784"/>
              <a:gd name="connsiteY43" fmla="*/ 0 h 364797"/>
              <a:gd name="connsiteX44" fmla="*/ 7245281 w 9939784"/>
              <a:gd name="connsiteY44" fmla="*/ 0 h 364797"/>
              <a:gd name="connsiteX45" fmla="*/ 7334617 w 9939784"/>
              <a:gd name="connsiteY45" fmla="*/ 0 h 364797"/>
              <a:gd name="connsiteX46" fmla="*/ 7377929 w 9939784"/>
              <a:gd name="connsiteY46" fmla="*/ 0 h 364797"/>
              <a:gd name="connsiteX47" fmla="*/ 7392044 w 9939784"/>
              <a:gd name="connsiteY47" fmla="*/ 0 h 364797"/>
              <a:gd name="connsiteX48" fmla="*/ 7467266 w 9939784"/>
              <a:gd name="connsiteY48" fmla="*/ 0 h 364797"/>
              <a:gd name="connsiteX49" fmla="*/ 7481380 w 9939784"/>
              <a:gd name="connsiteY49" fmla="*/ 0 h 364797"/>
              <a:gd name="connsiteX50" fmla="*/ 7524692 w 9939784"/>
              <a:gd name="connsiteY50" fmla="*/ 0 h 364797"/>
              <a:gd name="connsiteX51" fmla="*/ 7614028 w 9939784"/>
              <a:gd name="connsiteY51" fmla="*/ 0 h 364797"/>
              <a:gd name="connsiteX52" fmla="*/ 8335521 w 9939784"/>
              <a:gd name="connsiteY52" fmla="*/ 0 h 364797"/>
              <a:gd name="connsiteX53" fmla="*/ 8468170 w 9939784"/>
              <a:gd name="connsiteY53" fmla="*/ 0 h 364797"/>
              <a:gd name="connsiteX54" fmla="*/ 8482285 w 9939784"/>
              <a:gd name="connsiteY54" fmla="*/ 0 h 364797"/>
              <a:gd name="connsiteX55" fmla="*/ 8570131 w 9939784"/>
              <a:gd name="connsiteY55" fmla="*/ 0 h 364797"/>
              <a:gd name="connsiteX56" fmla="*/ 8614933 w 9939784"/>
              <a:gd name="connsiteY56" fmla="*/ 0 h 364797"/>
              <a:gd name="connsiteX57" fmla="*/ 8702779 w 9939784"/>
              <a:gd name="connsiteY57" fmla="*/ 0 h 364797"/>
              <a:gd name="connsiteX58" fmla="*/ 8716895 w 9939784"/>
              <a:gd name="connsiteY58" fmla="*/ 0 h 364797"/>
              <a:gd name="connsiteX59" fmla="*/ 8849543 w 9939784"/>
              <a:gd name="connsiteY59" fmla="*/ 0 h 364797"/>
              <a:gd name="connsiteX60" fmla="*/ 9660373 w 9939784"/>
              <a:gd name="connsiteY60" fmla="*/ 0 h 364797"/>
              <a:gd name="connsiteX61" fmla="*/ 9793021 w 9939784"/>
              <a:gd name="connsiteY61" fmla="*/ 0 h 364797"/>
              <a:gd name="connsiteX62" fmla="*/ 9807135 w 9939784"/>
              <a:gd name="connsiteY62" fmla="*/ 0 h 364797"/>
              <a:gd name="connsiteX63" fmla="*/ 9939784 w 9939784"/>
              <a:gd name="connsiteY63" fmla="*/ 0 h 364797"/>
              <a:gd name="connsiteX64" fmla="*/ 9939784 w 9939784"/>
              <a:gd name="connsiteY64" fmla="*/ 364797 h 364797"/>
              <a:gd name="connsiteX65" fmla="*/ 9807135 w 9939784"/>
              <a:gd name="connsiteY65" fmla="*/ 364797 h 364797"/>
              <a:gd name="connsiteX66" fmla="*/ 9793021 w 9939784"/>
              <a:gd name="connsiteY66" fmla="*/ 364797 h 364797"/>
              <a:gd name="connsiteX67" fmla="*/ 9660373 w 9939784"/>
              <a:gd name="connsiteY67" fmla="*/ 364797 h 364797"/>
              <a:gd name="connsiteX68" fmla="*/ 8849543 w 9939784"/>
              <a:gd name="connsiteY68" fmla="*/ 364797 h 364797"/>
              <a:gd name="connsiteX69" fmla="*/ 8716895 w 9939784"/>
              <a:gd name="connsiteY69" fmla="*/ 364797 h 364797"/>
              <a:gd name="connsiteX70" fmla="*/ 8702779 w 9939784"/>
              <a:gd name="connsiteY70" fmla="*/ 364797 h 364797"/>
              <a:gd name="connsiteX71" fmla="*/ 8614933 w 9939784"/>
              <a:gd name="connsiteY71" fmla="*/ 364797 h 364797"/>
              <a:gd name="connsiteX72" fmla="*/ 8570131 w 9939784"/>
              <a:gd name="connsiteY72" fmla="*/ 364797 h 364797"/>
              <a:gd name="connsiteX73" fmla="*/ 8482285 w 9939784"/>
              <a:gd name="connsiteY73" fmla="*/ 364797 h 364797"/>
              <a:gd name="connsiteX74" fmla="*/ 8468170 w 9939784"/>
              <a:gd name="connsiteY74" fmla="*/ 364797 h 364797"/>
              <a:gd name="connsiteX75" fmla="*/ 8335521 w 9939784"/>
              <a:gd name="connsiteY75" fmla="*/ 364797 h 364797"/>
              <a:gd name="connsiteX76" fmla="*/ 7614028 w 9939784"/>
              <a:gd name="connsiteY76" fmla="*/ 364797 h 364797"/>
              <a:gd name="connsiteX77" fmla="*/ 7524692 w 9939784"/>
              <a:gd name="connsiteY77" fmla="*/ 364797 h 364797"/>
              <a:gd name="connsiteX78" fmla="*/ 7481380 w 9939784"/>
              <a:gd name="connsiteY78" fmla="*/ 364797 h 364797"/>
              <a:gd name="connsiteX79" fmla="*/ 7467266 w 9939784"/>
              <a:gd name="connsiteY79" fmla="*/ 364797 h 364797"/>
              <a:gd name="connsiteX80" fmla="*/ 7392044 w 9939784"/>
              <a:gd name="connsiteY80" fmla="*/ 364797 h 364797"/>
              <a:gd name="connsiteX81" fmla="*/ 7377929 w 9939784"/>
              <a:gd name="connsiteY81" fmla="*/ 364797 h 364797"/>
              <a:gd name="connsiteX82" fmla="*/ 7334617 w 9939784"/>
              <a:gd name="connsiteY82" fmla="*/ 364797 h 364797"/>
              <a:gd name="connsiteX83" fmla="*/ 7245281 w 9939784"/>
              <a:gd name="connsiteY83" fmla="*/ 364797 h 364797"/>
              <a:gd name="connsiteX84" fmla="*/ 6523787 w 9939784"/>
              <a:gd name="connsiteY84" fmla="*/ 364797 h 364797"/>
              <a:gd name="connsiteX85" fmla="*/ 6460088 w 9939784"/>
              <a:gd name="connsiteY85" fmla="*/ 364797 h 364797"/>
              <a:gd name="connsiteX86" fmla="*/ 6391139 w 9939784"/>
              <a:gd name="connsiteY86" fmla="*/ 364797 h 364797"/>
              <a:gd name="connsiteX87" fmla="*/ 6377024 w 9939784"/>
              <a:gd name="connsiteY87" fmla="*/ 364797 h 364797"/>
              <a:gd name="connsiteX88" fmla="*/ 6327439 w 9939784"/>
              <a:gd name="connsiteY88" fmla="*/ 364797 h 364797"/>
              <a:gd name="connsiteX89" fmla="*/ 6313325 w 9939784"/>
              <a:gd name="connsiteY89" fmla="*/ 364797 h 364797"/>
              <a:gd name="connsiteX90" fmla="*/ 6289177 w 9939784"/>
              <a:gd name="connsiteY90" fmla="*/ 364797 h 364797"/>
              <a:gd name="connsiteX91" fmla="*/ 6244375 w 9939784"/>
              <a:gd name="connsiteY91" fmla="*/ 364797 h 364797"/>
              <a:gd name="connsiteX92" fmla="*/ 6180676 w 9939784"/>
              <a:gd name="connsiteY92" fmla="*/ 364797 h 364797"/>
              <a:gd name="connsiteX93" fmla="*/ 6156529 w 9939784"/>
              <a:gd name="connsiteY93" fmla="*/ 364797 h 364797"/>
              <a:gd name="connsiteX94" fmla="*/ 6142414 w 9939784"/>
              <a:gd name="connsiteY94" fmla="*/ 364797 h 364797"/>
              <a:gd name="connsiteX95" fmla="*/ 6009766 w 9939784"/>
              <a:gd name="connsiteY95" fmla="*/ 364797 h 364797"/>
              <a:gd name="connsiteX96" fmla="*/ 5198936 w 9939784"/>
              <a:gd name="connsiteY96" fmla="*/ 364797 h 364797"/>
              <a:gd name="connsiteX97" fmla="*/ 5135237 w 9939784"/>
              <a:gd name="connsiteY97" fmla="*/ 364797 h 364797"/>
              <a:gd name="connsiteX98" fmla="*/ 5066288 w 9939784"/>
              <a:gd name="connsiteY98" fmla="*/ 364797 h 364797"/>
              <a:gd name="connsiteX99" fmla="*/ 5052173 w 9939784"/>
              <a:gd name="connsiteY99" fmla="*/ 364797 h 364797"/>
              <a:gd name="connsiteX100" fmla="*/ 5002588 w 9939784"/>
              <a:gd name="connsiteY100" fmla="*/ 364797 h 364797"/>
              <a:gd name="connsiteX101" fmla="*/ 4988475 w 9939784"/>
              <a:gd name="connsiteY101" fmla="*/ 364797 h 364797"/>
              <a:gd name="connsiteX102" fmla="*/ 4919525 w 9939784"/>
              <a:gd name="connsiteY102" fmla="*/ 364797 h 364797"/>
              <a:gd name="connsiteX103" fmla="*/ 4855825 w 9939784"/>
              <a:gd name="connsiteY103" fmla="*/ 364797 h 364797"/>
              <a:gd name="connsiteX104" fmla="*/ 4134332 w 9939784"/>
              <a:gd name="connsiteY104" fmla="*/ 364797 h 364797"/>
              <a:gd name="connsiteX105" fmla="*/ 4001683 w 9939784"/>
              <a:gd name="connsiteY105" fmla="*/ 364797 h 364797"/>
              <a:gd name="connsiteX106" fmla="*/ 3987569 w 9939784"/>
              <a:gd name="connsiteY106" fmla="*/ 364797 h 364797"/>
              <a:gd name="connsiteX107" fmla="*/ 3854920 w 9939784"/>
              <a:gd name="connsiteY107" fmla="*/ 364797 h 364797"/>
              <a:gd name="connsiteX108" fmla="*/ 3850750 w 9939784"/>
              <a:gd name="connsiteY108" fmla="*/ 364797 h 364797"/>
              <a:gd name="connsiteX109" fmla="*/ 3718102 w 9939784"/>
              <a:gd name="connsiteY109" fmla="*/ 364797 h 364797"/>
              <a:gd name="connsiteX110" fmla="*/ 3703988 w 9939784"/>
              <a:gd name="connsiteY110" fmla="*/ 364797 h 364797"/>
              <a:gd name="connsiteX111" fmla="*/ 3650607 w 9939784"/>
              <a:gd name="connsiteY111" fmla="*/ 364797 h 364797"/>
              <a:gd name="connsiteX112" fmla="*/ 2809481 w 9939784"/>
              <a:gd name="connsiteY112" fmla="*/ 364797 h 364797"/>
              <a:gd name="connsiteX113" fmla="*/ 2676832 w 9939784"/>
              <a:gd name="connsiteY113" fmla="*/ 364797 h 364797"/>
              <a:gd name="connsiteX114" fmla="*/ 2662719 w 9939784"/>
              <a:gd name="connsiteY114" fmla="*/ 364797 h 364797"/>
              <a:gd name="connsiteX115" fmla="*/ 2530070 w 9939784"/>
              <a:gd name="connsiteY115" fmla="*/ 364797 h 364797"/>
              <a:gd name="connsiteX116" fmla="*/ 2525900 w 9939784"/>
              <a:gd name="connsiteY116" fmla="*/ 364797 h 364797"/>
              <a:gd name="connsiteX117" fmla="*/ 2393251 w 9939784"/>
              <a:gd name="connsiteY117" fmla="*/ 364797 h 364797"/>
              <a:gd name="connsiteX118" fmla="*/ 2379137 w 9939784"/>
              <a:gd name="connsiteY118" fmla="*/ 364797 h 364797"/>
              <a:gd name="connsiteX119" fmla="*/ 2325756 w 9939784"/>
              <a:gd name="connsiteY119" fmla="*/ 364797 h 364797"/>
              <a:gd name="connsiteX120" fmla="*/ 1524994 w 9939784"/>
              <a:gd name="connsiteY120" fmla="*/ 364797 h 364797"/>
              <a:gd name="connsiteX121" fmla="*/ 1392346 w 9939784"/>
              <a:gd name="connsiteY121" fmla="*/ 364797 h 364797"/>
              <a:gd name="connsiteX122" fmla="*/ 1378231 w 9939784"/>
              <a:gd name="connsiteY122" fmla="*/ 364797 h 364797"/>
              <a:gd name="connsiteX123" fmla="*/ 1324851 w 9939784"/>
              <a:gd name="connsiteY123" fmla="*/ 364797 h 364797"/>
              <a:gd name="connsiteX124" fmla="*/ 200143 w 9939784"/>
              <a:gd name="connsiteY124" fmla="*/ 364797 h 364797"/>
              <a:gd name="connsiteX125" fmla="*/ 67495 w 9939784"/>
              <a:gd name="connsiteY125" fmla="*/ 364797 h 364797"/>
              <a:gd name="connsiteX126" fmla="*/ 53381 w 9939784"/>
              <a:gd name="connsiteY126" fmla="*/ 364797 h 364797"/>
              <a:gd name="connsiteX127" fmla="*/ 0 w 9939784"/>
              <a:gd name="connsiteY127" fmla="*/ 364797 h 36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9939784" h="364797">
                <a:moveTo>
                  <a:pt x="262917" y="0"/>
                </a:moveTo>
                <a:lnTo>
                  <a:pt x="395566" y="0"/>
                </a:lnTo>
                <a:lnTo>
                  <a:pt x="409681" y="0"/>
                </a:lnTo>
                <a:lnTo>
                  <a:pt x="542330" y="0"/>
                </a:lnTo>
                <a:lnTo>
                  <a:pt x="1587768" y="0"/>
                </a:lnTo>
                <a:lnTo>
                  <a:pt x="1720417" y="0"/>
                </a:lnTo>
                <a:lnTo>
                  <a:pt x="1734532" y="0"/>
                </a:lnTo>
                <a:lnTo>
                  <a:pt x="1867181" y="0"/>
                </a:lnTo>
                <a:lnTo>
                  <a:pt x="2588674" y="0"/>
                </a:lnTo>
                <a:lnTo>
                  <a:pt x="2721322" y="0"/>
                </a:lnTo>
                <a:lnTo>
                  <a:pt x="2735437" y="0"/>
                </a:lnTo>
                <a:lnTo>
                  <a:pt x="2868086" y="0"/>
                </a:lnTo>
                <a:lnTo>
                  <a:pt x="2872256" y="0"/>
                </a:lnTo>
                <a:lnTo>
                  <a:pt x="3004904" y="0"/>
                </a:lnTo>
                <a:lnTo>
                  <a:pt x="3019019" y="0"/>
                </a:lnTo>
                <a:lnTo>
                  <a:pt x="3151667" y="0"/>
                </a:lnTo>
                <a:lnTo>
                  <a:pt x="3913524" y="0"/>
                </a:lnTo>
                <a:lnTo>
                  <a:pt x="4046173" y="0"/>
                </a:lnTo>
                <a:lnTo>
                  <a:pt x="4060288" y="0"/>
                </a:lnTo>
                <a:lnTo>
                  <a:pt x="4192937" y="0"/>
                </a:lnTo>
                <a:lnTo>
                  <a:pt x="4197107" y="0"/>
                </a:lnTo>
                <a:lnTo>
                  <a:pt x="4329755" y="0"/>
                </a:lnTo>
                <a:lnTo>
                  <a:pt x="4343870" y="0"/>
                </a:lnTo>
                <a:lnTo>
                  <a:pt x="4476518" y="0"/>
                </a:lnTo>
                <a:lnTo>
                  <a:pt x="4919525" y="0"/>
                </a:lnTo>
                <a:lnTo>
                  <a:pt x="5052173" y="0"/>
                </a:lnTo>
                <a:lnTo>
                  <a:pt x="5066288" y="0"/>
                </a:lnTo>
                <a:lnTo>
                  <a:pt x="5198012" y="0"/>
                </a:lnTo>
                <a:lnTo>
                  <a:pt x="5198936" y="0"/>
                </a:lnTo>
                <a:lnTo>
                  <a:pt x="5330660" y="0"/>
                </a:lnTo>
                <a:lnTo>
                  <a:pt x="5344775" y="0"/>
                </a:lnTo>
                <a:lnTo>
                  <a:pt x="5477423" y="0"/>
                </a:lnTo>
                <a:lnTo>
                  <a:pt x="6009766" y="0"/>
                </a:lnTo>
                <a:lnTo>
                  <a:pt x="6142414" y="0"/>
                </a:lnTo>
                <a:lnTo>
                  <a:pt x="6156529" y="0"/>
                </a:lnTo>
                <a:lnTo>
                  <a:pt x="6244375" y="0"/>
                </a:lnTo>
                <a:lnTo>
                  <a:pt x="6289177" y="0"/>
                </a:lnTo>
                <a:lnTo>
                  <a:pt x="6377024" y="0"/>
                </a:lnTo>
                <a:lnTo>
                  <a:pt x="6391139" y="0"/>
                </a:lnTo>
                <a:lnTo>
                  <a:pt x="6522863" y="0"/>
                </a:lnTo>
                <a:lnTo>
                  <a:pt x="6523787" y="0"/>
                </a:lnTo>
                <a:lnTo>
                  <a:pt x="6655511" y="0"/>
                </a:lnTo>
                <a:lnTo>
                  <a:pt x="6669626" y="0"/>
                </a:lnTo>
                <a:lnTo>
                  <a:pt x="6802274" y="0"/>
                </a:lnTo>
                <a:lnTo>
                  <a:pt x="7245281" y="0"/>
                </a:lnTo>
                <a:lnTo>
                  <a:pt x="7334617" y="0"/>
                </a:lnTo>
                <a:lnTo>
                  <a:pt x="7377929" y="0"/>
                </a:lnTo>
                <a:lnTo>
                  <a:pt x="7392044" y="0"/>
                </a:lnTo>
                <a:lnTo>
                  <a:pt x="7467266" y="0"/>
                </a:lnTo>
                <a:lnTo>
                  <a:pt x="7481380" y="0"/>
                </a:lnTo>
                <a:lnTo>
                  <a:pt x="7524692" y="0"/>
                </a:lnTo>
                <a:lnTo>
                  <a:pt x="7614028" y="0"/>
                </a:lnTo>
                <a:lnTo>
                  <a:pt x="8335521" y="0"/>
                </a:lnTo>
                <a:lnTo>
                  <a:pt x="8468170" y="0"/>
                </a:lnTo>
                <a:lnTo>
                  <a:pt x="8482285" y="0"/>
                </a:lnTo>
                <a:lnTo>
                  <a:pt x="8570131" y="0"/>
                </a:lnTo>
                <a:lnTo>
                  <a:pt x="8614933" y="0"/>
                </a:lnTo>
                <a:lnTo>
                  <a:pt x="8702779" y="0"/>
                </a:lnTo>
                <a:lnTo>
                  <a:pt x="8716895" y="0"/>
                </a:lnTo>
                <a:lnTo>
                  <a:pt x="8849543" y="0"/>
                </a:lnTo>
                <a:lnTo>
                  <a:pt x="9660373" y="0"/>
                </a:lnTo>
                <a:lnTo>
                  <a:pt x="9793021" y="0"/>
                </a:lnTo>
                <a:lnTo>
                  <a:pt x="9807135" y="0"/>
                </a:lnTo>
                <a:lnTo>
                  <a:pt x="9939784" y="0"/>
                </a:lnTo>
                <a:lnTo>
                  <a:pt x="9939784" y="364797"/>
                </a:lnTo>
                <a:lnTo>
                  <a:pt x="9807135" y="364797"/>
                </a:lnTo>
                <a:lnTo>
                  <a:pt x="9793021" y="364797"/>
                </a:lnTo>
                <a:lnTo>
                  <a:pt x="9660373" y="364797"/>
                </a:lnTo>
                <a:lnTo>
                  <a:pt x="8849543" y="364797"/>
                </a:lnTo>
                <a:lnTo>
                  <a:pt x="8716895" y="364797"/>
                </a:lnTo>
                <a:lnTo>
                  <a:pt x="8702779" y="364797"/>
                </a:lnTo>
                <a:lnTo>
                  <a:pt x="8614933" y="364797"/>
                </a:lnTo>
                <a:lnTo>
                  <a:pt x="8570131" y="364797"/>
                </a:lnTo>
                <a:lnTo>
                  <a:pt x="8482285" y="364797"/>
                </a:lnTo>
                <a:lnTo>
                  <a:pt x="8468170" y="364797"/>
                </a:lnTo>
                <a:lnTo>
                  <a:pt x="8335521" y="364797"/>
                </a:lnTo>
                <a:lnTo>
                  <a:pt x="7614028" y="364797"/>
                </a:lnTo>
                <a:lnTo>
                  <a:pt x="7524692" y="364797"/>
                </a:lnTo>
                <a:lnTo>
                  <a:pt x="7481380" y="364797"/>
                </a:lnTo>
                <a:lnTo>
                  <a:pt x="7467266" y="364797"/>
                </a:lnTo>
                <a:lnTo>
                  <a:pt x="7392044" y="364797"/>
                </a:lnTo>
                <a:lnTo>
                  <a:pt x="7377929" y="364797"/>
                </a:lnTo>
                <a:lnTo>
                  <a:pt x="7334617" y="364797"/>
                </a:lnTo>
                <a:lnTo>
                  <a:pt x="7245281" y="364797"/>
                </a:lnTo>
                <a:lnTo>
                  <a:pt x="6523787" y="364797"/>
                </a:lnTo>
                <a:lnTo>
                  <a:pt x="6460088" y="364797"/>
                </a:lnTo>
                <a:lnTo>
                  <a:pt x="6391139" y="364797"/>
                </a:lnTo>
                <a:lnTo>
                  <a:pt x="6377024" y="364797"/>
                </a:lnTo>
                <a:lnTo>
                  <a:pt x="6327439" y="364797"/>
                </a:lnTo>
                <a:lnTo>
                  <a:pt x="6313325" y="364797"/>
                </a:lnTo>
                <a:lnTo>
                  <a:pt x="6289177" y="364797"/>
                </a:lnTo>
                <a:lnTo>
                  <a:pt x="6244375" y="364797"/>
                </a:lnTo>
                <a:lnTo>
                  <a:pt x="6180676" y="364797"/>
                </a:lnTo>
                <a:lnTo>
                  <a:pt x="6156529" y="364797"/>
                </a:lnTo>
                <a:lnTo>
                  <a:pt x="6142414" y="364797"/>
                </a:lnTo>
                <a:lnTo>
                  <a:pt x="6009766" y="364797"/>
                </a:lnTo>
                <a:lnTo>
                  <a:pt x="5198936" y="364797"/>
                </a:lnTo>
                <a:lnTo>
                  <a:pt x="5135237" y="364797"/>
                </a:lnTo>
                <a:lnTo>
                  <a:pt x="5066288" y="364797"/>
                </a:lnTo>
                <a:lnTo>
                  <a:pt x="5052173" y="364797"/>
                </a:lnTo>
                <a:lnTo>
                  <a:pt x="5002588" y="364797"/>
                </a:lnTo>
                <a:lnTo>
                  <a:pt x="4988475" y="364797"/>
                </a:lnTo>
                <a:lnTo>
                  <a:pt x="4919525" y="364797"/>
                </a:lnTo>
                <a:lnTo>
                  <a:pt x="4855825" y="364797"/>
                </a:lnTo>
                <a:lnTo>
                  <a:pt x="4134332" y="364797"/>
                </a:lnTo>
                <a:lnTo>
                  <a:pt x="4001683" y="364797"/>
                </a:lnTo>
                <a:lnTo>
                  <a:pt x="3987569" y="364797"/>
                </a:lnTo>
                <a:lnTo>
                  <a:pt x="3854920" y="364797"/>
                </a:lnTo>
                <a:lnTo>
                  <a:pt x="3850750" y="364797"/>
                </a:lnTo>
                <a:lnTo>
                  <a:pt x="3718102" y="364797"/>
                </a:lnTo>
                <a:lnTo>
                  <a:pt x="3703988" y="364797"/>
                </a:lnTo>
                <a:lnTo>
                  <a:pt x="3650607" y="364797"/>
                </a:lnTo>
                <a:lnTo>
                  <a:pt x="2809481" y="364797"/>
                </a:lnTo>
                <a:lnTo>
                  <a:pt x="2676832" y="364797"/>
                </a:lnTo>
                <a:lnTo>
                  <a:pt x="2662719" y="364797"/>
                </a:lnTo>
                <a:lnTo>
                  <a:pt x="2530070" y="364797"/>
                </a:lnTo>
                <a:lnTo>
                  <a:pt x="2525900" y="364797"/>
                </a:lnTo>
                <a:lnTo>
                  <a:pt x="2393251" y="364797"/>
                </a:lnTo>
                <a:lnTo>
                  <a:pt x="2379137" y="364797"/>
                </a:lnTo>
                <a:lnTo>
                  <a:pt x="2325756" y="364797"/>
                </a:lnTo>
                <a:lnTo>
                  <a:pt x="1524994" y="364797"/>
                </a:lnTo>
                <a:lnTo>
                  <a:pt x="1392346" y="364797"/>
                </a:lnTo>
                <a:lnTo>
                  <a:pt x="1378231" y="364797"/>
                </a:lnTo>
                <a:lnTo>
                  <a:pt x="1324851" y="364797"/>
                </a:lnTo>
                <a:lnTo>
                  <a:pt x="200143" y="364797"/>
                </a:lnTo>
                <a:lnTo>
                  <a:pt x="67495" y="364797"/>
                </a:lnTo>
                <a:lnTo>
                  <a:pt x="53381" y="364797"/>
                </a:lnTo>
                <a:lnTo>
                  <a:pt x="0" y="364797"/>
                </a:lnTo>
                <a:close/>
              </a:path>
            </a:pathLst>
          </a:custGeom>
          <a:gradFill>
            <a:gsLst>
              <a:gs pos="0">
                <a:srgbClr val="A0AFC2">
                  <a:alpha val="33000"/>
                </a:srgbClr>
              </a:gs>
              <a:gs pos="100000">
                <a:srgbClr val="D5DCE6">
                  <a:alpha val="64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3BD6685-AC76-EA7B-DA25-1B255BE15F04}"/>
              </a:ext>
            </a:extLst>
          </p:cNvPr>
          <p:cNvSpPr/>
          <p:nvPr userDrawn="1"/>
        </p:nvSpPr>
        <p:spPr>
          <a:xfrm rot="10800000" flipH="1" flipV="1">
            <a:off x="1187621" y="5265"/>
            <a:ext cx="9539210" cy="457035"/>
          </a:xfrm>
          <a:custGeom>
            <a:avLst/>
            <a:gdLst>
              <a:gd name="connsiteX0" fmla="*/ 329395 w 9539210"/>
              <a:gd name="connsiteY0" fmla="*/ 0 h 457035"/>
              <a:gd name="connsiteX1" fmla="*/ 495584 w 9539210"/>
              <a:gd name="connsiteY1" fmla="*/ 0 h 457035"/>
              <a:gd name="connsiteX2" fmla="*/ 513267 w 9539210"/>
              <a:gd name="connsiteY2" fmla="*/ 0 h 457035"/>
              <a:gd name="connsiteX3" fmla="*/ 679456 w 9539210"/>
              <a:gd name="connsiteY3" fmla="*/ 0 h 457035"/>
              <a:gd name="connsiteX4" fmla="*/ 1989230 w 9539210"/>
              <a:gd name="connsiteY4" fmla="*/ 0 h 457035"/>
              <a:gd name="connsiteX5" fmla="*/ 2155419 w 9539210"/>
              <a:gd name="connsiteY5" fmla="*/ 0 h 457035"/>
              <a:gd name="connsiteX6" fmla="*/ 2173102 w 9539210"/>
              <a:gd name="connsiteY6" fmla="*/ 0 h 457035"/>
              <a:gd name="connsiteX7" fmla="*/ 2339291 w 9539210"/>
              <a:gd name="connsiteY7" fmla="*/ 0 h 457035"/>
              <a:gd name="connsiteX8" fmla="*/ 3598496 w 9539210"/>
              <a:gd name="connsiteY8" fmla="*/ 0 h 457035"/>
              <a:gd name="connsiteX9" fmla="*/ 3764684 w 9539210"/>
              <a:gd name="connsiteY9" fmla="*/ 0 h 457035"/>
              <a:gd name="connsiteX10" fmla="*/ 3782368 w 9539210"/>
              <a:gd name="connsiteY10" fmla="*/ 0 h 457035"/>
              <a:gd name="connsiteX11" fmla="*/ 3948555 w 9539210"/>
              <a:gd name="connsiteY11" fmla="*/ 0 h 457035"/>
              <a:gd name="connsiteX12" fmla="*/ 5258331 w 9539210"/>
              <a:gd name="connsiteY12" fmla="*/ 0 h 457035"/>
              <a:gd name="connsiteX13" fmla="*/ 5424519 w 9539210"/>
              <a:gd name="connsiteY13" fmla="*/ 0 h 457035"/>
              <a:gd name="connsiteX14" fmla="*/ 5442203 w 9539210"/>
              <a:gd name="connsiteY14" fmla="*/ 0 h 457035"/>
              <a:gd name="connsiteX15" fmla="*/ 5608390 w 9539210"/>
              <a:gd name="connsiteY15" fmla="*/ 0 h 457035"/>
              <a:gd name="connsiteX16" fmla="*/ 6163410 w 9539210"/>
              <a:gd name="connsiteY16" fmla="*/ 0 h 457035"/>
              <a:gd name="connsiteX17" fmla="*/ 6329598 w 9539210"/>
              <a:gd name="connsiteY17" fmla="*/ 0 h 457035"/>
              <a:gd name="connsiteX18" fmla="*/ 6347282 w 9539210"/>
              <a:gd name="connsiteY18" fmla="*/ 0 h 457035"/>
              <a:gd name="connsiteX19" fmla="*/ 6513470 w 9539210"/>
              <a:gd name="connsiteY19" fmla="*/ 0 h 457035"/>
              <a:gd name="connsiteX20" fmla="*/ 7529315 w 9539210"/>
              <a:gd name="connsiteY20" fmla="*/ 0 h 457035"/>
              <a:gd name="connsiteX21" fmla="*/ 7695503 w 9539210"/>
              <a:gd name="connsiteY21" fmla="*/ 0 h 457035"/>
              <a:gd name="connsiteX22" fmla="*/ 7713187 w 9539210"/>
              <a:gd name="connsiteY22" fmla="*/ 0 h 457035"/>
              <a:gd name="connsiteX23" fmla="*/ 7823245 w 9539210"/>
              <a:gd name="connsiteY23" fmla="*/ 0 h 457035"/>
              <a:gd name="connsiteX24" fmla="*/ 7879375 w 9539210"/>
              <a:gd name="connsiteY24" fmla="*/ 0 h 457035"/>
              <a:gd name="connsiteX25" fmla="*/ 7989433 w 9539210"/>
              <a:gd name="connsiteY25" fmla="*/ 0 h 457035"/>
              <a:gd name="connsiteX26" fmla="*/ 8007117 w 9539210"/>
              <a:gd name="connsiteY26" fmla="*/ 0 h 457035"/>
              <a:gd name="connsiteX27" fmla="*/ 8173305 w 9539210"/>
              <a:gd name="connsiteY27" fmla="*/ 0 h 457035"/>
              <a:gd name="connsiteX28" fmla="*/ 9189151 w 9539210"/>
              <a:gd name="connsiteY28" fmla="*/ 0 h 457035"/>
              <a:gd name="connsiteX29" fmla="*/ 9355339 w 9539210"/>
              <a:gd name="connsiteY29" fmla="*/ 0 h 457035"/>
              <a:gd name="connsiteX30" fmla="*/ 9373022 w 9539210"/>
              <a:gd name="connsiteY30" fmla="*/ 0 h 457035"/>
              <a:gd name="connsiteX31" fmla="*/ 9539210 w 9539210"/>
              <a:gd name="connsiteY31" fmla="*/ 0 h 457035"/>
              <a:gd name="connsiteX32" fmla="*/ 9539210 w 9539210"/>
              <a:gd name="connsiteY32" fmla="*/ 457035 h 457035"/>
              <a:gd name="connsiteX33" fmla="*/ 9373022 w 9539210"/>
              <a:gd name="connsiteY33" fmla="*/ 457035 h 457035"/>
              <a:gd name="connsiteX34" fmla="*/ 9355339 w 9539210"/>
              <a:gd name="connsiteY34" fmla="*/ 457035 h 457035"/>
              <a:gd name="connsiteX35" fmla="*/ 9189151 w 9539210"/>
              <a:gd name="connsiteY35" fmla="*/ 457035 h 457035"/>
              <a:gd name="connsiteX36" fmla="*/ 8173305 w 9539210"/>
              <a:gd name="connsiteY36" fmla="*/ 457035 h 457035"/>
              <a:gd name="connsiteX37" fmla="*/ 8007117 w 9539210"/>
              <a:gd name="connsiteY37" fmla="*/ 457035 h 457035"/>
              <a:gd name="connsiteX38" fmla="*/ 7989433 w 9539210"/>
              <a:gd name="connsiteY38" fmla="*/ 457035 h 457035"/>
              <a:gd name="connsiteX39" fmla="*/ 7879375 w 9539210"/>
              <a:gd name="connsiteY39" fmla="*/ 457035 h 457035"/>
              <a:gd name="connsiteX40" fmla="*/ 7823245 w 9539210"/>
              <a:gd name="connsiteY40" fmla="*/ 457035 h 457035"/>
              <a:gd name="connsiteX41" fmla="*/ 7713187 w 9539210"/>
              <a:gd name="connsiteY41" fmla="*/ 457035 h 457035"/>
              <a:gd name="connsiteX42" fmla="*/ 7695503 w 9539210"/>
              <a:gd name="connsiteY42" fmla="*/ 457035 h 457035"/>
              <a:gd name="connsiteX43" fmla="*/ 7529315 w 9539210"/>
              <a:gd name="connsiteY43" fmla="*/ 457035 h 457035"/>
              <a:gd name="connsiteX44" fmla="*/ 6513470 w 9539210"/>
              <a:gd name="connsiteY44" fmla="*/ 457035 h 457035"/>
              <a:gd name="connsiteX45" fmla="*/ 6347282 w 9539210"/>
              <a:gd name="connsiteY45" fmla="*/ 457035 h 457035"/>
              <a:gd name="connsiteX46" fmla="*/ 6329598 w 9539210"/>
              <a:gd name="connsiteY46" fmla="*/ 457035 h 457035"/>
              <a:gd name="connsiteX47" fmla="*/ 6163410 w 9539210"/>
              <a:gd name="connsiteY47" fmla="*/ 457035 h 457035"/>
              <a:gd name="connsiteX48" fmla="*/ 5179684 w 9539210"/>
              <a:gd name="connsiteY48" fmla="*/ 457035 h 457035"/>
              <a:gd name="connsiteX49" fmla="*/ 5013495 w 9539210"/>
              <a:gd name="connsiteY49" fmla="*/ 457035 h 457035"/>
              <a:gd name="connsiteX50" fmla="*/ 4995813 w 9539210"/>
              <a:gd name="connsiteY50" fmla="*/ 457035 h 457035"/>
              <a:gd name="connsiteX51" fmla="*/ 4829624 w 9539210"/>
              <a:gd name="connsiteY51" fmla="*/ 457035 h 457035"/>
              <a:gd name="connsiteX52" fmla="*/ 3519849 w 9539210"/>
              <a:gd name="connsiteY52" fmla="*/ 457035 h 457035"/>
              <a:gd name="connsiteX53" fmla="*/ 3353660 w 9539210"/>
              <a:gd name="connsiteY53" fmla="*/ 457035 h 457035"/>
              <a:gd name="connsiteX54" fmla="*/ 3335978 w 9539210"/>
              <a:gd name="connsiteY54" fmla="*/ 457035 h 457035"/>
              <a:gd name="connsiteX55" fmla="*/ 3169789 w 9539210"/>
              <a:gd name="connsiteY55" fmla="*/ 457035 h 457035"/>
              <a:gd name="connsiteX56" fmla="*/ 1910584 w 9539210"/>
              <a:gd name="connsiteY56" fmla="*/ 457035 h 457035"/>
              <a:gd name="connsiteX57" fmla="*/ 1744396 w 9539210"/>
              <a:gd name="connsiteY57" fmla="*/ 457035 h 457035"/>
              <a:gd name="connsiteX58" fmla="*/ 1726713 w 9539210"/>
              <a:gd name="connsiteY58" fmla="*/ 457035 h 457035"/>
              <a:gd name="connsiteX59" fmla="*/ 1659835 w 9539210"/>
              <a:gd name="connsiteY59" fmla="*/ 457035 h 457035"/>
              <a:gd name="connsiteX60" fmla="*/ 250749 w 9539210"/>
              <a:gd name="connsiteY60" fmla="*/ 457035 h 457035"/>
              <a:gd name="connsiteX61" fmla="*/ 84561 w 9539210"/>
              <a:gd name="connsiteY61" fmla="*/ 457035 h 457035"/>
              <a:gd name="connsiteX62" fmla="*/ 66878 w 9539210"/>
              <a:gd name="connsiteY62" fmla="*/ 457035 h 457035"/>
              <a:gd name="connsiteX63" fmla="*/ 0 w 9539210"/>
              <a:gd name="connsiteY63" fmla="*/ 457035 h 457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9539210" h="457035">
                <a:moveTo>
                  <a:pt x="329395" y="0"/>
                </a:moveTo>
                <a:lnTo>
                  <a:pt x="495584" y="0"/>
                </a:lnTo>
                <a:lnTo>
                  <a:pt x="513267" y="0"/>
                </a:lnTo>
                <a:lnTo>
                  <a:pt x="679456" y="0"/>
                </a:lnTo>
                <a:lnTo>
                  <a:pt x="1989230" y="0"/>
                </a:lnTo>
                <a:lnTo>
                  <a:pt x="2155419" y="0"/>
                </a:lnTo>
                <a:lnTo>
                  <a:pt x="2173102" y="0"/>
                </a:lnTo>
                <a:lnTo>
                  <a:pt x="2339291" y="0"/>
                </a:lnTo>
                <a:lnTo>
                  <a:pt x="3598496" y="0"/>
                </a:lnTo>
                <a:lnTo>
                  <a:pt x="3764684" y="0"/>
                </a:lnTo>
                <a:lnTo>
                  <a:pt x="3782368" y="0"/>
                </a:lnTo>
                <a:lnTo>
                  <a:pt x="3948555" y="0"/>
                </a:lnTo>
                <a:lnTo>
                  <a:pt x="5258331" y="0"/>
                </a:lnTo>
                <a:lnTo>
                  <a:pt x="5424519" y="0"/>
                </a:lnTo>
                <a:lnTo>
                  <a:pt x="5442203" y="0"/>
                </a:lnTo>
                <a:lnTo>
                  <a:pt x="5608390" y="0"/>
                </a:lnTo>
                <a:lnTo>
                  <a:pt x="6163410" y="0"/>
                </a:lnTo>
                <a:lnTo>
                  <a:pt x="6329598" y="0"/>
                </a:lnTo>
                <a:lnTo>
                  <a:pt x="6347282" y="0"/>
                </a:lnTo>
                <a:lnTo>
                  <a:pt x="6513470" y="0"/>
                </a:lnTo>
                <a:lnTo>
                  <a:pt x="7529315" y="0"/>
                </a:lnTo>
                <a:lnTo>
                  <a:pt x="7695503" y="0"/>
                </a:lnTo>
                <a:lnTo>
                  <a:pt x="7713187" y="0"/>
                </a:lnTo>
                <a:lnTo>
                  <a:pt x="7823245" y="0"/>
                </a:lnTo>
                <a:lnTo>
                  <a:pt x="7879375" y="0"/>
                </a:lnTo>
                <a:lnTo>
                  <a:pt x="7989433" y="0"/>
                </a:lnTo>
                <a:lnTo>
                  <a:pt x="8007117" y="0"/>
                </a:lnTo>
                <a:lnTo>
                  <a:pt x="8173305" y="0"/>
                </a:lnTo>
                <a:lnTo>
                  <a:pt x="9189151" y="0"/>
                </a:lnTo>
                <a:lnTo>
                  <a:pt x="9355339" y="0"/>
                </a:lnTo>
                <a:lnTo>
                  <a:pt x="9373022" y="0"/>
                </a:lnTo>
                <a:lnTo>
                  <a:pt x="9539210" y="0"/>
                </a:lnTo>
                <a:lnTo>
                  <a:pt x="9539210" y="457035"/>
                </a:lnTo>
                <a:lnTo>
                  <a:pt x="9373022" y="457035"/>
                </a:lnTo>
                <a:lnTo>
                  <a:pt x="9355339" y="457035"/>
                </a:lnTo>
                <a:lnTo>
                  <a:pt x="9189151" y="457035"/>
                </a:lnTo>
                <a:lnTo>
                  <a:pt x="8173305" y="457035"/>
                </a:lnTo>
                <a:lnTo>
                  <a:pt x="8007117" y="457035"/>
                </a:lnTo>
                <a:lnTo>
                  <a:pt x="7989433" y="457035"/>
                </a:lnTo>
                <a:lnTo>
                  <a:pt x="7879375" y="457035"/>
                </a:lnTo>
                <a:lnTo>
                  <a:pt x="7823245" y="457035"/>
                </a:lnTo>
                <a:lnTo>
                  <a:pt x="7713187" y="457035"/>
                </a:lnTo>
                <a:lnTo>
                  <a:pt x="7695503" y="457035"/>
                </a:lnTo>
                <a:lnTo>
                  <a:pt x="7529315" y="457035"/>
                </a:lnTo>
                <a:lnTo>
                  <a:pt x="6513470" y="457035"/>
                </a:lnTo>
                <a:lnTo>
                  <a:pt x="6347282" y="457035"/>
                </a:lnTo>
                <a:lnTo>
                  <a:pt x="6329598" y="457035"/>
                </a:lnTo>
                <a:lnTo>
                  <a:pt x="6163410" y="457035"/>
                </a:lnTo>
                <a:lnTo>
                  <a:pt x="5179684" y="457035"/>
                </a:lnTo>
                <a:lnTo>
                  <a:pt x="5013495" y="457035"/>
                </a:lnTo>
                <a:lnTo>
                  <a:pt x="4995813" y="457035"/>
                </a:lnTo>
                <a:lnTo>
                  <a:pt x="4829624" y="457035"/>
                </a:lnTo>
                <a:lnTo>
                  <a:pt x="3519849" y="457035"/>
                </a:lnTo>
                <a:lnTo>
                  <a:pt x="3353660" y="457035"/>
                </a:lnTo>
                <a:lnTo>
                  <a:pt x="3335978" y="457035"/>
                </a:lnTo>
                <a:lnTo>
                  <a:pt x="3169789" y="457035"/>
                </a:lnTo>
                <a:lnTo>
                  <a:pt x="1910584" y="457035"/>
                </a:lnTo>
                <a:lnTo>
                  <a:pt x="1744396" y="457035"/>
                </a:lnTo>
                <a:lnTo>
                  <a:pt x="1726713" y="457035"/>
                </a:lnTo>
                <a:lnTo>
                  <a:pt x="1659835" y="457035"/>
                </a:lnTo>
                <a:lnTo>
                  <a:pt x="250749" y="457035"/>
                </a:lnTo>
                <a:lnTo>
                  <a:pt x="84561" y="457035"/>
                </a:lnTo>
                <a:lnTo>
                  <a:pt x="66878" y="457035"/>
                </a:lnTo>
                <a:lnTo>
                  <a:pt x="0" y="457035"/>
                </a:lnTo>
                <a:close/>
              </a:path>
            </a:pathLst>
          </a:custGeom>
          <a:gradFill flip="none" rotWithShape="1">
            <a:gsLst>
              <a:gs pos="0">
                <a:srgbClr val="2BBBF0">
                  <a:alpha val="46000"/>
                </a:srgbClr>
              </a:gs>
              <a:gs pos="100000">
                <a:srgbClr val="D5DCE6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DF16EB-8204-45E0-EEB0-AB6418D6D2CD}"/>
              </a:ext>
            </a:extLst>
          </p:cNvPr>
          <p:cNvGrpSpPr/>
          <p:nvPr userDrawn="1"/>
        </p:nvGrpSpPr>
        <p:grpSpPr>
          <a:xfrm>
            <a:off x="-6523" y="-31383"/>
            <a:ext cx="1356241" cy="1045911"/>
            <a:chOff x="1208" y="-31383"/>
            <a:chExt cx="1493824" cy="115201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4E2D1E0-932F-EEC8-18D5-E145E1105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19" r="26657"/>
            <a:stretch>
              <a:fillRect/>
            </a:stretch>
          </p:blipFill>
          <p:spPr>
            <a:xfrm>
              <a:off x="521944" y="10302"/>
              <a:ext cx="963724" cy="1052960"/>
            </a:xfrm>
            <a:custGeom>
              <a:avLst/>
              <a:gdLst>
                <a:gd name="connsiteX0" fmla="*/ 0 w 5418511"/>
                <a:gd name="connsiteY0" fmla="*/ 0 h 5879490"/>
                <a:gd name="connsiteX1" fmla="*/ 5418511 w 5418511"/>
                <a:gd name="connsiteY1" fmla="*/ 0 h 5879490"/>
                <a:gd name="connsiteX2" fmla="*/ 1197080 w 5418511"/>
                <a:gd name="connsiteY2" fmla="*/ 5879490 h 5879490"/>
                <a:gd name="connsiteX3" fmla="*/ 0 w 5418511"/>
                <a:gd name="connsiteY3" fmla="*/ 5879490 h 587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8511" h="5879490">
                  <a:moveTo>
                    <a:pt x="0" y="0"/>
                  </a:moveTo>
                  <a:lnTo>
                    <a:pt x="5418511" y="0"/>
                  </a:lnTo>
                  <a:lnTo>
                    <a:pt x="1197080" y="5879490"/>
                  </a:lnTo>
                  <a:lnTo>
                    <a:pt x="0" y="5879490"/>
                  </a:lnTo>
                  <a:close/>
                </a:path>
              </a:pathLst>
            </a:cu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08BAADF-A30B-4C49-7417-A24FF5305713}"/>
                </a:ext>
              </a:extLst>
            </p:cNvPr>
            <p:cNvGrpSpPr/>
            <p:nvPr/>
          </p:nvGrpSpPr>
          <p:grpSpPr>
            <a:xfrm flipV="1">
              <a:off x="1208" y="-31383"/>
              <a:ext cx="1417823" cy="924873"/>
              <a:chOff x="-4091" y="2974700"/>
              <a:chExt cx="7228703" cy="4715421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F33A35C6-F924-7C79-A68D-69D99719D6A7}"/>
                  </a:ext>
                </a:extLst>
              </p:cNvPr>
              <p:cNvGrpSpPr/>
              <p:nvPr/>
            </p:nvGrpSpPr>
            <p:grpSpPr>
              <a:xfrm>
                <a:off x="-4091" y="2974700"/>
                <a:ext cx="6058941" cy="4574809"/>
                <a:chOff x="2741079" y="3003508"/>
                <a:chExt cx="6067844" cy="4546117"/>
              </a:xfrm>
            </p:grpSpPr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E44AE588-49DD-9CA1-822C-29263CC3924C}"/>
                    </a:ext>
                  </a:extLst>
                </p:cNvPr>
                <p:cNvSpPr/>
                <p:nvPr/>
              </p:nvSpPr>
              <p:spPr>
                <a:xfrm rot="10800000" flipH="1">
                  <a:off x="2741079" y="3589053"/>
                  <a:ext cx="3539271" cy="3930117"/>
                </a:xfrm>
                <a:custGeom>
                  <a:avLst/>
                  <a:gdLst>
                    <a:gd name="connsiteX0" fmla="*/ 2706159 w 4115350"/>
                    <a:gd name="connsiteY0" fmla="*/ 4569451 h 4569451"/>
                    <a:gd name="connsiteX1" fmla="*/ 4115350 w 4115350"/>
                    <a:gd name="connsiteY1" fmla="*/ 2614195 h 4569451"/>
                    <a:gd name="connsiteX2" fmla="*/ 2231249 w 4115350"/>
                    <a:gd name="connsiteY2" fmla="*/ 0 h 4569451"/>
                    <a:gd name="connsiteX3" fmla="*/ 0 w 4115350"/>
                    <a:gd name="connsiteY3" fmla="*/ 0 h 4569451"/>
                    <a:gd name="connsiteX4" fmla="*/ 0 w 4115350"/>
                    <a:gd name="connsiteY4" fmla="*/ 814649 h 4569451"/>
                    <a:gd name="connsiteX5" fmla="*/ 2706159 w 4115350"/>
                    <a:gd name="connsiteY5" fmla="*/ 4569451 h 4569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15350" h="4569451">
                      <a:moveTo>
                        <a:pt x="2706159" y="4569451"/>
                      </a:moveTo>
                      <a:lnTo>
                        <a:pt x="4115350" y="2614195"/>
                      </a:lnTo>
                      <a:lnTo>
                        <a:pt x="2231249" y="0"/>
                      </a:lnTo>
                      <a:lnTo>
                        <a:pt x="0" y="0"/>
                      </a:lnTo>
                      <a:lnTo>
                        <a:pt x="0" y="814649"/>
                      </a:lnTo>
                      <a:lnTo>
                        <a:pt x="2706159" y="456945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5DCE6">
                        <a:alpha val="38000"/>
                      </a:srgbClr>
                    </a:gs>
                    <a:gs pos="100000">
                      <a:srgbClr val="B1BDCD">
                        <a:alpha val="3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자유형: 도형 18">
                  <a:extLst>
                    <a:ext uri="{FF2B5EF4-FFF2-40B4-BE49-F238E27FC236}">
                      <a16:creationId xmlns:a16="http://schemas.microsoft.com/office/drawing/2014/main" id="{311A8E09-DB16-C980-5AC1-D9928C07AC7D}"/>
                    </a:ext>
                  </a:extLst>
                </p:cNvPr>
                <p:cNvSpPr/>
                <p:nvPr/>
              </p:nvSpPr>
              <p:spPr>
                <a:xfrm rot="10800000">
                  <a:off x="2750033" y="3008692"/>
                  <a:ext cx="2771247" cy="1931922"/>
                </a:xfrm>
                <a:custGeom>
                  <a:avLst/>
                  <a:gdLst>
                    <a:gd name="connsiteX0" fmla="*/ 1097984 w 2195968"/>
                    <a:gd name="connsiteY0" fmla="*/ 0 h 1549908"/>
                    <a:gd name="connsiteX1" fmla="*/ 2195968 w 2195968"/>
                    <a:gd name="connsiteY1" fmla="*/ 1542394 h 1549908"/>
                    <a:gd name="connsiteX2" fmla="*/ 2190619 w 2195968"/>
                    <a:gd name="connsiteY2" fmla="*/ 1549908 h 1549908"/>
                    <a:gd name="connsiteX3" fmla="*/ 5349 w 2195968"/>
                    <a:gd name="connsiteY3" fmla="*/ 1549908 h 1549908"/>
                    <a:gd name="connsiteX4" fmla="*/ 0 w 2195968"/>
                    <a:gd name="connsiteY4" fmla="*/ 1542394 h 154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5968" h="1549908">
                      <a:moveTo>
                        <a:pt x="1097984" y="0"/>
                      </a:moveTo>
                      <a:lnTo>
                        <a:pt x="2195968" y="1542394"/>
                      </a:lnTo>
                      <a:lnTo>
                        <a:pt x="2190619" y="1549908"/>
                      </a:lnTo>
                      <a:lnTo>
                        <a:pt x="5349" y="1549908"/>
                      </a:lnTo>
                      <a:lnTo>
                        <a:pt x="0" y="154239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38000"/>
                      </a:srgbClr>
                    </a:gs>
                    <a:gs pos="100000">
                      <a:srgbClr val="A0AFC2">
                        <a:alpha val="5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0" name="자유형: 도형 19">
                  <a:extLst>
                    <a:ext uri="{FF2B5EF4-FFF2-40B4-BE49-F238E27FC236}">
                      <a16:creationId xmlns:a16="http://schemas.microsoft.com/office/drawing/2014/main" id="{5019FF1A-FB23-E3E6-4163-56CD04CA4EDD}"/>
                    </a:ext>
                  </a:extLst>
                </p:cNvPr>
                <p:cNvSpPr/>
                <p:nvPr/>
              </p:nvSpPr>
              <p:spPr>
                <a:xfrm rot="10800000" flipH="1">
                  <a:off x="4130454" y="3003508"/>
                  <a:ext cx="4678469" cy="4546117"/>
                </a:xfrm>
                <a:custGeom>
                  <a:avLst/>
                  <a:gdLst>
                    <a:gd name="connsiteX0" fmla="*/ 1409191 w 4702483"/>
                    <a:gd name="connsiteY0" fmla="*/ 4569451 h 4569451"/>
                    <a:gd name="connsiteX1" fmla="*/ 4702483 w 4702483"/>
                    <a:gd name="connsiteY1" fmla="*/ 0 h 4569451"/>
                    <a:gd name="connsiteX2" fmla="*/ 1884100 w 4702483"/>
                    <a:gd name="connsiteY2" fmla="*/ 0 h 4569451"/>
                    <a:gd name="connsiteX3" fmla="*/ 0 w 4702483"/>
                    <a:gd name="connsiteY3" fmla="*/ 2614195 h 4569451"/>
                    <a:gd name="connsiteX4" fmla="*/ 1409191 w 4702483"/>
                    <a:gd name="connsiteY4" fmla="*/ 4569451 h 4569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02483" h="4569451">
                      <a:moveTo>
                        <a:pt x="1409191" y="4569451"/>
                      </a:moveTo>
                      <a:lnTo>
                        <a:pt x="4702483" y="0"/>
                      </a:lnTo>
                      <a:lnTo>
                        <a:pt x="1884100" y="0"/>
                      </a:lnTo>
                      <a:lnTo>
                        <a:pt x="0" y="2614195"/>
                      </a:lnTo>
                      <a:lnTo>
                        <a:pt x="1409191" y="456945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BBBF0">
                        <a:alpha val="48000"/>
                      </a:srgbClr>
                    </a:gs>
                    <a:gs pos="100000">
                      <a:srgbClr val="D5DCE6">
                        <a:alpha val="2000"/>
                      </a:srgb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D5F6F3B2-2B7F-A3C3-424C-F9D5818C0D28}"/>
                  </a:ext>
                </a:extLst>
              </p:cNvPr>
              <p:cNvSpPr/>
              <p:nvPr/>
            </p:nvSpPr>
            <p:spPr>
              <a:xfrm>
                <a:off x="3198559" y="2981214"/>
                <a:ext cx="4026053" cy="4708907"/>
              </a:xfrm>
              <a:custGeom>
                <a:avLst/>
                <a:gdLst>
                  <a:gd name="connsiteX0" fmla="*/ 3237139 w 3237139"/>
                  <a:gd name="connsiteY0" fmla="*/ 0 h 3786187"/>
                  <a:gd name="connsiteX1" fmla="*/ 2695272 w 3237139"/>
                  <a:gd name="connsiteY1" fmla="*/ 0 h 3786187"/>
                  <a:gd name="connsiteX2" fmla="*/ 0 w 3237139"/>
                  <a:gd name="connsiteY2" fmla="*/ 3786187 h 3786187"/>
                  <a:gd name="connsiteX3" fmla="*/ 541867 w 3237139"/>
                  <a:gd name="connsiteY3" fmla="*/ 3786187 h 3786187"/>
                  <a:gd name="connsiteX4" fmla="*/ 3237139 w 3237139"/>
                  <a:gd name="connsiteY4" fmla="*/ 0 h 378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7139" h="3786187">
                    <a:moveTo>
                      <a:pt x="3237139" y="0"/>
                    </a:moveTo>
                    <a:lnTo>
                      <a:pt x="2695272" y="0"/>
                    </a:lnTo>
                    <a:lnTo>
                      <a:pt x="0" y="3786187"/>
                    </a:lnTo>
                    <a:lnTo>
                      <a:pt x="541867" y="3786187"/>
                    </a:lnTo>
                    <a:lnTo>
                      <a:pt x="3237139" y="0"/>
                    </a:lnTo>
                    <a:close/>
                  </a:path>
                </a:pathLst>
              </a:custGeom>
              <a:gradFill flip="none" rotWithShape="1">
                <a:gsLst>
                  <a:gs pos="2000">
                    <a:srgbClr val="D5DCE6">
                      <a:alpha val="14000"/>
                    </a:srgbClr>
                  </a:gs>
                  <a:gs pos="100000">
                    <a:srgbClr val="FFFFFF">
                      <a:alpha val="26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FB8F3357-574A-1E4E-5608-1032970968AA}"/>
                  </a:ext>
                </a:extLst>
              </p:cNvPr>
              <p:cNvSpPr/>
              <p:nvPr/>
            </p:nvSpPr>
            <p:spPr>
              <a:xfrm>
                <a:off x="0" y="2981214"/>
                <a:ext cx="3539270" cy="4543649"/>
              </a:xfrm>
              <a:custGeom>
                <a:avLst/>
                <a:gdLst>
                  <a:gd name="connsiteX0" fmla="*/ 3352129 w 3617465"/>
                  <a:gd name="connsiteY0" fmla="*/ 0 h 4708907"/>
                  <a:gd name="connsiteX1" fmla="*/ 3617465 w 3617465"/>
                  <a:gd name="connsiteY1" fmla="*/ 0 h 4708907"/>
                  <a:gd name="connsiteX2" fmla="*/ 265336 w 3617465"/>
                  <a:gd name="connsiteY2" fmla="*/ 4708907 h 4708907"/>
                  <a:gd name="connsiteX3" fmla="*/ 0 w 3617465"/>
                  <a:gd name="connsiteY3" fmla="*/ 4708907 h 4708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7465" h="4708907">
                    <a:moveTo>
                      <a:pt x="3352129" y="0"/>
                    </a:moveTo>
                    <a:lnTo>
                      <a:pt x="3617465" y="0"/>
                    </a:lnTo>
                    <a:lnTo>
                      <a:pt x="265336" y="4708907"/>
                    </a:lnTo>
                    <a:lnTo>
                      <a:pt x="0" y="4708907"/>
                    </a:lnTo>
                    <a:close/>
                  </a:path>
                </a:pathLst>
              </a:custGeom>
              <a:gradFill flip="none" rotWithShape="1">
                <a:gsLst>
                  <a:gs pos="2000">
                    <a:srgbClr val="D5DCE6">
                      <a:alpha val="6000"/>
                    </a:srgbClr>
                  </a:gs>
                  <a:gs pos="100000">
                    <a:srgbClr val="FFFFFF">
                      <a:alpha val="16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9D845996-98C1-8020-B3C1-345904ADB8E4}"/>
                  </a:ext>
                </a:extLst>
              </p:cNvPr>
              <p:cNvSpPr/>
              <p:nvPr/>
            </p:nvSpPr>
            <p:spPr>
              <a:xfrm rot="10800000">
                <a:off x="1862931" y="2998206"/>
                <a:ext cx="1855521" cy="1293538"/>
              </a:xfrm>
              <a:custGeom>
                <a:avLst/>
                <a:gdLst>
                  <a:gd name="connsiteX0" fmla="*/ 1097984 w 2195968"/>
                  <a:gd name="connsiteY0" fmla="*/ 0 h 1549908"/>
                  <a:gd name="connsiteX1" fmla="*/ 2195968 w 2195968"/>
                  <a:gd name="connsiteY1" fmla="*/ 1542394 h 1549908"/>
                  <a:gd name="connsiteX2" fmla="*/ 2190619 w 2195968"/>
                  <a:gd name="connsiteY2" fmla="*/ 1549908 h 1549908"/>
                  <a:gd name="connsiteX3" fmla="*/ 5349 w 2195968"/>
                  <a:gd name="connsiteY3" fmla="*/ 1549908 h 1549908"/>
                  <a:gd name="connsiteX4" fmla="*/ 0 w 2195968"/>
                  <a:gd name="connsiteY4" fmla="*/ 1542394 h 1549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5968" h="1549908">
                    <a:moveTo>
                      <a:pt x="1097984" y="0"/>
                    </a:moveTo>
                    <a:lnTo>
                      <a:pt x="2195968" y="1542394"/>
                    </a:lnTo>
                    <a:lnTo>
                      <a:pt x="2190619" y="1549908"/>
                    </a:lnTo>
                    <a:lnTo>
                      <a:pt x="5349" y="1549908"/>
                    </a:lnTo>
                    <a:lnTo>
                      <a:pt x="0" y="154239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99FDE">
                      <a:alpha val="52000"/>
                    </a:srgbClr>
                  </a:gs>
                  <a:gs pos="100000">
                    <a:srgbClr val="A0AFC2">
                      <a:alpha val="6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C4F0B0F4-D34D-F08D-7A2F-902CCE94EE0A}"/>
                  </a:ext>
                </a:extLst>
              </p:cNvPr>
              <p:cNvSpPr/>
              <p:nvPr/>
            </p:nvSpPr>
            <p:spPr>
              <a:xfrm rot="10800000">
                <a:off x="15087" y="3453723"/>
                <a:ext cx="2030095" cy="2053832"/>
              </a:xfrm>
              <a:custGeom>
                <a:avLst/>
                <a:gdLst>
                  <a:gd name="connsiteX0" fmla="*/ 1605540 w 1605540"/>
                  <a:gd name="connsiteY0" fmla="*/ 0 h 1613132"/>
                  <a:gd name="connsiteX1" fmla="*/ 1148340 w 1605540"/>
                  <a:gd name="connsiteY1" fmla="*/ 0 h 1613132"/>
                  <a:gd name="connsiteX2" fmla="*/ 0 w 1605540"/>
                  <a:gd name="connsiteY2" fmla="*/ 1613132 h 1613132"/>
                  <a:gd name="connsiteX3" fmla="*/ 457200 w 1605540"/>
                  <a:gd name="connsiteY3" fmla="*/ 1613132 h 1613132"/>
                  <a:gd name="connsiteX4" fmla="*/ 1605540 w 1605540"/>
                  <a:gd name="connsiteY4" fmla="*/ 0 h 16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540" h="1613132">
                    <a:moveTo>
                      <a:pt x="1605540" y="0"/>
                    </a:moveTo>
                    <a:lnTo>
                      <a:pt x="1148340" y="0"/>
                    </a:lnTo>
                    <a:lnTo>
                      <a:pt x="0" y="1613132"/>
                    </a:lnTo>
                    <a:lnTo>
                      <a:pt x="457200" y="1613132"/>
                    </a:lnTo>
                    <a:lnTo>
                      <a:pt x="160554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99FDE">
                      <a:alpha val="14000"/>
                    </a:srgbClr>
                  </a:gs>
                  <a:gs pos="100000">
                    <a:srgbClr val="A0AFC2">
                      <a:alpha val="6000"/>
                    </a:srgb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617EFAE5-1293-8CDE-2565-ED1D75F630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69" t="8458" r="-18152" b="28813"/>
            <a:stretch/>
          </p:blipFill>
          <p:spPr bwMode="auto">
            <a:xfrm rot="12918836" flipH="1">
              <a:off x="1151911" y="-30960"/>
              <a:ext cx="343121" cy="1151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B80DD16-65C2-29A9-4E3E-3E18FF1FF1E2}"/>
              </a:ext>
            </a:extLst>
          </p:cNvPr>
          <p:cNvGrpSpPr/>
          <p:nvPr userDrawn="1"/>
        </p:nvGrpSpPr>
        <p:grpSpPr>
          <a:xfrm flipH="1">
            <a:off x="-6522" y="7197013"/>
            <a:ext cx="10698334" cy="362872"/>
            <a:chOff x="0" y="7197013"/>
            <a:chExt cx="10698334" cy="36287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D9552B2-9451-74B7-55F6-CA2C32471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98" t="43424" r="1674" b="45847"/>
            <a:stretch/>
          </p:blipFill>
          <p:spPr>
            <a:xfrm>
              <a:off x="0" y="7222789"/>
              <a:ext cx="10691813" cy="336886"/>
            </a:xfrm>
            <a:custGeom>
              <a:avLst/>
              <a:gdLst>
                <a:gd name="connsiteX0" fmla="*/ 9558504 w 9558504"/>
                <a:gd name="connsiteY0" fmla="*/ 0 h 535437"/>
                <a:gd name="connsiteX1" fmla="*/ 0 w 9558504"/>
                <a:gd name="connsiteY1" fmla="*/ 0 h 535437"/>
                <a:gd name="connsiteX2" fmla="*/ 0 w 9558504"/>
                <a:gd name="connsiteY2" fmla="*/ 535437 h 535437"/>
                <a:gd name="connsiteX3" fmla="*/ 9558504 w 9558504"/>
                <a:gd name="connsiteY3" fmla="*/ 535437 h 53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58504" h="535437">
                  <a:moveTo>
                    <a:pt x="9558504" y="0"/>
                  </a:moveTo>
                  <a:lnTo>
                    <a:pt x="0" y="0"/>
                  </a:lnTo>
                  <a:lnTo>
                    <a:pt x="0" y="535437"/>
                  </a:lnTo>
                  <a:lnTo>
                    <a:pt x="9558504" y="535437"/>
                  </a:lnTo>
                  <a:close/>
                </a:path>
              </a:pathLst>
            </a:cu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7759B0B-9F20-7FE4-C47A-53579CE18A06}"/>
                </a:ext>
              </a:extLst>
            </p:cNvPr>
            <p:cNvGrpSpPr/>
            <p:nvPr/>
          </p:nvGrpSpPr>
          <p:grpSpPr>
            <a:xfrm rot="10800000">
              <a:off x="317599" y="7197013"/>
              <a:ext cx="10380735" cy="362872"/>
              <a:chOff x="-65388270" y="-56579"/>
              <a:chExt cx="73363854" cy="2564527"/>
            </a:xfrm>
          </p:grpSpPr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7F4B07E5-1ED8-771C-C6D9-1FC44FC3E067}"/>
                  </a:ext>
                </a:extLst>
              </p:cNvPr>
              <p:cNvSpPr/>
              <p:nvPr/>
            </p:nvSpPr>
            <p:spPr>
              <a:xfrm>
                <a:off x="5463092" y="85368"/>
                <a:ext cx="1807549" cy="2128780"/>
              </a:xfrm>
              <a:custGeom>
                <a:avLst/>
                <a:gdLst>
                  <a:gd name="connsiteX0" fmla="*/ 3237139 w 3237139"/>
                  <a:gd name="connsiteY0" fmla="*/ 0 h 3786187"/>
                  <a:gd name="connsiteX1" fmla="*/ 2695272 w 3237139"/>
                  <a:gd name="connsiteY1" fmla="*/ 0 h 3786187"/>
                  <a:gd name="connsiteX2" fmla="*/ 0 w 3237139"/>
                  <a:gd name="connsiteY2" fmla="*/ 3786187 h 3786187"/>
                  <a:gd name="connsiteX3" fmla="*/ 541867 w 3237139"/>
                  <a:gd name="connsiteY3" fmla="*/ 3786187 h 3786187"/>
                  <a:gd name="connsiteX4" fmla="*/ 3237139 w 3237139"/>
                  <a:gd name="connsiteY4" fmla="*/ 0 h 378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7139" h="3786187">
                    <a:moveTo>
                      <a:pt x="3237139" y="0"/>
                    </a:moveTo>
                    <a:lnTo>
                      <a:pt x="2695272" y="0"/>
                    </a:lnTo>
                    <a:lnTo>
                      <a:pt x="0" y="3786187"/>
                    </a:lnTo>
                    <a:lnTo>
                      <a:pt x="541867" y="3786187"/>
                    </a:lnTo>
                    <a:lnTo>
                      <a:pt x="323713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5DCE6">
                      <a:alpha val="26000"/>
                    </a:srgbClr>
                  </a:gs>
                  <a:gs pos="100000">
                    <a:srgbClr val="FFFFFF">
                      <a:alpha val="68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A2490C9C-D010-DBCF-0E58-45BF78EDF646}"/>
                  </a:ext>
                </a:extLst>
              </p:cNvPr>
              <p:cNvGrpSpPr/>
              <p:nvPr/>
            </p:nvGrpSpPr>
            <p:grpSpPr>
              <a:xfrm flipH="1">
                <a:off x="-65388270" y="-56579"/>
                <a:ext cx="3909154" cy="2220409"/>
                <a:chOff x="93220189" y="44407"/>
                <a:chExt cx="4990355" cy="2812049"/>
              </a:xfrm>
            </p:grpSpPr>
            <p:sp>
              <p:nvSpPr>
                <p:cNvPr id="27" name="자유형: 도형 26">
                  <a:extLst>
                    <a:ext uri="{FF2B5EF4-FFF2-40B4-BE49-F238E27FC236}">
                      <a16:creationId xmlns:a16="http://schemas.microsoft.com/office/drawing/2014/main" id="{BF88435C-1DA9-96D9-B153-C8FA98835EAD}"/>
                    </a:ext>
                  </a:extLst>
                </p:cNvPr>
                <p:cNvSpPr/>
                <p:nvPr/>
              </p:nvSpPr>
              <p:spPr>
                <a:xfrm flipH="1">
                  <a:off x="95748604" y="44407"/>
                  <a:ext cx="2461940" cy="2456814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10000"/>
                      </a:srgbClr>
                    </a:gs>
                    <a:gs pos="100000">
                      <a:srgbClr val="D5DCE6">
                        <a:alpha val="55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8" name="자유형: 도형 27">
                  <a:extLst>
                    <a:ext uri="{FF2B5EF4-FFF2-40B4-BE49-F238E27FC236}">
                      <a16:creationId xmlns:a16="http://schemas.microsoft.com/office/drawing/2014/main" id="{9B27E05B-B05B-DFF1-5605-EA493DD5A42F}"/>
                    </a:ext>
                  </a:extLst>
                </p:cNvPr>
                <p:cNvSpPr/>
                <p:nvPr/>
              </p:nvSpPr>
              <p:spPr>
                <a:xfrm flipH="1">
                  <a:off x="94632294" y="46287"/>
                  <a:ext cx="2816027" cy="2810169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38000"/>
                      </a:srgbClr>
                    </a:gs>
                    <a:gs pos="100000">
                      <a:srgbClr val="D5DCE6">
                        <a:alpha val="55000"/>
                      </a:srgb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38F04ED7-4E88-5E94-28C6-4AAE26226BDC}"/>
                    </a:ext>
                  </a:extLst>
                </p:cNvPr>
                <p:cNvSpPr/>
                <p:nvPr/>
              </p:nvSpPr>
              <p:spPr>
                <a:xfrm>
                  <a:off x="93220189" y="44425"/>
                  <a:ext cx="2871223" cy="2456814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10000"/>
                      </a:srgbClr>
                    </a:gs>
                    <a:gs pos="100000">
                      <a:srgbClr val="D5DCE6">
                        <a:alpha val="21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492BB494-BDEA-3DE1-49CE-7FF1DD9D819E}"/>
                  </a:ext>
                </a:extLst>
              </p:cNvPr>
              <p:cNvSpPr/>
              <p:nvPr/>
            </p:nvSpPr>
            <p:spPr>
              <a:xfrm>
                <a:off x="5945489" y="454117"/>
                <a:ext cx="2030095" cy="2053831"/>
              </a:xfrm>
              <a:custGeom>
                <a:avLst/>
                <a:gdLst>
                  <a:gd name="connsiteX0" fmla="*/ 1605540 w 1605540"/>
                  <a:gd name="connsiteY0" fmla="*/ 0 h 1613132"/>
                  <a:gd name="connsiteX1" fmla="*/ 1148340 w 1605540"/>
                  <a:gd name="connsiteY1" fmla="*/ 0 h 1613132"/>
                  <a:gd name="connsiteX2" fmla="*/ 0 w 1605540"/>
                  <a:gd name="connsiteY2" fmla="*/ 1613132 h 1613132"/>
                  <a:gd name="connsiteX3" fmla="*/ 457200 w 1605540"/>
                  <a:gd name="connsiteY3" fmla="*/ 1613132 h 1613132"/>
                  <a:gd name="connsiteX4" fmla="*/ 1605540 w 1605540"/>
                  <a:gd name="connsiteY4" fmla="*/ 0 h 16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540" h="1613132">
                    <a:moveTo>
                      <a:pt x="1605540" y="0"/>
                    </a:moveTo>
                    <a:lnTo>
                      <a:pt x="1148340" y="0"/>
                    </a:lnTo>
                    <a:lnTo>
                      <a:pt x="0" y="1613132"/>
                    </a:lnTo>
                    <a:lnTo>
                      <a:pt x="457200" y="1613132"/>
                    </a:lnTo>
                    <a:lnTo>
                      <a:pt x="16055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C6A5BD0-8B42-4EEC-1C06-CE5B59AB7840}"/>
              </a:ext>
            </a:extLst>
          </p:cNvPr>
          <p:cNvSpPr/>
          <p:nvPr userDrawn="1"/>
        </p:nvSpPr>
        <p:spPr>
          <a:xfrm>
            <a:off x="541154" y="7319813"/>
            <a:ext cx="4931625" cy="138499"/>
          </a:xfrm>
          <a:prstGeom prst="rect">
            <a:avLst/>
          </a:prstGeom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/>
          <a:p>
            <a:pPr marL="0" lvl="1" defTabSz="1330325">
              <a:spcAft>
                <a:spcPts val="200"/>
              </a:spcAft>
              <a:buClr>
                <a:sysClr val="windowText" lastClr="000000">
                  <a:lumMod val="50000"/>
                  <a:lumOff val="50000"/>
                </a:sysClr>
              </a:buClr>
              <a:buSzPct val="100000"/>
              <a:tabLst>
                <a:tab pos="714375" algn="l"/>
              </a:tabLst>
            </a:pPr>
            <a:r>
              <a:rPr lang="ko-KR" altLang="en-US" sz="900" kern="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스마트시티 도시인프라 지능화 기술 통합 실증</a:t>
            </a:r>
          </a:p>
        </p:txBody>
      </p:sp>
      <p:pic>
        <p:nvPicPr>
          <p:cNvPr id="48" name="Picture 66" descr="eee-01">
            <a:extLst>
              <a:ext uri="{FF2B5EF4-FFF2-40B4-BE49-F238E27FC236}">
                <a16:creationId xmlns:a16="http://schemas.microsoft.com/office/drawing/2014/main" id="{66AC8876-394A-39AD-4951-B5E01E9394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5719" b="23"/>
          <a:stretch/>
        </p:blipFill>
        <p:spPr bwMode="auto">
          <a:xfrm rot="16200000">
            <a:off x="6296104" y="-3942081"/>
            <a:ext cx="225146" cy="902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슬라이드 번호 개체 틀 291">
            <a:extLst>
              <a:ext uri="{FF2B5EF4-FFF2-40B4-BE49-F238E27FC236}">
                <a16:creationId xmlns:a16="http://schemas.microsoft.com/office/drawing/2014/main" id="{D7E1F6C2-E2FC-F244-E287-856250DCAB21}"/>
              </a:ext>
            </a:extLst>
          </p:cNvPr>
          <p:cNvSpPr txBox="1">
            <a:spLocks/>
          </p:cNvSpPr>
          <p:nvPr userDrawn="1"/>
        </p:nvSpPr>
        <p:spPr>
          <a:xfrm>
            <a:off x="9779631" y="7318830"/>
            <a:ext cx="3321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>
            <a:defPPr>
              <a:defRPr lang="en-US"/>
            </a:defPPr>
            <a:lvl1pPr algn="ctr">
              <a:defRPr sz="3000">
                <a:gradFill>
                  <a:gsLst>
                    <a:gs pos="0">
                      <a:prstClr val="white">
                        <a:lumMod val="65000"/>
                      </a:prstClr>
                    </a:gs>
                    <a:gs pos="100000">
                      <a:prstClr val="white">
                        <a:lumMod val="65000"/>
                      </a:prstClr>
                    </a:gs>
                  </a:gsLst>
                  <a:lin ang="5400000" scaled="0"/>
                </a:gradFill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marL="0" marR="0" lvl="0" indent="0" algn="ctr" defTabSz="8732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EE39DC-66DE-45BD-9015-D11DDC9ADF57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pPr marL="0" marR="0" lvl="0" indent="0" algn="ctr" defTabSz="8732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45CD972-4D84-F104-2FBB-1D3164DD5A5D}"/>
              </a:ext>
            </a:extLst>
          </p:cNvPr>
          <p:cNvGrpSpPr/>
          <p:nvPr userDrawn="1"/>
        </p:nvGrpSpPr>
        <p:grpSpPr>
          <a:xfrm>
            <a:off x="5151003" y="28579"/>
            <a:ext cx="2914239" cy="486954"/>
            <a:chOff x="2892742" y="5535012"/>
            <a:chExt cx="1945070" cy="325011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22291333-D216-2A73-AA2F-337DD9858A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hqprint">
              <a:alphaModFix amt="13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1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856" r="42747"/>
            <a:stretch/>
          </p:blipFill>
          <p:spPr>
            <a:xfrm flipH="1">
              <a:off x="3710983" y="5535012"/>
              <a:ext cx="1126829" cy="325011"/>
            </a:xfrm>
            <a:prstGeom prst="rect">
              <a:avLst/>
            </a:prstGeom>
          </p:spPr>
        </p:pic>
        <p:pic>
          <p:nvPicPr>
            <p:cNvPr id="52" name="그림 51" descr="텍스트이(가) 표시된 사진&#10;&#10;자동 생성된 설명">
              <a:extLst>
                <a:ext uri="{FF2B5EF4-FFF2-40B4-BE49-F238E27FC236}">
                  <a16:creationId xmlns:a16="http://schemas.microsoft.com/office/drawing/2014/main" id="{9548B2DA-B727-A87D-4DD7-6BE16DBD4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alphaModFix amt="12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1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856" r="42747"/>
            <a:stretch/>
          </p:blipFill>
          <p:spPr>
            <a:xfrm flipH="1">
              <a:off x="2892742" y="5612830"/>
              <a:ext cx="857030" cy="247193"/>
            </a:xfrm>
            <a:prstGeom prst="rect">
              <a:avLst/>
            </a:prstGeom>
          </p:spPr>
        </p:pic>
      </p:grp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A9AA93A5-1755-FD65-CDB8-9B1DE421F753}"/>
              </a:ext>
            </a:extLst>
          </p:cNvPr>
          <p:cNvSpPr/>
          <p:nvPr userDrawn="1"/>
        </p:nvSpPr>
        <p:spPr>
          <a:xfrm>
            <a:off x="7376221" y="319916"/>
            <a:ext cx="3025400" cy="267589"/>
          </a:xfrm>
          <a:custGeom>
            <a:avLst/>
            <a:gdLst>
              <a:gd name="connsiteX0" fmla="*/ 122695 w 2138350"/>
              <a:gd name="connsiteY0" fmla="*/ 0 h 246285"/>
              <a:gd name="connsiteX1" fmla="*/ 473782 w 2138350"/>
              <a:gd name="connsiteY1" fmla="*/ 0 h 246285"/>
              <a:gd name="connsiteX2" fmla="*/ 490781 w 2138350"/>
              <a:gd name="connsiteY2" fmla="*/ 0 h 246285"/>
              <a:gd name="connsiteX3" fmla="*/ 785570 w 2138350"/>
              <a:gd name="connsiteY3" fmla="*/ 0 h 246285"/>
              <a:gd name="connsiteX4" fmla="*/ 841868 w 2138350"/>
              <a:gd name="connsiteY4" fmla="*/ 0 h 246285"/>
              <a:gd name="connsiteX5" fmla="*/ 1136657 w 2138350"/>
              <a:gd name="connsiteY5" fmla="*/ 0 h 246285"/>
              <a:gd name="connsiteX6" fmla="*/ 1153656 w 2138350"/>
              <a:gd name="connsiteY6" fmla="*/ 0 h 246285"/>
              <a:gd name="connsiteX7" fmla="*/ 1296482 w 2138350"/>
              <a:gd name="connsiteY7" fmla="*/ 0 h 246285"/>
              <a:gd name="connsiteX8" fmla="*/ 1504743 w 2138350"/>
              <a:gd name="connsiteY8" fmla="*/ 0 h 246285"/>
              <a:gd name="connsiteX9" fmla="*/ 1647569 w 2138350"/>
              <a:gd name="connsiteY9" fmla="*/ 0 h 246285"/>
              <a:gd name="connsiteX10" fmla="*/ 1664568 w 2138350"/>
              <a:gd name="connsiteY10" fmla="*/ 0 h 246285"/>
              <a:gd name="connsiteX11" fmla="*/ 2015655 w 2138350"/>
              <a:gd name="connsiteY11" fmla="*/ 0 h 246285"/>
              <a:gd name="connsiteX12" fmla="*/ 2138350 w 2138350"/>
              <a:gd name="connsiteY12" fmla="*/ 123143 h 246285"/>
              <a:gd name="connsiteX13" fmla="*/ 2015655 w 2138350"/>
              <a:gd name="connsiteY13" fmla="*/ 246285 h 246285"/>
              <a:gd name="connsiteX14" fmla="*/ 1664568 w 2138350"/>
              <a:gd name="connsiteY14" fmla="*/ 246285 h 246285"/>
              <a:gd name="connsiteX15" fmla="*/ 1647569 w 2138350"/>
              <a:gd name="connsiteY15" fmla="*/ 246285 h 246285"/>
              <a:gd name="connsiteX16" fmla="*/ 1504743 w 2138350"/>
              <a:gd name="connsiteY16" fmla="*/ 246285 h 246285"/>
              <a:gd name="connsiteX17" fmla="*/ 1296482 w 2138350"/>
              <a:gd name="connsiteY17" fmla="*/ 246285 h 246285"/>
              <a:gd name="connsiteX18" fmla="*/ 1153656 w 2138350"/>
              <a:gd name="connsiteY18" fmla="*/ 246285 h 246285"/>
              <a:gd name="connsiteX19" fmla="*/ 1136657 w 2138350"/>
              <a:gd name="connsiteY19" fmla="*/ 246285 h 246285"/>
              <a:gd name="connsiteX20" fmla="*/ 841868 w 2138350"/>
              <a:gd name="connsiteY20" fmla="*/ 246285 h 246285"/>
              <a:gd name="connsiteX21" fmla="*/ 785570 w 2138350"/>
              <a:gd name="connsiteY21" fmla="*/ 246285 h 246285"/>
              <a:gd name="connsiteX22" fmla="*/ 490781 w 2138350"/>
              <a:gd name="connsiteY22" fmla="*/ 246285 h 246285"/>
              <a:gd name="connsiteX23" fmla="*/ 473782 w 2138350"/>
              <a:gd name="connsiteY23" fmla="*/ 246285 h 246285"/>
              <a:gd name="connsiteX24" fmla="*/ 122695 w 2138350"/>
              <a:gd name="connsiteY24" fmla="*/ 246285 h 246285"/>
              <a:gd name="connsiteX25" fmla="*/ 0 w 2138350"/>
              <a:gd name="connsiteY25" fmla="*/ 123143 h 2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38350" h="246285">
                <a:moveTo>
                  <a:pt x="122695" y="0"/>
                </a:moveTo>
                <a:lnTo>
                  <a:pt x="473782" y="0"/>
                </a:lnTo>
                <a:lnTo>
                  <a:pt x="490781" y="0"/>
                </a:lnTo>
                <a:lnTo>
                  <a:pt x="785570" y="0"/>
                </a:lnTo>
                <a:lnTo>
                  <a:pt x="841868" y="0"/>
                </a:lnTo>
                <a:lnTo>
                  <a:pt x="1136657" y="0"/>
                </a:lnTo>
                <a:lnTo>
                  <a:pt x="1153656" y="0"/>
                </a:lnTo>
                <a:lnTo>
                  <a:pt x="1296482" y="0"/>
                </a:lnTo>
                <a:lnTo>
                  <a:pt x="1504743" y="0"/>
                </a:lnTo>
                <a:lnTo>
                  <a:pt x="1647569" y="0"/>
                </a:lnTo>
                <a:lnTo>
                  <a:pt x="1664568" y="0"/>
                </a:lnTo>
                <a:lnTo>
                  <a:pt x="2015655" y="0"/>
                </a:lnTo>
                <a:lnTo>
                  <a:pt x="2138350" y="123143"/>
                </a:lnTo>
                <a:lnTo>
                  <a:pt x="2015655" y="246285"/>
                </a:lnTo>
                <a:lnTo>
                  <a:pt x="1664568" y="246285"/>
                </a:lnTo>
                <a:lnTo>
                  <a:pt x="1647569" y="246285"/>
                </a:lnTo>
                <a:lnTo>
                  <a:pt x="1504743" y="246285"/>
                </a:lnTo>
                <a:lnTo>
                  <a:pt x="1296482" y="246285"/>
                </a:lnTo>
                <a:lnTo>
                  <a:pt x="1153656" y="246285"/>
                </a:lnTo>
                <a:lnTo>
                  <a:pt x="1136657" y="246285"/>
                </a:lnTo>
                <a:lnTo>
                  <a:pt x="841868" y="246285"/>
                </a:lnTo>
                <a:lnTo>
                  <a:pt x="785570" y="246285"/>
                </a:lnTo>
                <a:lnTo>
                  <a:pt x="490781" y="246285"/>
                </a:lnTo>
                <a:lnTo>
                  <a:pt x="473782" y="246285"/>
                </a:lnTo>
                <a:lnTo>
                  <a:pt x="122695" y="246285"/>
                </a:lnTo>
                <a:lnTo>
                  <a:pt x="0" y="123143"/>
                </a:lnTo>
                <a:close/>
              </a:path>
            </a:pathLst>
          </a:custGeom>
          <a:solidFill>
            <a:srgbClr val="D5DCE6"/>
          </a:solidFill>
          <a:ln w="46990">
            <a:solidFill>
              <a:srgbClr val="B6C5E0">
                <a:alpha val="3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3" name="Group 5">
            <a:extLst>
              <a:ext uri="{FF2B5EF4-FFF2-40B4-BE49-F238E27FC236}">
                <a16:creationId xmlns:a16="http://schemas.microsoft.com/office/drawing/2014/main" id="{175475EF-63BE-A58D-CABB-1A4E7637EC4A}"/>
              </a:ext>
            </a:extLst>
          </p:cNvPr>
          <p:cNvGrpSpPr/>
          <p:nvPr userDrawn="1"/>
        </p:nvGrpSpPr>
        <p:grpSpPr>
          <a:xfrm flipH="1">
            <a:off x="10225560" y="290593"/>
            <a:ext cx="311547" cy="311546"/>
            <a:chOff x="5722914" y="2156235"/>
            <a:chExt cx="642093" cy="642093"/>
          </a:xfrm>
        </p:grpSpPr>
        <p:sp>
          <p:nvSpPr>
            <p:cNvPr id="54" name="Rounded Rectangle 5">
              <a:extLst>
                <a:ext uri="{FF2B5EF4-FFF2-40B4-BE49-F238E27FC236}">
                  <a16:creationId xmlns:a16="http://schemas.microsoft.com/office/drawing/2014/main" id="{4C13A4B9-2068-B06C-2A60-D9B1AEB68525}"/>
                </a:ext>
              </a:extLst>
            </p:cNvPr>
            <p:cNvSpPr/>
            <p:nvPr/>
          </p:nvSpPr>
          <p:spPr>
            <a:xfrm rot="18900000">
              <a:off x="5722914" y="2156235"/>
              <a:ext cx="642093" cy="642093"/>
            </a:xfrm>
            <a:prstGeom prst="roundRect">
              <a:avLst>
                <a:gd name="adj" fmla="val 10715"/>
              </a:avLst>
            </a:prstGeom>
            <a:solidFill>
              <a:srgbClr val="A4EDFE"/>
            </a:solidFill>
            <a:ln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Rounded Rectangle 6">
              <a:extLst>
                <a:ext uri="{FF2B5EF4-FFF2-40B4-BE49-F238E27FC236}">
                  <a16:creationId xmlns:a16="http://schemas.microsoft.com/office/drawing/2014/main" id="{1C16CCEE-C1E3-E311-85F1-C9A7FAA380F0}"/>
                </a:ext>
              </a:extLst>
            </p:cNvPr>
            <p:cNvSpPr/>
            <p:nvPr/>
          </p:nvSpPr>
          <p:spPr>
            <a:xfrm rot="18900000">
              <a:off x="5782708" y="2216030"/>
              <a:ext cx="522503" cy="522503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82F9599-BB4C-4FFF-A782-87A605EB7D6E}"/>
              </a:ext>
            </a:extLst>
          </p:cNvPr>
          <p:cNvSpPr txBox="1"/>
          <p:nvPr userDrawn="1"/>
        </p:nvSpPr>
        <p:spPr>
          <a:xfrm>
            <a:off x="7501421" y="328528"/>
            <a:ext cx="291360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spcAft>
                <a:spcPts val="600"/>
              </a:spcAft>
              <a:buSzPct val="150000"/>
              <a:defRPr/>
            </a:pPr>
            <a:r>
              <a:rPr lang="ko-KR" altLang="en-US" sz="1100" b="1" spc="-8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ppleSDGothicNeoR00" panose="02000503000000000000" pitchFamily="2" charset="-127"/>
                <a:ea typeface="AppleSDGothicNeoR00" panose="02000503000000000000" pitchFamily="2" charset="-127"/>
                <a:cs typeface="KoPubWorld돋움체 Bold" panose="00000800000000000000" pitchFamily="2" charset="-127"/>
              </a:rPr>
              <a:t>도시홍수 대응 및 배수 시설 관리 서비스 실증</a:t>
            </a:r>
            <a:endParaRPr lang="en-US" altLang="ko-KR" sz="1100" b="1" spc="-8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AppleSDGothicNeoR00" panose="02000503000000000000" pitchFamily="2" charset="-127"/>
              <a:ea typeface="AppleSDGothicNeoR00" panose="02000503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619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69BDB1C7-9E13-9B60-A293-8F37279F100F}"/>
              </a:ext>
            </a:extLst>
          </p:cNvPr>
          <p:cNvSpPr/>
          <p:nvPr userDrawn="1"/>
        </p:nvSpPr>
        <p:spPr>
          <a:xfrm rot="10800000" flipH="1" flipV="1">
            <a:off x="541154" y="459255"/>
            <a:ext cx="10142567" cy="663289"/>
          </a:xfrm>
          <a:custGeom>
            <a:avLst/>
            <a:gdLst>
              <a:gd name="connsiteX0" fmla="*/ 478047 w 10142567"/>
              <a:gd name="connsiteY0" fmla="*/ 0 h 663289"/>
              <a:gd name="connsiteX1" fmla="*/ 719235 w 10142567"/>
              <a:gd name="connsiteY1" fmla="*/ 0 h 663289"/>
              <a:gd name="connsiteX2" fmla="*/ 744899 w 10142567"/>
              <a:gd name="connsiteY2" fmla="*/ 0 h 663289"/>
              <a:gd name="connsiteX3" fmla="*/ 986086 w 10142567"/>
              <a:gd name="connsiteY3" fmla="*/ 0 h 663289"/>
              <a:gd name="connsiteX4" fmla="*/ 2886946 w 10142567"/>
              <a:gd name="connsiteY4" fmla="*/ 0 h 663289"/>
              <a:gd name="connsiteX5" fmla="*/ 3128134 w 10142567"/>
              <a:gd name="connsiteY5" fmla="*/ 0 h 663289"/>
              <a:gd name="connsiteX6" fmla="*/ 3153797 w 10142567"/>
              <a:gd name="connsiteY6" fmla="*/ 0 h 663289"/>
              <a:gd name="connsiteX7" fmla="*/ 3394987 w 10142567"/>
              <a:gd name="connsiteY7" fmla="*/ 0 h 663289"/>
              <a:gd name="connsiteX8" fmla="*/ 4706834 w 10142567"/>
              <a:gd name="connsiteY8" fmla="*/ 0 h 663289"/>
              <a:gd name="connsiteX9" fmla="*/ 4948020 w 10142567"/>
              <a:gd name="connsiteY9" fmla="*/ 0 h 663289"/>
              <a:gd name="connsiteX10" fmla="*/ 4973686 w 10142567"/>
              <a:gd name="connsiteY10" fmla="*/ 0 h 663289"/>
              <a:gd name="connsiteX11" fmla="*/ 5214873 w 10142567"/>
              <a:gd name="connsiteY11" fmla="*/ 0 h 663289"/>
              <a:gd name="connsiteX12" fmla="*/ 5222455 w 10142567"/>
              <a:gd name="connsiteY12" fmla="*/ 0 h 663289"/>
              <a:gd name="connsiteX13" fmla="*/ 5463642 w 10142567"/>
              <a:gd name="connsiteY13" fmla="*/ 0 h 663289"/>
              <a:gd name="connsiteX14" fmla="*/ 5489305 w 10142567"/>
              <a:gd name="connsiteY14" fmla="*/ 0 h 663289"/>
              <a:gd name="connsiteX15" fmla="*/ 5730492 w 10142567"/>
              <a:gd name="connsiteY15" fmla="*/ 0 h 663289"/>
              <a:gd name="connsiteX16" fmla="*/ 7115731 w 10142567"/>
              <a:gd name="connsiteY16" fmla="*/ 0 h 663289"/>
              <a:gd name="connsiteX17" fmla="*/ 7356919 w 10142567"/>
              <a:gd name="connsiteY17" fmla="*/ 0 h 663289"/>
              <a:gd name="connsiteX18" fmla="*/ 7382584 w 10142567"/>
              <a:gd name="connsiteY18" fmla="*/ 0 h 663289"/>
              <a:gd name="connsiteX19" fmla="*/ 7623772 w 10142567"/>
              <a:gd name="connsiteY19" fmla="*/ 0 h 663289"/>
              <a:gd name="connsiteX20" fmla="*/ 7631354 w 10142567"/>
              <a:gd name="connsiteY20" fmla="*/ 0 h 663289"/>
              <a:gd name="connsiteX21" fmla="*/ 7872540 w 10142567"/>
              <a:gd name="connsiteY21" fmla="*/ 0 h 663289"/>
              <a:gd name="connsiteX22" fmla="*/ 7898204 w 10142567"/>
              <a:gd name="connsiteY22" fmla="*/ 0 h 663289"/>
              <a:gd name="connsiteX23" fmla="*/ 8139390 w 10142567"/>
              <a:gd name="connsiteY23" fmla="*/ 0 h 663289"/>
              <a:gd name="connsiteX24" fmla="*/ 8944884 w 10142567"/>
              <a:gd name="connsiteY24" fmla="*/ 0 h 663289"/>
              <a:gd name="connsiteX25" fmla="*/ 9186070 w 10142567"/>
              <a:gd name="connsiteY25" fmla="*/ 0 h 663289"/>
              <a:gd name="connsiteX26" fmla="*/ 9211734 w 10142567"/>
              <a:gd name="connsiteY26" fmla="*/ 0 h 663289"/>
              <a:gd name="connsiteX27" fmla="*/ 9451240 w 10142567"/>
              <a:gd name="connsiteY27" fmla="*/ 0 h 663289"/>
              <a:gd name="connsiteX28" fmla="*/ 9452920 w 10142567"/>
              <a:gd name="connsiteY28" fmla="*/ 0 h 663289"/>
              <a:gd name="connsiteX29" fmla="*/ 9692427 w 10142567"/>
              <a:gd name="connsiteY29" fmla="*/ 0 h 663289"/>
              <a:gd name="connsiteX30" fmla="*/ 9718090 w 10142567"/>
              <a:gd name="connsiteY30" fmla="*/ 0 h 663289"/>
              <a:gd name="connsiteX31" fmla="*/ 9959277 w 10142567"/>
              <a:gd name="connsiteY31" fmla="*/ 0 h 663289"/>
              <a:gd name="connsiteX32" fmla="*/ 10142567 w 10142567"/>
              <a:gd name="connsiteY32" fmla="*/ 0 h 663289"/>
              <a:gd name="connsiteX33" fmla="*/ 10142567 w 10142567"/>
              <a:gd name="connsiteY33" fmla="*/ 663289 h 663289"/>
              <a:gd name="connsiteX34" fmla="*/ 9452920 w 10142567"/>
              <a:gd name="connsiteY34" fmla="*/ 663289 h 663289"/>
              <a:gd name="connsiteX35" fmla="*/ 9337100 w 10142567"/>
              <a:gd name="connsiteY35" fmla="*/ 663289 h 663289"/>
              <a:gd name="connsiteX36" fmla="*/ 9211734 w 10142567"/>
              <a:gd name="connsiteY36" fmla="*/ 663289 h 663289"/>
              <a:gd name="connsiteX37" fmla="*/ 9186070 w 10142567"/>
              <a:gd name="connsiteY37" fmla="*/ 663289 h 663289"/>
              <a:gd name="connsiteX38" fmla="*/ 9095912 w 10142567"/>
              <a:gd name="connsiteY38" fmla="*/ 663289 h 663289"/>
              <a:gd name="connsiteX39" fmla="*/ 9070252 w 10142567"/>
              <a:gd name="connsiteY39" fmla="*/ 663289 h 663289"/>
              <a:gd name="connsiteX40" fmla="*/ 8944884 w 10142567"/>
              <a:gd name="connsiteY40" fmla="*/ 663289 h 663289"/>
              <a:gd name="connsiteX41" fmla="*/ 8829062 w 10142567"/>
              <a:gd name="connsiteY41" fmla="*/ 663289 h 663289"/>
              <a:gd name="connsiteX42" fmla="*/ 7517214 w 10142567"/>
              <a:gd name="connsiteY42" fmla="*/ 663289 h 663289"/>
              <a:gd name="connsiteX43" fmla="*/ 7276026 w 10142567"/>
              <a:gd name="connsiteY43" fmla="*/ 663289 h 663289"/>
              <a:gd name="connsiteX44" fmla="*/ 7250364 w 10142567"/>
              <a:gd name="connsiteY44" fmla="*/ 663289 h 663289"/>
              <a:gd name="connsiteX45" fmla="*/ 7009175 w 10142567"/>
              <a:gd name="connsiteY45" fmla="*/ 663289 h 663289"/>
              <a:gd name="connsiteX46" fmla="*/ 7001593 w 10142567"/>
              <a:gd name="connsiteY46" fmla="*/ 663289 h 663289"/>
              <a:gd name="connsiteX47" fmla="*/ 6760408 w 10142567"/>
              <a:gd name="connsiteY47" fmla="*/ 663289 h 663289"/>
              <a:gd name="connsiteX48" fmla="*/ 6734744 w 10142567"/>
              <a:gd name="connsiteY48" fmla="*/ 663289 h 663289"/>
              <a:gd name="connsiteX49" fmla="*/ 6637684 w 10142567"/>
              <a:gd name="connsiteY49" fmla="*/ 663289 h 663289"/>
              <a:gd name="connsiteX50" fmla="*/ 5108315 w 10142567"/>
              <a:gd name="connsiteY50" fmla="*/ 663289 h 663289"/>
              <a:gd name="connsiteX51" fmla="*/ 4867127 w 10142567"/>
              <a:gd name="connsiteY51" fmla="*/ 663289 h 663289"/>
              <a:gd name="connsiteX52" fmla="*/ 4841466 w 10142567"/>
              <a:gd name="connsiteY52" fmla="*/ 663289 h 663289"/>
              <a:gd name="connsiteX53" fmla="*/ 4600279 w 10142567"/>
              <a:gd name="connsiteY53" fmla="*/ 663289 h 663289"/>
              <a:gd name="connsiteX54" fmla="*/ 4592697 w 10142567"/>
              <a:gd name="connsiteY54" fmla="*/ 663289 h 663289"/>
              <a:gd name="connsiteX55" fmla="*/ 4351508 w 10142567"/>
              <a:gd name="connsiteY55" fmla="*/ 663289 h 663289"/>
              <a:gd name="connsiteX56" fmla="*/ 4325845 w 10142567"/>
              <a:gd name="connsiteY56" fmla="*/ 663289 h 663289"/>
              <a:gd name="connsiteX57" fmla="*/ 4228786 w 10142567"/>
              <a:gd name="connsiteY57" fmla="*/ 663289 h 663289"/>
              <a:gd name="connsiteX58" fmla="*/ 2772807 w 10142567"/>
              <a:gd name="connsiteY58" fmla="*/ 663289 h 663289"/>
              <a:gd name="connsiteX59" fmla="*/ 2531621 w 10142567"/>
              <a:gd name="connsiteY59" fmla="*/ 663289 h 663289"/>
              <a:gd name="connsiteX60" fmla="*/ 2505957 w 10142567"/>
              <a:gd name="connsiteY60" fmla="*/ 663289 h 663289"/>
              <a:gd name="connsiteX61" fmla="*/ 2408899 w 10142567"/>
              <a:gd name="connsiteY61" fmla="*/ 663289 h 663289"/>
              <a:gd name="connsiteX62" fmla="*/ 363908 w 10142567"/>
              <a:gd name="connsiteY62" fmla="*/ 663289 h 663289"/>
              <a:gd name="connsiteX63" fmla="*/ 122722 w 10142567"/>
              <a:gd name="connsiteY63" fmla="*/ 663289 h 663289"/>
              <a:gd name="connsiteX64" fmla="*/ 97060 w 10142567"/>
              <a:gd name="connsiteY64" fmla="*/ 663289 h 663289"/>
              <a:gd name="connsiteX65" fmla="*/ 0 w 10142567"/>
              <a:gd name="connsiteY65" fmla="*/ 663289 h 663289"/>
              <a:gd name="connsiteX66" fmla="*/ 478047 w 10142567"/>
              <a:gd name="connsiteY66" fmla="*/ 0 h 66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0142567" h="663289">
                <a:moveTo>
                  <a:pt x="478047" y="0"/>
                </a:moveTo>
                <a:lnTo>
                  <a:pt x="719235" y="0"/>
                </a:lnTo>
                <a:lnTo>
                  <a:pt x="744899" y="0"/>
                </a:lnTo>
                <a:lnTo>
                  <a:pt x="986086" y="0"/>
                </a:lnTo>
                <a:lnTo>
                  <a:pt x="2886946" y="0"/>
                </a:lnTo>
                <a:lnTo>
                  <a:pt x="3128134" y="0"/>
                </a:lnTo>
                <a:lnTo>
                  <a:pt x="3153797" y="0"/>
                </a:lnTo>
                <a:lnTo>
                  <a:pt x="3394987" y="0"/>
                </a:lnTo>
                <a:lnTo>
                  <a:pt x="4706834" y="0"/>
                </a:lnTo>
                <a:lnTo>
                  <a:pt x="4948020" y="0"/>
                </a:lnTo>
                <a:lnTo>
                  <a:pt x="4973686" y="0"/>
                </a:lnTo>
                <a:lnTo>
                  <a:pt x="5214873" y="0"/>
                </a:lnTo>
                <a:lnTo>
                  <a:pt x="5222455" y="0"/>
                </a:lnTo>
                <a:lnTo>
                  <a:pt x="5463642" y="0"/>
                </a:lnTo>
                <a:lnTo>
                  <a:pt x="5489305" y="0"/>
                </a:lnTo>
                <a:lnTo>
                  <a:pt x="5730492" y="0"/>
                </a:lnTo>
                <a:lnTo>
                  <a:pt x="7115731" y="0"/>
                </a:lnTo>
                <a:lnTo>
                  <a:pt x="7356919" y="0"/>
                </a:lnTo>
                <a:lnTo>
                  <a:pt x="7382584" y="0"/>
                </a:lnTo>
                <a:lnTo>
                  <a:pt x="7623772" y="0"/>
                </a:lnTo>
                <a:lnTo>
                  <a:pt x="7631354" y="0"/>
                </a:lnTo>
                <a:lnTo>
                  <a:pt x="7872540" y="0"/>
                </a:lnTo>
                <a:lnTo>
                  <a:pt x="7898204" y="0"/>
                </a:lnTo>
                <a:lnTo>
                  <a:pt x="8139390" y="0"/>
                </a:lnTo>
                <a:lnTo>
                  <a:pt x="8944884" y="0"/>
                </a:lnTo>
                <a:lnTo>
                  <a:pt x="9186070" y="0"/>
                </a:lnTo>
                <a:lnTo>
                  <a:pt x="9211734" y="0"/>
                </a:lnTo>
                <a:lnTo>
                  <a:pt x="9451240" y="0"/>
                </a:lnTo>
                <a:lnTo>
                  <a:pt x="9452920" y="0"/>
                </a:lnTo>
                <a:lnTo>
                  <a:pt x="9692427" y="0"/>
                </a:lnTo>
                <a:lnTo>
                  <a:pt x="9718090" y="0"/>
                </a:lnTo>
                <a:lnTo>
                  <a:pt x="9959277" y="0"/>
                </a:lnTo>
                <a:lnTo>
                  <a:pt x="10142567" y="0"/>
                </a:lnTo>
                <a:lnTo>
                  <a:pt x="10142567" y="663289"/>
                </a:lnTo>
                <a:lnTo>
                  <a:pt x="9452920" y="663289"/>
                </a:lnTo>
                <a:lnTo>
                  <a:pt x="9337100" y="663289"/>
                </a:lnTo>
                <a:lnTo>
                  <a:pt x="9211734" y="663289"/>
                </a:lnTo>
                <a:lnTo>
                  <a:pt x="9186070" y="663289"/>
                </a:lnTo>
                <a:lnTo>
                  <a:pt x="9095912" y="663289"/>
                </a:lnTo>
                <a:lnTo>
                  <a:pt x="9070252" y="663289"/>
                </a:lnTo>
                <a:lnTo>
                  <a:pt x="8944884" y="663289"/>
                </a:lnTo>
                <a:lnTo>
                  <a:pt x="8829062" y="663289"/>
                </a:lnTo>
                <a:lnTo>
                  <a:pt x="7517214" y="663289"/>
                </a:lnTo>
                <a:lnTo>
                  <a:pt x="7276026" y="663289"/>
                </a:lnTo>
                <a:lnTo>
                  <a:pt x="7250364" y="663289"/>
                </a:lnTo>
                <a:lnTo>
                  <a:pt x="7009175" y="663289"/>
                </a:lnTo>
                <a:lnTo>
                  <a:pt x="7001593" y="663289"/>
                </a:lnTo>
                <a:lnTo>
                  <a:pt x="6760408" y="663289"/>
                </a:lnTo>
                <a:lnTo>
                  <a:pt x="6734744" y="663289"/>
                </a:lnTo>
                <a:lnTo>
                  <a:pt x="6637684" y="663289"/>
                </a:lnTo>
                <a:lnTo>
                  <a:pt x="5108315" y="663289"/>
                </a:lnTo>
                <a:lnTo>
                  <a:pt x="4867127" y="663289"/>
                </a:lnTo>
                <a:lnTo>
                  <a:pt x="4841466" y="663289"/>
                </a:lnTo>
                <a:lnTo>
                  <a:pt x="4600279" y="663289"/>
                </a:lnTo>
                <a:lnTo>
                  <a:pt x="4592697" y="663289"/>
                </a:lnTo>
                <a:lnTo>
                  <a:pt x="4351508" y="663289"/>
                </a:lnTo>
                <a:lnTo>
                  <a:pt x="4325845" y="663289"/>
                </a:lnTo>
                <a:lnTo>
                  <a:pt x="4228786" y="663289"/>
                </a:lnTo>
                <a:lnTo>
                  <a:pt x="2772807" y="663289"/>
                </a:lnTo>
                <a:lnTo>
                  <a:pt x="2531621" y="663289"/>
                </a:lnTo>
                <a:lnTo>
                  <a:pt x="2505957" y="663289"/>
                </a:lnTo>
                <a:lnTo>
                  <a:pt x="2408899" y="663289"/>
                </a:lnTo>
                <a:lnTo>
                  <a:pt x="363908" y="663289"/>
                </a:lnTo>
                <a:lnTo>
                  <a:pt x="122722" y="663289"/>
                </a:lnTo>
                <a:lnTo>
                  <a:pt x="97060" y="663289"/>
                </a:lnTo>
                <a:lnTo>
                  <a:pt x="0" y="663289"/>
                </a:lnTo>
                <a:lnTo>
                  <a:pt x="478047" y="0"/>
                </a:lnTo>
                <a:close/>
              </a:path>
            </a:pathLst>
          </a:custGeom>
          <a:gradFill>
            <a:gsLst>
              <a:gs pos="0">
                <a:srgbClr val="A0AFC2">
                  <a:alpha val="33000"/>
                </a:srgbClr>
              </a:gs>
              <a:gs pos="100000">
                <a:srgbClr val="D5DCE6">
                  <a:alpha val="64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3BD6685-AC76-EA7B-DA25-1B255BE15F04}"/>
              </a:ext>
            </a:extLst>
          </p:cNvPr>
          <p:cNvSpPr/>
          <p:nvPr userDrawn="1"/>
        </p:nvSpPr>
        <p:spPr>
          <a:xfrm rot="10800000" flipH="1" flipV="1">
            <a:off x="1187621" y="5265"/>
            <a:ext cx="9539210" cy="457035"/>
          </a:xfrm>
          <a:custGeom>
            <a:avLst/>
            <a:gdLst>
              <a:gd name="connsiteX0" fmla="*/ 329395 w 9539210"/>
              <a:gd name="connsiteY0" fmla="*/ 0 h 457035"/>
              <a:gd name="connsiteX1" fmla="*/ 495584 w 9539210"/>
              <a:gd name="connsiteY1" fmla="*/ 0 h 457035"/>
              <a:gd name="connsiteX2" fmla="*/ 513267 w 9539210"/>
              <a:gd name="connsiteY2" fmla="*/ 0 h 457035"/>
              <a:gd name="connsiteX3" fmla="*/ 679456 w 9539210"/>
              <a:gd name="connsiteY3" fmla="*/ 0 h 457035"/>
              <a:gd name="connsiteX4" fmla="*/ 1989230 w 9539210"/>
              <a:gd name="connsiteY4" fmla="*/ 0 h 457035"/>
              <a:gd name="connsiteX5" fmla="*/ 2155419 w 9539210"/>
              <a:gd name="connsiteY5" fmla="*/ 0 h 457035"/>
              <a:gd name="connsiteX6" fmla="*/ 2173102 w 9539210"/>
              <a:gd name="connsiteY6" fmla="*/ 0 h 457035"/>
              <a:gd name="connsiteX7" fmla="*/ 2339291 w 9539210"/>
              <a:gd name="connsiteY7" fmla="*/ 0 h 457035"/>
              <a:gd name="connsiteX8" fmla="*/ 3598496 w 9539210"/>
              <a:gd name="connsiteY8" fmla="*/ 0 h 457035"/>
              <a:gd name="connsiteX9" fmla="*/ 3764684 w 9539210"/>
              <a:gd name="connsiteY9" fmla="*/ 0 h 457035"/>
              <a:gd name="connsiteX10" fmla="*/ 3782368 w 9539210"/>
              <a:gd name="connsiteY10" fmla="*/ 0 h 457035"/>
              <a:gd name="connsiteX11" fmla="*/ 3948555 w 9539210"/>
              <a:gd name="connsiteY11" fmla="*/ 0 h 457035"/>
              <a:gd name="connsiteX12" fmla="*/ 5258331 w 9539210"/>
              <a:gd name="connsiteY12" fmla="*/ 0 h 457035"/>
              <a:gd name="connsiteX13" fmla="*/ 5424519 w 9539210"/>
              <a:gd name="connsiteY13" fmla="*/ 0 h 457035"/>
              <a:gd name="connsiteX14" fmla="*/ 5442203 w 9539210"/>
              <a:gd name="connsiteY14" fmla="*/ 0 h 457035"/>
              <a:gd name="connsiteX15" fmla="*/ 5608390 w 9539210"/>
              <a:gd name="connsiteY15" fmla="*/ 0 h 457035"/>
              <a:gd name="connsiteX16" fmla="*/ 6163410 w 9539210"/>
              <a:gd name="connsiteY16" fmla="*/ 0 h 457035"/>
              <a:gd name="connsiteX17" fmla="*/ 6329598 w 9539210"/>
              <a:gd name="connsiteY17" fmla="*/ 0 h 457035"/>
              <a:gd name="connsiteX18" fmla="*/ 6347282 w 9539210"/>
              <a:gd name="connsiteY18" fmla="*/ 0 h 457035"/>
              <a:gd name="connsiteX19" fmla="*/ 6513470 w 9539210"/>
              <a:gd name="connsiteY19" fmla="*/ 0 h 457035"/>
              <a:gd name="connsiteX20" fmla="*/ 7529315 w 9539210"/>
              <a:gd name="connsiteY20" fmla="*/ 0 h 457035"/>
              <a:gd name="connsiteX21" fmla="*/ 7695503 w 9539210"/>
              <a:gd name="connsiteY21" fmla="*/ 0 h 457035"/>
              <a:gd name="connsiteX22" fmla="*/ 7713187 w 9539210"/>
              <a:gd name="connsiteY22" fmla="*/ 0 h 457035"/>
              <a:gd name="connsiteX23" fmla="*/ 7823245 w 9539210"/>
              <a:gd name="connsiteY23" fmla="*/ 0 h 457035"/>
              <a:gd name="connsiteX24" fmla="*/ 7879375 w 9539210"/>
              <a:gd name="connsiteY24" fmla="*/ 0 h 457035"/>
              <a:gd name="connsiteX25" fmla="*/ 7989433 w 9539210"/>
              <a:gd name="connsiteY25" fmla="*/ 0 h 457035"/>
              <a:gd name="connsiteX26" fmla="*/ 8007117 w 9539210"/>
              <a:gd name="connsiteY26" fmla="*/ 0 h 457035"/>
              <a:gd name="connsiteX27" fmla="*/ 8173305 w 9539210"/>
              <a:gd name="connsiteY27" fmla="*/ 0 h 457035"/>
              <a:gd name="connsiteX28" fmla="*/ 9189151 w 9539210"/>
              <a:gd name="connsiteY28" fmla="*/ 0 h 457035"/>
              <a:gd name="connsiteX29" fmla="*/ 9355339 w 9539210"/>
              <a:gd name="connsiteY29" fmla="*/ 0 h 457035"/>
              <a:gd name="connsiteX30" fmla="*/ 9373022 w 9539210"/>
              <a:gd name="connsiteY30" fmla="*/ 0 h 457035"/>
              <a:gd name="connsiteX31" fmla="*/ 9539210 w 9539210"/>
              <a:gd name="connsiteY31" fmla="*/ 0 h 457035"/>
              <a:gd name="connsiteX32" fmla="*/ 9539210 w 9539210"/>
              <a:gd name="connsiteY32" fmla="*/ 457035 h 457035"/>
              <a:gd name="connsiteX33" fmla="*/ 9373022 w 9539210"/>
              <a:gd name="connsiteY33" fmla="*/ 457035 h 457035"/>
              <a:gd name="connsiteX34" fmla="*/ 9355339 w 9539210"/>
              <a:gd name="connsiteY34" fmla="*/ 457035 h 457035"/>
              <a:gd name="connsiteX35" fmla="*/ 9189151 w 9539210"/>
              <a:gd name="connsiteY35" fmla="*/ 457035 h 457035"/>
              <a:gd name="connsiteX36" fmla="*/ 8173305 w 9539210"/>
              <a:gd name="connsiteY36" fmla="*/ 457035 h 457035"/>
              <a:gd name="connsiteX37" fmla="*/ 8007117 w 9539210"/>
              <a:gd name="connsiteY37" fmla="*/ 457035 h 457035"/>
              <a:gd name="connsiteX38" fmla="*/ 7989433 w 9539210"/>
              <a:gd name="connsiteY38" fmla="*/ 457035 h 457035"/>
              <a:gd name="connsiteX39" fmla="*/ 7879375 w 9539210"/>
              <a:gd name="connsiteY39" fmla="*/ 457035 h 457035"/>
              <a:gd name="connsiteX40" fmla="*/ 7823245 w 9539210"/>
              <a:gd name="connsiteY40" fmla="*/ 457035 h 457035"/>
              <a:gd name="connsiteX41" fmla="*/ 7713187 w 9539210"/>
              <a:gd name="connsiteY41" fmla="*/ 457035 h 457035"/>
              <a:gd name="connsiteX42" fmla="*/ 7695503 w 9539210"/>
              <a:gd name="connsiteY42" fmla="*/ 457035 h 457035"/>
              <a:gd name="connsiteX43" fmla="*/ 7529315 w 9539210"/>
              <a:gd name="connsiteY43" fmla="*/ 457035 h 457035"/>
              <a:gd name="connsiteX44" fmla="*/ 6513470 w 9539210"/>
              <a:gd name="connsiteY44" fmla="*/ 457035 h 457035"/>
              <a:gd name="connsiteX45" fmla="*/ 6347282 w 9539210"/>
              <a:gd name="connsiteY45" fmla="*/ 457035 h 457035"/>
              <a:gd name="connsiteX46" fmla="*/ 6329598 w 9539210"/>
              <a:gd name="connsiteY46" fmla="*/ 457035 h 457035"/>
              <a:gd name="connsiteX47" fmla="*/ 6163410 w 9539210"/>
              <a:gd name="connsiteY47" fmla="*/ 457035 h 457035"/>
              <a:gd name="connsiteX48" fmla="*/ 5179684 w 9539210"/>
              <a:gd name="connsiteY48" fmla="*/ 457035 h 457035"/>
              <a:gd name="connsiteX49" fmla="*/ 5013495 w 9539210"/>
              <a:gd name="connsiteY49" fmla="*/ 457035 h 457035"/>
              <a:gd name="connsiteX50" fmla="*/ 4995813 w 9539210"/>
              <a:gd name="connsiteY50" fmla="*/ 457035 h 457035"/>
              <a:gd name="connsiteX51" fmla="*/ 4829624 w 9539210"/>
              <a:gd name="connsiteY51" fmla="*/ 457035 h 457035"/>
              <a:gd name="connsiteX52" fmla="*/ 3519849 w 9539210"/>
              <a:gd name="connsiteY52" fmla="*/ 457035 h 457035"/>
              <a:gd name="connsiteX53" fmla="*/ 3353660 w 9539210"/>
              <a:gd name="connsiteY53" fmla="*/ 457035 h 457035"/>
              <a:gd name="connsiteX54" fmla="*/ 3335978 w 9539210"/>
              <a:gd name="connsiteY54" fmla="*/ 457035 h 457035"/>
              <a:gd name="connsiteX55" fmla="*/ 3169789 w 9539210"/>
              <a:gd name="connsiteY55" fmla="*/ 457035 h 457035"/>
              <a:gd name="connsiteX56" fmla="*/ 1910584 w 9539210"/>
              <a:gd name="connsiteY56" fmla="*/ 457035 h 457035"/>
              <a:gd name="connsiteX57" fmla="*/ 1744396 w 9539210"/>
              <a:gd name="connsiteY57" fmla="*/ 457035 h 457035"/>
              <a:gd name="connsiteX58" fmla="*/ 1726713 w 9539210"/>
              <a:gd name="connsiteY58" fmla="*/ 457035 h 457035"/>
              <a:gd name="connsiteX59" fmla="*/ 1659835 w 9539210"/>
              <a:gd name="connsiteY59" fmla="*/ 457035 h 457035"/>
              <a:gd name="connsiteX60" fmla="*/ 250749 w 9539210"/>
              <a:gd name="connsiteY60" fmla="*/ 457035 h 457035"/>
              <a:gd name="connsiteX61" fmla="*/ 84561 w 9539210"/>
              <a:gd name="connsiteY61" fmla="*/ 457035 h 457035"/>
              <a:gd name="connsiteX62" fmla="*/ 66878 w 9539210"/>
              <a:gd name="connsiteY62" fmla="*/ 457035 h 457035"/>
              <a:gd name="connsiteX63" fmla="*/ 0 w 9539210"/>
              <a:gd name="connsiteY63" fmla="*/ 457035 h 457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9539210" h="457035">
                <a:moveTo>
                  <a:pt x="329395" y="0"/>
                </a:moveTo>
                <a:lnTo>
                  <a:pt x="495584" y="0"/>
                </a:lnTo>
                <a:lnTo>
                  <a:pt x="513267" y="0"/>
                </a:lnTo>
                <a:lnTo>
                  <a:pt x="679456" y="0"/>
                </a:lnTo>
                <a:lnTo>
                  <a:pt x="1989230" y="0"/>
                </a:lnTo>
                <a:lnTo>
                  <a:pt x="2155419" y="0"/>
                </a:lnTo>
                <a:lnTo>
                  <a:pt x="2173102" y="0"/>
                </a:lnTo>
                <a:lnTo>
                  <a:pt x="2339291" y="0"/>
                </a:lnTo>
                <a:lnTo>
                  <a:pt x="3598496" y="0"/>
                </a:lnTo>
                <a:lnTo>
                  <a:pt x="3764684" y="0"/>
                </a:lnTo>
                <a:lnTo>
                  <a:pt x="3782368" y="0"/>
                </a:lnTo>
                <a:lnTo>
                  <a:pt x="3948555" y="0"/>
                </a:lnTo>
                <a:lnTo>
                  <a:pt x="5258331" y="0"/>
                </a:lnTo>
                <a:lnTo>
                  <a:pt x="5424519" y="0"/>
                </a:lnTo>
                <a:lnTo>
                  <a:pt x="5442203" y="0"/>
                </a:lnTo>
                <a:lnTo>
                  <a:pt x="5608390" y="0"/>
                </a:lnTo>
                <a:lnTo>
                  <a:pt x="6163410" y="0"/>
                </a:lnTo>
                <a:lnTo>
                  <a:pt x="6329598" y="0"/>
                </a:lnTo>
                <a:lnTo>
                  <a:pt x="6347282" y="0"/>
                </a:lnTo>
                <a:lnTo>
                  <a:pt x="6513470" y="0"/>
                </a:lnTo>
                <a:lnTo>
                  <a:pt x="7529315" y="0"/>
                </a:lnTo>
                <a:lnTo>
                  <a:pt x="7695503" y="0"/>
                </a:lnTo>
                <a:lnTo>
                  <a:pt x="7713187" y="0"/>
                </a:lnTo>
                <a:lnTo>
                  <a:pt x="7823245" y="0"/>
                </a:lnTo>
                <a:lnTo>
                  <a:pt x="7879375" y="0"/>
                </a:lnTo>
                <a:lnTo>
                  <a:pt x="7989433" y="0"/>
                </a:lnTo>
                <a:lnTo>
                  <a:pt x="8007117" y="0"/>
                </a:lnTo>
                <a:lnTo>
                  <a:pt x="8173305" y="0"/>
                </a:lnTo>
                <a:lnTo>
                  <a:pt x="9189151" y="0"/>
                </a:lnTo>
                <a:lnTo>
                  <a:pt x="9355339" y="0"/>
                </a:lnTo>
                <a:lnTo>
                  <a:pt x="9373022" y="0"/>
                </a:lnTo>
                <a:lnTo>
                  <a:pt x="9539210" y="0"/>
                </a:lnTo>
                <a:lnTo>
                  <a:pt x="9539210" y="457035"/>
                </a:lnTo>
                <a:lnTo>
                  <a:pt x="9373022" y="457035"/>
                </a:lnTo>
                <a:lnTo>
                  <a:pt x="9355339" y="457035"/>
                </a:lnTo>
                <a:lnTo>
                  <a:pt x="9189151" y="457035"/>
                </a:lnTo>
                <a:lnTo>
                  <a:pt x="8173305" y="457035"/>
                </a:lnTo>
                <a:lnTo>
                  <a:pt x="8007117" y="457035"/>
                </a:lnTo>
                <a:lnTo>
                  <a:pt x="7989433" y="457035"/>
                </a:lnTo>
                <a:lnTo>
                  <a:pt x="7879375" y="457035"/>
                </a:lnTo>
                <a:lnTo>
                  <a:pt x="7823245" y="457035"/>
                </a:lnTo>
                <a:lnTo>
                  <a:pt x="7713187" y="457035"/>
                </a:lnTo>
                <a:lnTo>
                  <a:pt x="7695503" y="457035"/>
                </a:lnTo>
                <a:lnTo>
                  <a:pt x="7529315" y="457035"/>
                </a:lnTo>
                <a:lnTo>
                  <a:pt x="6513470" y="457035"/>
                </a:lnTo>
                <a:lnTo>
                  <a:pt x="6347282" y="457035"/>
                </a:lnTo>
                <a:lnTo>
                  <a:pt x="6329598" y="457035"/>
                </a:lnTo>
                <a:lnTo>
                  <a:pt x="6163410" y="457035"/>
                </a:lnTo>
                <a:lnTo>
                  <a:pt x="5179684" y="457035"/>
                </a:lnTo>
                <a:lnTo>
                  <a:pt x="5013495" y="457035"/>
                </a:lnTo>
                <a:lnTo>
                  <a:pt x="4995813" y="457035"/>
                </a:lnTo>
                <a:lnTo>
                  <a:pt x="4829624" y="457035"/>
                </a:lnTo>
                <a:lnTo>
                  <a:pt x="3519849" y="457035"/>
                </a:lnTo>
                <a:lnTo>
                  <a:pt x="3353660" y="457035"/>
                </a:lnTo>
                <a:lnTo>
                  <a:pt x="3335978" y="457035"/>
                </a:lnTo>
                <a:lnTo>
                  <a:pt x="3169789" y="457035"/>
                </a:lnTo>
                <a:lnTo>
                  <a:pt x="1910584" y="457035"/>
                </a:lnTo>
                <a:lnTo>
                  <a:pt x="1744396" y="457035"/>
                </a:lnTo>
                <a:lnTo>
                  <a:pt x="1726713" y="457035"/>
                </a:lnTo>
                <a:lnTo>
                  <a:pt x="1659835" y="457035"/>
                </a:lnTo>
                <a:lnTo>
                  <a:pt x="250749" y="457035"/>
                </a:lnTo>
                <a:lnTo>
                  <a:pt x="84561" y="457035"/>
                </a:lnTo>
                <a:lnTo>
                  <a:pt x="66878" y="457035"/>
                </a:lnTo>
                <a:lnTo>
                  <a:pt x="0" y="457035"/>
                </a:lnTo>
                <a:close/>
              </a:path>
            </a:pathLst>
          </a:custGeom>
          <a:gradFill flip="none" rotWithShape="1">
            <a:gsLst>
              <a:gs pos="0">
                <a:srgbClr val="2BBBF0">
                  <a:alpha val="46000"/>
                </a:srgbClr>
              </a:gs>
              <a:gs pos="100000">
                <a:srgbClr val="D5DCE6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DF16EB-8204-45E0-EEB0-AB6418D6D2CD}"/>
              </a:ext>
            </a:extLst>
          </p:cNvPr>
          <p:cNvGrpSpPr/>
          <p:nvPr userDrawn="1"/>
        </p:nvGrpSpPr>
        <p:grpSpPr>
          <a:xfrm>
            <a:off x="-6523" y="-31383"/>
            <a:ext cx="1356241" cy="1045911"/>
            <a:chOff x="1208" y="-31383"/>
            <a:chExt cx="1493824" cy="115201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4E2D1E0-932F-EEC8-18D5-E145E1105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19" r="26657"/>
            <a:stretch>
              <a:fillRect/>
            </a:stretch>
          </p:blipFill>
          <p:spPr>
            <a:xfrm>
              <a:off x="521944" y="10302"/>
              <a:ext cx="963724" cy="1052960"/>
            </a:xfrm>
            <a:custGeom>
              <a:avLst/>
              <a:gdLst>
                <a:gd name="connsiteX0" fmla="*/ 0 w 5418511"/>
                <a:gd name="connsiteY0" fmla="*/ 0 h 5879490"/>
                <a:gd name="connsiteX1" fmla="*/ 5418511 w 5418511"/>
                <a:gd name="connsiteY1" fmla="*/ 0 h 5879490"/>
                <a:gd name="connsiteX2" fmla="*/ 1197080 w 5418511"/>
                <a:gd name="connsiteY2" fmla="*/ 5879490 h 5879490"/>
                <a:gd name="connsiteX3" fmla="*/ 0 w 5418511"/>
                <a:gd name="connsiteY3" fmla="*/ 5879490 h 587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8511" h="5879490">
                  <a:moveTo>
                    <a:pt x="0" y="0"/>
                  </a:moveTo>
                  <a:lnTo>
                    <a:pt x="5418511" y="0"/>
                  </a:lnTo>
                  <a:lnTo>
                    <a:pt x="1197080" y="5879490"/>
                  </a:lnTo>
                  <a:lnTo>
                    <a:pt x="0" y="5879490"/>
                  </a:lnTo>
                  <a:close/>
                </a:path>
              </a:pathLst>
            </a:custGeom>
            <a:gradFill>
              <a:gsLst>
                <a:gs pos="0">
                  <a:srgbClr val="A0AFC2">
                    <a:alpha val="33000"/>
                  </a:srgbClr>
                </a:gs>
                <a:gs pos="100000">
                  <a:srgbClr val="D5DCE6">
                    <a:alpha val="64000"/>
                  </a:srgbClr>
                </a:gs>
              </a:gsLst>
              <a:lin ang="13500000" scaled="1"/>
            </a:gradFill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08BAADF-A30B-4C49-7417-A24FF5305713}"/>
                </a:ext>
              </a:extLst>
            </p:cNvPr>
            <p:cNvGrpSpPr/>
            <p:nvPr/>
          </p:nvGrpSpPr>
          <p:grpSpPr>
            <a:xfrm flipV="1">
              <a:off x="1208" y="-31383"/>
              <a:ext cx="1417823" cy="924873"/>
              <a:chOff x="-4091" y="2974700"/>
              <a:chExt cx="7228703" cy="4715421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F33A35C6-F924-7C79-A68D-69D99719D6A7}"/>
                  </a:ext>
                </a:extLst>
              </p:cNvPr>
              <p:cNvGrpSpPr/>
              <p:nvPr/>
            </p:nvGrpSpPr>
            <p:grpSpPr>
              <a:xfrm>
                <a:off x="-4091" y="2974700"/>
                <a:ext cx="6058941" cy="4574809"/>
                <a:chOff x="2741079" y="3003508"/>
                <a:chExt cx="6067844" cy="4546117"/>
              </a:xfrm>
            </p:grpSpPr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E44AE588-49DD-9CA1-822C-29263CC3924C}"/>
                    </a:ext>
                  </a:extLst>
                </p:cNvPr>
                <p:cNvSpPr/>
                <p:nvPr/>
              </p:nvSpPr>
              <p:spPr>
                <a:xfrm rot="10800000" flipH="1">
                  <a:off x="2741079" y="3589053"/>
                  <a:ext cx="3539271" cy="3930117"/>
                </a:xfrm>
                <a:custGeom>
                  <a:avLst/>
                  <a:gdLst>
                    <a:gd name="connsiteX0" fmla="*/ 2706159 w 4115350"/>
                    <a:gd name="connsiteY0" fmla="*/ 4569451 h 4569451"/>
                    <a:gd name="connsiteX1" fmla="*/ 4115350 w 4115350"/>
                    <a:gd name="connsiteY1" fmla="*/ 2614195 h 4569451"/>
                    <a:gd name="connsiteX2" fmla="*/ 2231249 w 4115350"/>
                    <a:gd name="connsiteY2" fmla="*/ 0 h 4569451"/>
                    <a:gd name="connsiteX3" fmla="*/ 0 w 4115350"/>
                    <a:gd name="connsiteY3" fmla="*/ 0 h 4569451"/>
                    <a:gd name="connsiteX4" fmla="*/ 0 w 4115350"/>
                    <a:gd name="connsiteY4" fmla="*/ 814649 h 4569451"/>
                    <a:gd name="connsiteX5" fmla="*/ 2706159 w 4115350"/>
                    <a:gd name="connsiteY5" fmla="*/ 4569451 h 4569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15350" h="4569451">
                      <a:moveTo>
                        <a:pt x="2706159" y="4569451"/>
                      </a:moveTo>
                      <a:lnTo>
                        <a:pt x="4115350" y="2614195"/>
                      </a:lnTo>
                      <a:lnTo>
                        <a:pt x="2231249" y="0"/>
                      </a:lnTo>
                      <a:lnTo>
                        <a:pt x="0" y="0"/>
                      </a:lnTo>
                      <a:lnTo>
                        <a:pt x="0" y="814649"/>
                      </a:lnTo>
                      <a:lnTo>
                        <a:pt x="2706159" y="456945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5DCE6">
                        <a:alpha val="38000"/>
                      </a:srgbClr>
                    </a:gs>
                    <a:gs pos="100000">
                      <a:srgbClr val="B1BDCD">
                        <a:alpha val="3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자유형: 도형 18">
                  <a:extLst>
                    <a:ext uri="{FF2B5EF4-FFF2-40B4-BE49-F238E27FC236}">
                      <a16:creationId xmlns:a16="http://schemas.microsoft.com/office/drawing/2014/main" id="{311A8E09-DB16-C980-5AC1-D9928C07AC7D}"/>
                    </a:ext>
                  </a:extLst>
                </p:cNvPr>
                <p:cNvSpPr/>
                <p:nvPr/>
              </p:nvSpPr>
              <p:spPr>
                <a:xfrm rot="10800000">
                  <a:off x="2750033" y="3008692"/>
                  <a:ext cx="2771247" cy="1931922"/>
                </a:xfrm>
                <a:custGeom>
                  <a:avLst/>
                  <a:gdLst>
                    <a:gd name="connsiteX0" fmla="*/ 1097984 w 2195968"/>
                    <a:gd name="connsiteY0" fmla="*/ 0 h 1549908"/>
                    <a:gd name="connsiteX1" fmla="*/ 2195968 w 2195968"/>
                    <a:gd name="connsiteY1" fmla="*/ 1542394 h 1549908"/>
                    <a:gd name="connsiteX2" fmla="*/ 2190619 w 2195968"/>
                    <a:gd name="connsiteY2" fmla="*/ 1549908 h 1549908"/>
                    <a:gd name="connsiteX3" fmla="*/ 5349 w 2195968"/>
                    <a:gd name="connsiteY3" fmla="*/ 1549908 h 1549908"/>
                    <a:gd name="connsiteX4" fmla="*/ 0 w 2195968"/>
                    <a:gd name="connsiteY4" fmla="*/ 1542394 h 1549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5968" h="1549908">
                      <a:moveTo>
                        <a:pt x="1097984" y="0"/>
                      </a:moveTo>
                      <a:lnTo>
                        <a:pt x="2195968" y="1542394"/>
                      </a:lnTo>
                      <a:lnTo>
                        <a:pt x="2190619" y="1549908"/>
                      </a:lnTo>
                      <a:lnTo>
                        <a:pt x="5349" y="1549908"/>
                      </a:lnTo>
                      <a:lnTo>
                        <a:pt x="0" y="154239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38000"/>
                      </a:srgbClr>
                    </a:gs>
                    <a:gs pos="100000">
                      <a:srgbClr val="A0AFC2">
                        <a:alpha val="50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0" name="자유형: 도형 19">
                  <a:extLst>
                    <a:ext uri="{FF2B5EF4-FFF2-40B4-BE49-F238E27FC236}">
                      <a16:creationId xmlns:a16="http://schemas.microsoft.com/office/drawing/2014/main" id="{5019FF1A-FB23-E3E6-4163-56CD04CA4EDD}"/>
                    </a:ext>
                  </a:extLst>
                </p:cNvPr>
                <p:cNvSpPr/>
                <p:nvPr/>
              </p:nvSpPr>
              <p:spPr>
                <a:xfrm rot="10800000" flipH="1">
                  <a:off x="4130454" y="3003508"/>
                  <a:ext cx="4678469" cy="4546117"/>
                </a:xfrm>
                <a:custGeom>
                  <a:avLst/>
                  <a:gdLst>
                    <a:gd name="connsiteX0" fmla="*/ 1409191 w 4702483"/>
                    <a:gd name="connsiteY0" fmla="*/ 4569451 h 4569451"/>
                    <a:gd name="connsiteX1" fmla="*/ 4702483 w 4702483"/>
                    <a:gd name="connsiteY1" fmla="*/ 0 h 4569451"/>
                    <a:gd name="connsiteX2" fmla="*/ 1884100 w 4702483"/>
                    <a:gd name="connsiteY2" fmla="*/ 0 h 4569451"/>
                    <a:gd name="connsiteX3" fmla="*/ 0 w 4702483"/>
                    <a:gd name="connsiteY3" fmla="*/ 2614195 h 4569451"/>
                    <a:gd name="connsiteX4" fmla="*/ 1409191 w 4702483"/>
                    <a:gd name="connsiteY4" fmla="*/ 4569451 h 4569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02483" h="4569451">
                      <a:moveTo>
                        <a:pt x="1409191" y="4569451"/>
                      </a:moveTo>
                      <a:lnTo>
                        <a:pt x="4702483" y="0"/>
                      </a:lnTo>
                      <a:lnTo>
                        <a:pt x="1884100" y="0"/>
                      </a:lnTo>
                      <a:lnTo>
                        <a:pt x="0" y="2614195"/>
                      </a:lnTo>
                      <a:lnTo>
                        <a:pt x="1409191" y="456945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BBBF0">
                        <a:alpha val="48000"/>
                      </a:srgbClr>
                    </a:gs>
                    <a:gs pos="100000">
                      <a:srgbClr val="D5DCE6">
                        <a:alpha val="2000"/>
                      </a:srgb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D5F6F3B2-2B7F-A3C3-424C-F9D5818C0D28}"/>
                  </a:ext>
                </a:extLst>
              </p:cNvPr>
              <p:cNvSpPr/>
              <p:nvPr/>
            </p:nvSpPr>
            <p:spPr>
              <a:xfrm>
                <a:off x="3198559" y="2981214"/>
                <a:ext cx="4026053" cy="4708907"/>
              </a:xfrm>
              <a:custGeom>
                <a:avLst/>
                <a:gdLst>
                  <a:gd name="connsiteX0" fmla="*/ 3237139 w 3237139"/>
                  <a:gd name="connsiteY0" fmla="*/ 0 h 3786187"/>
                  <a:gd name="connsiteX1" fmla="*/ 2695272 w 3237139"/>
                  <a:gd name="connsiteY1" fmla="*/ 0 h 3786187"/>
                  <a:gd name="connsiteX2" fmla="*/ 0 w 3237139"/>
                  <a:gd name="connsiteY2" fmla="*/ 3786187 h 3786187"/>
                  <a:gd name="connsiteX3" fmla="*/ 541867 w 3237139"/>
                  <a:gd name="connsiteY3" fmla="*/ 3786187 h 3786187"/>
                  <a:gd name="connsiteX4" fmla="*/ 3237139 w 3237139"/>
                  <a:gd name="connsiteY4" fmla="*/ 0 h 378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7139" h="3786187">
                    <a:moveTo>
                      <a:pt x="3237139" y="0"/>
                    </a:moveTo>
                    <a:lnTo>
                      <a:pt x="2695272" y="0"/>
                    </a:lnTo>
                    <a:lnTo>
                      <a:pt x="0" y="3786187"/>
                    </a:lnTo>
                    <a:lnTo>
                      <a:pt x="541867" y="3786187"/>
                    </a:lnTo>
                    <a:lnTo>
                      <a:pt x="3237139" y="0"/>
                    </a:lnTo>
                    <a:close/>
                  </a:path>
                </a:pathLst>
              </a:custGeom>
              <a:gradFill flip="none" rotWithShape="1">
                <a:gsLst>
                  <a:gs pos="2000">
                    <a:srgbClr val="D5DCE6">
                      <a:alpha val="14000"/>
                    </a:srgbClr>
                  </a:gs>
                  <a:gs pos="100000">
                    <a:srgbClr val="FFFFFF">
                      <a:alpha val="26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FB8F3357-574A-1E4E-5608-1032970968AA}"/>
                  </a:ext>
                </a:extLst>
              </p:cNvPr>
              <p:cNvSpPr/>
              <p:nvPr/>
            </p:nvSpPr>
            <p:spPr>
              <a:xfrm>
                <a:off x="0" y="2981214"/>
                <a:ext cx="3539270" cy="4543649"/>
              </a:xfrm>
              <a:custGeom>
                <a:avLst/>
                <a:gdLst>
                  <a:gd name="connsiteX0" fmla="*/ 3352129 w 3617465"/>
                  <a:gd name="connsiteY0" fmla="*/ 0 h 4708907"/>
                  <a:gd name="connsiteX1" fmla="*/ 3617465 w 3617465"/>
                  <a:gd name="connsiteY1" fmla="*/ 0 h 4708907"/>
                  <a:gd name="connsiteX2" fmla="*/ 265336 w 3617465"/>
                  <a:gd name="connsiteY2" fmla="*/ 4708907 h 4708907"/>
                  <a:gd name="connsiteX3" fmla="*/ 0 w 3617465"/>
                  <a:gd name="connsiteY3" fmla="*/ 4708907 h 4708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7465" h="4708907">
                    <a:moveTo>
                      <a:pt x="3352129" y="0"/>
                    </a:moveTo>
                    <a:lnTo>
                      <a:pt x="3617465" y="0"/>
                    </a:lnTo>
                    <a:lnTo>
                      <a:pt x="265336" y="4708907"/>
                    </a:lnTo>
                    <a:lnTo>
                      <a:pt x="0" y="4708907"/>
                    </a:lnTo>
                    <a:close/>
                  </a:path>
                </a:pathLst>
              </a:custGeom>
              <a:gradFill flip="none" rotWithShape="1">
                <a:gsLst>
                  <a:gs pos="2000">
                    <a:srgbClr val="D5DCE6">
                      <a:alpha val="6000"/>
                    </a:srgbClr>
                  </a:gs>
                  <a:gs pos="100000">
                    <a:srgbClr val="FFFFFF">
                      <a:alpha val="16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9D845996-98C1-8020-B3C1-345904ADB8E4}"/>
                  </a:ext>
                </a:extLst>
              </p:cNvPr>
              <p:cNvSpPr/>
              <p:nvPr/>
            </p:nvSpPr>
            <p:spPr>
              <a:xfrm rot="10800000">
                <a:off x="1862931" y="2998206"/>
                <a:ext cx="1855521" cy="1293538"/>
              </a:xfrm>
              <a:custGeom>
                <a:avLst/>
                <a:gdLst>
                  <a:gd name="connsiteX0" fmla="*/ 1097984 w 2195968"/>
                  <a:gd name="connsiteY0" fmla="*/ 0 h 1549908"/>
                  <a:gd name="connsiteX1" fmla="*/ 2195968 w 2195968"/>
                  <a:gd name="connsiteY1" fmla="*/ 1542394 h 1549908"/>
                  <a:gd name="connsiteX2" fmla="*/ 2190619 w 2195968"/>
                  <a:gd name="connsiteY2" fmla="*/ 1549908 h 1549908"/>
                  <a:gd name="connsiteX3" fmla="*/ 5349 w 2195968"/>
                  <a:gd name="connsiteY3" fmla="*/ 1549908 h 1549908"/>
                  <a:gd name="connsiteX4" fmla="*/ 0 w 2195968"/>
                  <a:gd name="connsiteY4" fmla="*/ 1542394 h 1549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5968" h="1549908">
                    <a:moveTo>
                      <a:pt x="1097984" y="0"/>
                    </a:moveTo>
                    <a:lnTo>
                      <a:pt x="2195968" y="1542394"/>
                    </a:lnTo>
                    <a:lnTo>
                      <a:pt x="2190619" y="1549908"/>
                    </a:lnTo>
                    <a:lnTo>
                      <a:pt x="5349" y="1549908"/>
                    </a:lnTo>
                    <a:lnTo>
                      <a:pt x="0" y="154239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99FDE">
                      <a:alpha val="52000"/>
                    </a:srgbClr>
                  </a:gs>
                  <a:gs pos="100000">
                    <a:srgbClr val="A0AFC2">
                      <a:alpha val="6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C4F0B0F4-D34D-F08D-7A2F-902CCE94EE0A}"/>
                  </a:ext>
                </a:extLst>
              </p:cNvPr>
              <p:cNvSpPr/>
              <p:nvPr/>
            </p:nvSpPr>
            <p:spPr>
              <a:xfrm rot="10800000">
                <a:off x="15087" y="3453723"/>
                <a:ext cx="2030095" cy="2053832"/>
              </a:xfrm>
              <a:custGeom>
                <a:avLst/>
                <a:gdLst>
                  <a:gd name="connsiteX0" fmla="*/ 1605540 w 1605540"/>
                  <a:gd name="connsiteY0" fmla="*/ 0 h 1613132"/>
                  <a:gd name="connsiteX1" fmla="*/ 1148340 w 1605540"/>
                  <a:gd name="connsiteY1" fmla="*/ 0 h 1613132"/>
                  <a:gd name="connsiteX2" fmla="*/ 0 w 1605540"/>
                  <a:gd name="connsiteY2" fmla="*/ 1613132 h 1613132"/>
                  <a:gd name="connsiteX3" fmla="*/ 457200 w 1605540"/>
                  <a:gd name="connsiteY3" fmla="*/ 1613132 h 1613132"/>
                  <a:gd name="connsiteX4" fmla="*/ 1605540 w 1605540"/>
                  <a:gd name="connsiteY4" fmla="*/ 0 h 16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540" h="1613132">
                    <a:moveTo>
                      <a:pt x="1605540" y="0"/>
                    </a:moveTo>
                    <a:lnTo>
                      <a:pt x="1148340" y="0"/>
                    </a:lnTo>
                    <a:lnTo>
                      <a:pt x="0" y="1613132"/>
                    </a:lnTo>
                    <a:lnTo>
                      <a:pt x="457200" y="1613132"/>
                    </a:lnTo>
                    <a:lnTo>
                      <a:pt x="160554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99FDE">
                      <a:alpha val="14000"/>
                    </a:srgbClr>
                  </a:gs>
                  <a:gs pos="100000">
                    <a:srgbClr val="A0AFC2">
                      <a:alpha val="6000"/>
                    </a:srgb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617EFAE5-1293-8CDE-2565-ED1D75F630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69" t="8458" r="-18152" b="28813"/>
            <a:stretch/>
          </p:blipFill>
          <p:spPr bwMode="auto">
            <a:xfrm rot="12918836" flipH="1">
              <a:off x="1151911" y="-30960"/>
              <a:ext cx="343121" cy="1151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B80DD16-65C2-29A9-4E3E-3E18FF1FF1E2}"/>
              </a:ext>
            </a:extLst>
          </p:cNvPr>
          <p:cNvGrpSpPr/>
          <p:nvPr userDrawn="1"/>
        </p:nvGrpSpPr>
        <p:grpSpPr>
          <a:xfrm flipH="1">
            <a:off x="-6522" y="7197013"/>
            <a:ext cx="10698334" cy="362872"/>
            <a:chOff x="0" y="7197013"/>
            <a:chExt cx="10698334" cy="36287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D9552B2-9451-74B7-55F6-CA2C32471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98" t="43424" r="1674" b="45847"/>
            <a:stretch/>
          </p:blipFill>
          <p:spPr>
            <a:xfrm>
              <a:off x="0" y="7222789"/>
              <a:ext cx="10691813" cy="336886"/>
            </a:xfrm>
            <a:custGeom>
              <a:avLst/>
              <a:gdLst>
                <a:gd name="connsiteX0" fmla="*/ 9558504 w 9558504"/>
                <a:gd name="connsiteY0" fmla="*/ 0 h 535437"/>
                <a:gd name="connsiteX1" fmla="*/ 0 w 9558504"/>
                <a:gd name="connsiteY1" fmla="*/ 0 h 535437"/>
                <a:gd name="connsiteX2" fmla="*/ 0 w 9558504"/>
                <a:gd name="connsiteY2" fmla="*/ 535437 h 535437"/>
                <a:gd name="connsiteX3" fmla="*/ 9558504 w 9558504"/>
                <a:gd name="connsiteY3" fmla="*/ 535437 h 535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58504" h="535437">
                  <a:moveTo>
                    <a:pt x="9558504" y="0"/>
                  </a:moveTo>
                  <a:lnTo>
                    <a:pt x="0" y="0"/>
                  </a:lnTo>
                  <a:lnTo>
                    <a:pt x="0" y="535437"/>
                  </a:lnTo>
                  <a:lnTo>
                    <a:pt x="9558504" y="535437"/>
                  </a:lnTo>
                  <a:close/>
                </a:path>
              </a:pathLst>
            </a:cu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7759B0B-9F20-7FE4-C47A-53579CE18A06}"/>
                </a:ext>
              </a:extLst>
            </p:cNvPr>
            <p:cNvGrpSpPr/>
            <p:nvPr/>
          </p:nvGrpSpPr>
          <p:grpSpPr>
            <a:xfrm rot="10800000">
              <a:off x="317599" y="7197013"/>
              <a:ext cx="10380735" cy="362872"/>
              <a:chOff x="-65388270" y="-56579"/>
              <a:chExt cx="73363854" cy="2564527"/>
            </a:xfrm>
          </p:grpSpPr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7F4B07E5-1ED8-771C-C6D9-1FC44FC3E067}"/>
                  </a:ext>
                </a:extLst>
              </p:cNvPr>
              <p:cNvSpPr/>
              <p:nvPr/>
            </p:nvSpPr>
            <p:spPr>
              <a:xfrm>
                <a:off x="5463092" y="85368"/>
                <a:ext cx="1807549" cy="2128780"/>
              </a:xfrm>
              <a:custGeom>
                <a:avLst/>
                <a:gdLst>
                  <a:gd name="connsiteX0" fmla="*/ 3237139 w 3237139"/>
                  <a:gd name="connsiteY0" fmla="*/ 0 h 3786187"/>
                  <a:gd name="connsiteX1" fmla="*/ 2695272 w 3237139"/>
                  <a:gd name="connsiteY1" fmla="*/ 0 h 3786187"/>
                  <a:gd name="connsiteX2" fmla="*/ 0 w 3237139"/>
                  <a:gd name="connsiteY2" fmla="*/ 3786187 h 3786187"/>
                  <a:gd name="connsiteX3" fmla="*/ 541867 w 3237139"/>
                  <a:gd name="connsiteY3" fmla="*/ 3786187 h 3786187"/>
                  <a:gd name="connsiteX4" fmla="*/ 3237139 w 3237139"/>
                  <a:gd name="connsiteY4" fmla="*/ 0 h 3786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7139" h="3786187">
                    <a:moveTo>
                      <a:pt x="3237139" y="0"/>
                    </a:moveTo>
                    <a:lnTo>
                      <a:pt x="2695272" y="0"/>
                    </a:lnTo>
                    <a:lnTo>
                      <a:pt x="0" y="3786187"/>
                    </a:lnTo>
                    <a:lnTo>
                      <a:pt x="541867" y="3786187"/>
                    </a:lnTo>
                    <a:lnTo>
                      <a:pt x="323713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5DCE6">
                      <a:alpha val="26000"/>
                    </a:srgbClr>
                  </a:gs>
                  <a:gs pos="100000">
                    <a:srgbClr val="FFFFFF">
                      <a:alpha val="68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A2490C9C-D010-DBCF-0E58-45BF78EDF646}"/>
                  </a:ext>
                </a:extLst>
              </p:cNvPr>
              <p:cNvGrpSpPr/>
              <p:nvPr/>
            </p:nvGrpSpPr>
            <p:grpSpPr>
              <a:xfrm flipH="1">
                <a:off x="-65388270" y="-56579"/>
                <a:ext cx="3909154" cy="2220409"/>
                <a:chOff x="93220189" y="44407"/>
                <a:chExt cx="4990355" cy="2812049"/>
              </a:xfrm>
            </p:grpSpPr>
            <p:sp>
              <p:nvSpPr>
                <p:cNvPr id="27" name="자유형: 도형 26">
                  <a:extLst>
                    <a:ext uri="{FF2B5EF4-FFF2-40B4-BE49-F238E27FC236}">
                      <a16:creationId xmlns:a16="http://schemas.microsoft.com/office/drawing/2014/main" id="{BF88435C-1DA9-96D9-B153-C8FA98835EAD}"/>
                    </a:ext>
                  </a:extLst>
                </p:cNvPr>
                <p:cNvSpPr/>
                <p:nvPr/>
              </p:nvSpPr>
              <p:spPr>
                <a:xfrm flipH="1">
                  <a:off x="95748604" y="44407"/>
                  <a:ext cx="2461940" cy="2456814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10000"/>
                      </a:srgbClr>
                    </a:gs>
                    <a:gs pos="100000">
                      <a:srgbClr val="D5DCE6">
                        <a:alpha val="55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8" name="자유형: 도형 27">
                  <a:extLst>
                    <a:ext uri="{FF2B5EF4-FFF2-40B4-BE49-F238E27FC236}">
                      <a16:creationId xmlns:a16="http://schemas.microsoft.com/office/drawing/2014/main" id="{9B27E05B-B05B-DFF1-5605-EA493DD5A42F}"/>
                    </a:ext>
                  </a:extLst>
                </p:cNvPr>
                <p:cNvSpPr/>
                <p:nvPr/>
              </p:nvSpPr>
              <p:spPr>
                <a:xfrm flipH="1">
                  <a:off x="94632294" y="46287"/>
                  <a:ext cx="2816027" cy="2810169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38000"/>
                      </a:srgbClr>
                    </a:gs>
                    <a:gs pos="100000">
                      <a:srgbClr val="D5DCE6">
                        <a:alpha val="55000"/>
                      </a:srgb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38F04ED7-4E88-5E94-28C6-4AAE26226BDC}"/>
                    </a:ext>
                  </a:extLst>
                </p:cNvPr>
                <p:cNvSpPr/>
                <p:nvPr/>
              </p:nvSpPr>
              <p:spPr>
                <a:xfrm>
                  <a:off x="93220189" y="44425"/>
                  <a:ext cx="2871223" cy="2456814"/>
                </a:xfrm>
                <a:custGeom>
                  <a:avLst/>
                  <a:gdLst>
                    <a:gd name="connsiteX0" fmla="*/ 2195968 w 3791220"/>
                    <a:gd name="connsiteY0" fmla="*/ 0 h 3783326"/>
                    <a:gd name="connsiteX1" fmla="*/ 0 w 3791220"/>
                    <a:gd name="connsiteY1" fmla="*/ 0 h 3783326"/>
                    <a:gd name="connsiteX2" fmla="*/ 2693236 w 3791220"/>
                    <a:gd name="connsiteY2" fmla="*/ 3783326 h 3783326"/>
                    <a:gd name="connsiteX3" fmla="*/ 3791220 w 3791220"/>
                    <a:gd name="connsiteY3" fmla="*/ 2240932 h 3783326"/>
                    <a:gd name="connsiteX4" fmla="*/ 2195968 w 3791220"/>
                    <a:gd name="connsiteY4" fmla="*/ 0 h 378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91220" h="3783326">
                      <a:moveTo>
                        <a:pt x="2195968" y="0"/>
                      </a:moveTo>
                      <a:lnTo>
                        <a:pt x="0" y="0"/>
                      </a:lnTo>
                      <a:lnTo>
                        <a:pt x="2693236" y="3783326"/>
                      </a:lnTo>
                      <a:lnTo>
                        <a:pt x="3791220" y="2240932"/>
                      </a:lnTo>
                      <a:lnTo>
                        <a:pt x="2195968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99FDE">
                        <a:alpha val="10000"/>
                      </a:srgbClr>
                    </a:gs>
                    <a:gs pos="100000">
                      <a:srgbClr val="D5DCE6">
                        <a:alpha val="21000"/>
                      </a:srgb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492BB494-BDEA-3DE1-49CE-7FF1DD9D819E}"/>
                  </a:ext>
                </a:extLst>
              </p:cNvPr>
              <p:cNvSpPr/>
              <p:nvPr/>
            </p:nvSpPr>
            <p:spPr>
              <a:xfrm>
                <a:off x="5945489" y="454117"/>
                <a:ext cx="2030095" cy="2053831"/>
              </a:xfrm>
              <a:custGeom>
                <a:avLst/>
                <a:gdLst>
                  <a:gd name="connsiteX0" fmla="*/ 1605540 w 1605540"/>
                  <a:gd name="connsiteY0" fmla="*/ 0 h 1613132"/>
                  <a:gd name="connsiteX1" fmla="*/ 1148340 w 1605540"/>
                  <a:gd name="connsiteY1" fmla="*/ 0 h 1613132"/>
                  <a:gd name="connsiteX2" fmla="*/ 0 w 1605540"/>
                  <a:gd name="connsiteY2" fmla="*/ 1613132 h 1613132"/>
                  <a:gd name="connsiteX3" fmla="*/ 457200 w 1605540"/>
                  <a:gd name="connsiteY3" fmla="*/ 1613132 h 1613132"/>
                  <a:gd name="connsiteX4" fmla="*/ 1605540 w 1605540"/>
                  <a:gd name="connsiteY4" fmla="*/ 0 h 16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540" h="1613132">
                    <a:moveTo>
                      <a:pt x="1605540" y="0"/>
                    </a:moveTo>
                    <a:lnTo>
                      <a:pt x="1148340" y="0"/>
                    </a:lnTo>
                    <a:lnTo>
                      <a:pt x="0" y="1613132"/>
                    </a:lnTo>
                    <a:lnTo>
                      <a:pt x="457200" y="1613132"/>
                    </a:lnTo>
                    <a:lnTo>
                      <a:pt x="16055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C6A5BD0-8B42-4EEC-1C06-CE5B59AB7840}"/>
              </a:ext>
            </a:extLst>
          </p:cNvPr>
          <p:cNvSpPr/>
          <p:nvPr userDrawn="1"/>
        </p:nvSpPr>
        <p:spPr>
          <a:xfrm>
            <a:off x="541154" y="7319813"/>
            <a:ext cx="4931625" cy="138499"/>
          </a:xfrm>
          <a:prstGeom prst="rect">
            <a:avLst/>
          </a:prstGeom>
        </p:spPr>
        <p:txBody>
          <a:bodyPr wrap="square" lIns="0" tIns="0" rIns="0" bIns="0" anchor="t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/>
          <a:p>
            <a:pPr marL="0" lvl="1" defTabSz="1330325">
              <a:spcAft>
                <a:spcPts val="200"/>
              </a:spcAft>
              <a:buClr>
                <a:sysClr val="windowText" lastClr="000000">
                  <a:lumMod val="50000"/>
                  <a:lumOff val="50000"/>
                </a:sysClr>
              </a:buClr>
              <a:buSzPct val="100000"/>
              <a:tabLst>
                <a:tab pos="714375" algn="l"/>
              </a:tabLst>
            </a:pPr>
            <a:r>
              <a:rPr lang="ko-KR" altLang="en-US" sz="900" kern="0" spc="-3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스마트시티 도시인프라 지능화 기술 통합 실증</a:t>
            </a:r>
          </a:p>
        </p:txBody>
      </p:sp>
      <p:pic>
        <p:nvPicPr>
          <p:cNvPr id="48" name="Picture 66" descr="eee-01">
            <a:extLst>
              <a:ext uri="{FF2B5EF4-FFF2-40B4-BE49-F238E27FC236}">
                <a16:creationId xmlns:a16="http://schemas.microsoft.com/office/drawing/2014/main" id="{66AC8876-394A-39AD-4951-B5E01E9394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5719" b="23"/>
          <a:stretch/>
        </p:blipFill>
        <p:spPr bwMode="auto">
          <a:xfrm rot="16200000">
            <a:off x="6296104" y="-3942081"/>
            <a:ext cx="225146" cy="902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슬라이드 번호 개체 틀 291">
            <a:extLst>
              <a:ext uri="{FF2B5EF4-FFF2-40B4-BE49-F238E27FC236}">
                <a16:creationId xmlns:a16="http://schemas.microsoft.com/office/drawing/2014/main" id="{D7E1F6C2-E2FC-F244-E287-856250DCAB21}"/>
              </a:ext>
            </a:extLst>
          </p:cNvPr>
          <p:cNvSpPr txBox="1">
            <a:spLocks/>
          </p:cNvSpPr>
          <p:nvPr userDrawn="1"/>
        </p:nvSpPr>
        <p:spPr>
          <a:xfrm>
            <a:off x="9779631" y="7318830"/>
            <a:ext cx="3321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>
            <a:defPPr>
              <a:defRPr lang="en-US"/>
            </a:defPPr>
            <a:lvl1pPr algn="ctr">
              <a:defRPr sz="3000">
                <a:gradFill>
                  <a:gsLst>
                    <a:gs pos="0">
                      <a:prstClr val="white">
                        <a:lumMod val="65000"/>
                      </a:prstClr>
                    </a:gs>
                    <a:gs pos="100000">
                      <a:prstClr val="white">
                        <a:lumMod val="65000"/>
                      </a:prstClr>
                    </a:gs>
                  </a:gsLst>
                  <a:lin ang="5400000" scaled="0"/>
                </a:gradFill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marL="0" marR="0" lvl="0" indent="0" algn="ctr" defTabSz="8732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EE39DC-66DE-45BD-9015-D11DDC9ADF57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pPr marL="0" marR="0" lvl="0" indent="0" algn="ctr" defTabSz="8732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45CD972-4D84-F104-2FBB-1D3164DD5A5D}"/>
              </a:ext>
            </a:extLst>
          </p:cNvPr>
          <p:cNvGrpSpPr/>
          <p:nvPr userDrawn="1"/>
        </p:nvGrpSpPr>
        <p:grpSpPr>
          <a:xfrm>
            <a:off x="5151003" y="28579"/>
            <a:ext cx="2914239" cy="486954"/>
            <a:chOff x="2892742" y="5535012"/>
            <a:chExt cx="1945070" cy="325011"/>
          </a:xfrm>
        </p:grpSpPr>
        <p:pic>
          <p:nvPicPr>
            <p:cNvPr id="51" name="그림 50" descr="텍스트이(가) 표시된 사진&#10;&#10;자동 생성된 설명">
              <a:extLst>
                <a:ext uri="{FF2B5EF4-FFF2-40B4-BE49-F238E27FC236}">
                  <a16:creationId xmlns:a16="http://schemas.microsoft.com/office/drawing/2014/main" id="{22291333-D216-2A73-AA2F-337DD9858A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hqprint">
              <a:alphaModFix amt="13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1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856" r="42747"/>
            <a:stretch/>
          </p:blipFill>
          <p:spPr>
            <a:xfrm flipH="1">
              <a:off x="3710983" y="5535012"/>
              <a:ext cx="1126829" cy="325011"/>
            </a:xfrm>
            <a:prstGeom prst="rect">
              <a:avLst/>
            </a:prstGeom>
          </p:spPr>
        </p:pic>
        <p:pic>
          <p:nvPicPr>
            <p:cNvPr id="52" name="그림 51" descr="텍스트이(가) 표시된 사진&#10;&#10;자동 생성된 설명">
              <a:extLst>
                <a:ext uri="{FF2B5EF4-FFF2-40B4-BE49-F238E27FC236}">
                  <a16:creationId xmlns:a16="http://schemas.microsoft.com/office/drawing/2014/main" id="{9548B2DA-B727-A87D-4DD7-6BE16DBD4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alphaModFix amt="12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1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856" r="42747"/>
            <a:stretch/>
          </p:blipFill>
          <p:spPr>
            <a:xfrm flipH="1">
              <a:off x="2892742" y="5612830"/>
              <a:ext cx="857030" cy="247193"/>
            </a:xfrm>
            <a:prstGeom prst="rect">
              <a:avLst/>
            </a:prstGeom>
          </p:spPr>
        </p:pic>
      </p:grp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FBF9F6C0-A50E-98FC-78EA-64347E6FCE86}"/>
              </a:ext>
            </a:extLst>
          </p:cNvPr>
          <p:cNvSpPr/>
          <p:nvPr userDrawn="1"/>
        </p:nvSpPr>
        <p:spPr>
          <a:xfrm>
            <a:off x="8263271" y="341219"/>
            <a:ext cx="2138350" cy="246285"/>
          </a:xfrm>
          <a:custGeom>
            <a:avLst/>
            <a:gdLst>
              <a:gd name="connsiteX0" fmla="*/ 122695 w 2138350"/>
              <a:gd name="connsiteY0" fmla="*/ 0 h 246285"/>
              <a:gd name="connsiteX1" fmla="*/ 473782 w 2138350"/>
              <a:gd name="connsiteY1" fmla="*/ 0 h 246285"/>
              <a:gd name="connsiteX2" fmla="*/ 490781 w 2138350"/>
              <a:gd name="connsiteY2" fmla="*/ 0 h 246285"/>
              <a:gd name="connsiteX3" fmla="*/ 785570 w 2138350"/>
              <a:gd name="connsiteY3" fmla="*/ 0 h 246285"/>
              <a:gd name="connsiteX4" fmla="*/ 841868 w 2138350"/>
              <a:gd name="connsiteY4" fmla="*/ 0 h 246285"/>
              <a:gd name="connsiteX5" fmla="*/ 1136657 w 2138350"/>
              <a:gd name="connsiteY5" fmla="*/ 0 h 246285"/>
              <a:gd name="connsiteX6" fmla="*/ 1153656 w 2138350"/>
              <a:gd name="connsiteY6" fmla="*/ 0 h 246285"/>
              <a:gd name="connsiteX7" fmla="*/ 1296482 w 2138350"/>
              <a:gd name="connsiteY7" fmla="*/ 0 h 246285"/>
              <a:gd name="connsiteX8" fmla="*/ 1504743 w 2138350"/>
              <a:gd name="connsiteY8" fmla="*/ 0 h 246285"/>
              <a:gd name="connsiteX9" fmla="*/ 1647569 w 2138350"/>
              <a:gd name="connsiteY9" fmla="*/ 0 h 246285"/>
              <a:gd name="connsiteX10" fmla="*/ 1664568 w 2138350"/>
              <a:gd name="connsiteY10" fmla="*/ 0 h 246285"/>
              <a:gd name="connsiteX11" fmla="*/ 2015655 w 2138350"/>
              <a:gd name="connsiteY11" fmla="*/ 0 h 246285"/>
              <a:gd name="connsiteX12" fmla="*/ 2138350 w 2138350"/>
              <a:gd name="connsiteY12" fmla="*/ 123143 h 246285"/>
              <a:gd name="connsiteX13" fmla="*/ 2015655 w 2138350"/>
              <a:gd name="connsiteY13" fmla="*/ 246285 h 246285"/>
              <a:gd name="connsiteX14" fmla="*/ 1664568 w 2138350"/>
              <a:gd name="connsiteY14" fmla="*/ 246285 h 246285"/>
              <a:gd name="connsiteX15" fmla="*/ 1647569 w 2138350"/>
              <a:gd name="connsiteY15" fmla="*/ 246285 h 246285"/>
              <a:gd name="connsiteX16" fmla="*/ 1504743 w 2138350"/>
              <a:gd name="connsiteY16" fmla="*/ 246285 h 246285"/>
              <a:gd name="connsiteX17" fmla="*/ 1296482 w 2138350"/>
              <a:gd name="connsiteY17" fmla="*/ 246285 h 246285"/>
              <a:gd name="connsiteX18" fmla="*/ 1153656 w 2138350"/>
              <a:gd name="connsiteY18" fmla="*/ 246285 h 246285"/>
              <a:gd name="connsiteX19" fmla="*/ 1136657 w 2138350"/>
              <a:gd name="connsiteY19" fmla="*/ 246285 h 246285"/>
              <a:gd name="connsiteX20" fmla="*/ 841868 w 2138350"/>
              <a:gd name="connsiteY20" fmla="*/ 246285 h 246285"/>
              <a:gd name="connsiteX21" fmla="*/ 785570 w 2138350"/>
              <a:gd name="connsiteY21" fmla="*/ 246285 h 246285"/>
              <a:gd name="connsiteX22" fmla="*/ 490781 w 2138350"/>
              <a:gd name="connsiteY22" fmla="*/ 246285 h 246285"/>
              <a:gd name="connsiteX23" fmla="*/ 473782 w 2138350"/>
              <a:gd name="connsiteY23" fmla="*/ 246285 h 246285"/>
              <a:gd name="connsiteX24" fmla="*/ 122695 w 2138350"/>
              <a:gd name="connsiteY24" fmla="*/ 246285 h 246285"/>
              <a:gd name="connsiteX25" fmla="*/ 0 w 2138350"/>
              <a:gd name="connsiteY25" fmla="*/ 123143 h 24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38350" h="246285">
                <a:moveTo>
                  <a:pt x="122695" y="0"/>
                </a:moveTo>
                <a:lnTo>
                  <a:pt x="473782" y="0"/>
                </a:lnTo>
                <a:lnTo>
                  <a:pt x="490781" y="0"/>
                </a:lnTo>
                <a:lnTo>
                  <a:pt x="785570" y="0"/>
                </a:lnTo>
                <a:lnTo>
                  <a:pt x="841868" y="0"/>
                </a:lnTo>
                <a:lnTo>
                  <a:pt x="1136657" y="0"/>
                </a:lnTo>
                <a:lnTo>
                  <a:pt x="1153656" y="0"/>
                </a:lnTo>
                <a:lnTo>
                  <a:pt x="1296482" y="0"/>
                </a:lnTo>
                <a:lnTo>
                  <a:pt x="1504743" y="0"/>
                </a:lnTo>
                <a:lnTo>
                  <a:pt x="1647569" y="0"/>
                </a:lnTo>
                <a:lnTo>
                  <a:pt x="1664568" y="0"/>
                </a:lnTo>
                <a:lnTo>
                  <a:pt x="2015655" y="0"/>
                </a:lnTo>
                <a:lnTo>
                  <a:pt x="2138350" y="123143"/>
                </a:lnTo>
                <a:lnTo>
                  <a:pt x="2015655" y="246285"/>
                </a:lnTo>
                <a:lnTo>
                  <a:pt x="1664568" y="246285"/>
                </a:lnTo>
                <a:lnTo>
                  <a:pt x="1647569" y="246285"/>
                </a:lnTo>
                <a:lnTo>
                  <a:pt x="1504743" y="246285"/>
                </a:lnTo>
                <a:lnTo>
                  <a:pt x="1296482" y="246285"/>
                </a:lnTo>
                <a:lnTo>
                  <a:pt x="1153656" y="246285"/>
                </a:lnTo>
                <a:lnTo>
                  <a:pt x="1136657" y="246285"/>
                </a:lnTo>
                <a:lnTo>
                  <a:pt x="841868" y="246285"/>
                </a:lnTo>
                <a:lnTo>
                  <a:pt x="785570" y="246285"/>
                </a:lnTo>
                <a:lnTo>
                  <a:pt x="490781" y="246285"/>
                </a:lnTo>
                <a:lnTo>
                  <a:pt x="473782" y="246285"/>
                </a:lnTo>
                <a:lnTo>
                  <a:pt x="122695" y="246285"/>
                </a:lnTo>
                <a:lnTo>
                  <a:pt x="0" y="123143"/>
                </a:lnTo>
                <a:close/>
              </a:path>
            </a:pathLst>
          </a:custGeom>
          <a:solidFill>
            <a:srgbClr val="D5DCE6"/>
          </a:solidFill>
          <a:ln w="46990">
            <a:solidFill>
              <a:srgbClr val="B6C5E0">
                <a:alpha val="3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0188CB8-591E-B497-22C0-09CA35816C25}"/>
              </a:ext>
            </a:extLst>
          </p:cNvPr>
          <p:cNvGrpSpPr/>
          <p:nvPr userDrawn="1"/>
        </p:nvGrpSpPr>
        <p:grpSpPr>
          <a:xfrm flipH="1">
            <a:off x="10225560" y="290593"/>
            <a:ext cx="311547" cy="311546"/>
            <a:chOff x="5722914" y="2156235"/>
            <a:chExt cx="642093" cy="64209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38FE978-BED6-EE11-C94D-6365105B03AA}"/>
                </a:ext>
              </a:extLst>
            </p:cNvPr>
            <p:cNvSpPr/>
            <p:nvPr/>
          </p:nvSpPr>
          <p:spPr>
            <a:xfrm rot="18900000">
              <a:off x="5722914" y="2156235"/>
              <a:ext cx="642093" cy="642093"/>
            </a:xfrm>
            <a:prstGeom prst="roundRect">
              <a:avLst>
                <a:gd name="adj" fmla="val 10715"/>
              </a:avLst>
            </a:prstGeom>
            <a:solidFill>
              <a:srgbClr val="A4EDFE"/>
            </a:solidFill>
            <a:ln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BF3E306-D85F-0C73-060E-46ECCC8ABA17}"/>
                </a:ext>
              </a:extLst>
            </p:cNvPr>
            <p:cNvSpPr/>
            <p:nvPr/>
          </p:nvSpPr>
          <p:spPr>
            <a:xfrm rot="18900000">
              <a:off x="5782708" y="2216030"/>
              <a:ext cx="522503" cy="522503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973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28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6EEEC074-9F88-42DA-9279-4FC9A3FE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D2C856B-0607-43AF-B38A-674CDE68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7840D57-CC8A-45E4-ADFD-52557774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7D45204-C796-469D-9C30-CFD541012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2" name="직사각형 36">
            <a:extLst>
              <a:ext uri="{FF2B5EF4-FFF2-40B4-BE49-F238E27FC236}">
                <a16:creationId xmlns:a16="http://schemas.microsoft.com/office/drawing/2014/main" id="{051B7894-5E55-4573-80FE-0CE6862D25E9}"/>
              </a:ext>
            </a:extLst>
          </p:cNvPr>
          <p:cNvSpPr/>
          <p:nvPr/>
        </p:nvSpPr>
        <p:spPr>
          <a:xfrm>
            <a:off x="443617" y="54770"/>
            <a:ext cx="476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532067">
              <a:buClr>
                <a:srgbClr val="000066"/>
              </a:buClr>
              <a:buSzPct val="100000"/>
              <a:defRPr/>
            </a:pPr>
            <a:r>
              <a:rPr lang="en-US" altLang="ko-KR" sz="3200" b="1" spc="-150" dirty="0">
                <a:ln>
                  <a:solidFill>
                    <a:srgbClr val="66FFFF">
                      <a:alpha val="0"/>
                    </a:srgbClr>
                  </a:solidFill>
                </a:ln>
                <a:gradFill flip="none" rotWithShape="1">
                  <a:gsLst>
                    <a:gs pos="0">
                      <a:srgbClr val="2A459A"/>
                    </a:gs>
                    <a:gs pos="100000">
                      <a:srgbClr val="099FDE"/>
                    </a:gs>
                  </a:gsLst>
                  <a:lin ang="5400000" scaled="1"/>
                  <a:tileRect/>
                </a:gradFill>
                <a:effectLst>
                  <a:reflection blurRad="6350" stA="60000" endA="900" endPos="58000" dist="25400" dir="5400000" sy="-100000" algn="bl" rotWithShape="0"/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3.</a:t>
            </a:r>
            <a:endParaRPr lang="ko-KR" altLang="ko-KR" sz="3200" b="1" spc="-150" dirty="0">
              <a:ln>
                <a:solidFill>
                  <a:srgbClr val="66FFFF">
                    <a:alpha val="0"/>
                  </a:srgbClr>
                </a:solidFill>
              </a:ln>
              <a:gradFill flip="none" rotWithShape="1">
                <a:gsLst>
                  <a:gs pos="0">
                    <a:srgbClr val="2A459A"/>
                  </a:gs>
                  <a:gs pos="100000">
                    <a:srgbClr val="099FDE"/>
                  </a:gs>
                </a:gsLst>
                <a:lin ang="5400000" scaled="1"/>
                <a:tileRect/>
              </a:gradFill>
              <a:effectLst>
                <a:reflection blurRad="6350" stA="60000" endA="900" endPos="58000" dist="25400" dir="5400000" sy="-100000" algn="bl" rotWithShape="0"/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DCE73F-BDB5-4A8D-A62B-D388CF0E2550}"/>
              </a:ext>
            </a:extLst>
          </p:cNvPr>
          <p:cNvSpPr txBox="1"/>
          <p:nvPr/>
        </p:nvSpPr>
        <p:spPr>
          <a:xfrm>
            <a:off x="1429053" y="109959"/>
            <a:ext cx="4540536" cy="2923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/>
          <a:p>
            <a:pPr defTabSz="914400">
              <a:defRPr/>
            </a:pPr>
            <a:r>
              <a:rPr lang="en-US" altLang="ko-KR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1. </a:t>
            </a:r>
            <a:r>
              <a:rPr lang="ko-KR" altLang="en-US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테스트 베드 선정 및 자문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AC39AA-F7BE-4990-A8A6-4EEA0BA07D8B}"/>
              </a:ext>
            </a:extLst>
          </p:cNvPr>
          <p:cNvSpPr txBox="1"/>
          <p:nvPr/>
        </p:nvSpPr>
        <p:spPr>
          <a:xfrm flipH="1">
            <a:off x="10191405" y="300332"/>
            <a:ext cx="399566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gradFill flip="none" rotWithShape="1">
                  <a:gsLst>
                    <a:gs pos="31000">
                      <a:srgbClr val="0187D9"/>
                    </a:gs>
                    <a:gs pos="50000">
                      <a:srgbClr val="1AA7EC"/>
                    </a:gs>
                    <a:gs pos="48000">
                      <a:srgbClr val="59B9E9"/>
                    </a:gs>
                  </a:gsLst>
                  <a:lin ang="16200000" scaled="1"/>
                  <a:tileRect/>
                </a:gradFill>
                <a:effectLst>
                  <a:reflection blurRad="6350" stA="23000" endPos="45500" dir="5400000" sy="-100000" algn="bl" rotWithShape="0"/>
                </a:effectLst>
                <a:latin typeface="맑은 고딕" panose="020F0502020204030204"/>
                <a:ea typeface="맑은 고딕" panose="020B0503020000020004" pitchFamily="50" charset="-127"/>
                <a:cs typeface="Arial" pitchFamily="34" charset="0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1000">
                    <a:srgbClr val="0187D9"/>
                  </a:gs>
                  <a:gs pos="50000">
                    <a:srgbClr val="1AA7EC"/>
                  </a:gs>
                  <a:gs pos="48000">
                    <a:srgbClr val="59B9E9"/>
                  </a:gs>
                </a:gsLst>
                <a:lin ang="16200000" scaled="1"/>
                <a:tileRect/>
              </a:gradFill>
              <a:effectLst>
                <a:reflection blurRad="6350" stA="23000" endPos="45500" dir="5400000" sy="-100000" algn="bl" rotWithShape="0"/>
              </a:effectLst>
              <a:uLnTx/>
              <a:uFillTx/>
              <a:latin typeface="맑은 고딕" panose="020F0502020204030204"/>
              <a:ea typeface="맑은 고딕" panose="020B0503020000020004" pitchFamily="50" charset="-127"/>
              <a:cs typeface="Arial" pitchFamily="34" charset="0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374987"/>
              </p:ext>
            </p:extLst>
          </p:nvPr>
        </p:nvGraphicFramePr>
        <p:xfrm>
          <a:off x="122966" y="1890894"/>
          <a:ext cx="482917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993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88232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37729">
                  <a:extLst>
                    <a:ext uri="{9D8B030D-6E8A-4147-A177-3AD203B41FA5}">
                      <a16:colId xmlns:a16="http://schemas.microsoft.com/office/drawing/2014/main" val="2860265840"/>
                    </a:ext>
                  </a:extLst>
                </a:gridCol>
                <a:gridCol w="1235222">
                  <a:extLst>
                    <a:ext uri="{9D8B030D-6E8A-4147-A177-3AD203B41FA5}">
                      <a16:colId xmlns:a16="http://schemas.microsoft.com/office/drawing/2014/main" val="3749052358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97.775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0.971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5.63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08:00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0.021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5.33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m/10min,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10:40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5.13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m/10min,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11:30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357106"/>
              </p:ext>
            </p:extLst>
          </p:nvPr>
        </p:nvGraphicFramePr>
        <p:xfrm>
          <a:off x="5614053" y="1884931"/>
          <a:ext cx="481964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137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36576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19151">
                  <a:extLst>
                    <a:ext uri="{9D8B030D-6E8A-4147-A177-3AD203B41FA5}">
                      <a16:colId xmlns:a16="http://schemas.microsoft.com/office/drawing/2014/main" val="1031745956"/>
                    </a:ext>
                  </a:extLst>
                </a:gridCol>
                <a:gridCol w="1232785">
                  <a:extLst>
                    <a:ext uri="{9D8B030D-6E8A-4147-A177-3AD203B41FA5}">
                      <a16:colId xmlns:a16="http://schemas.microsoft.com/office/drawing/2014/main" val="1350330965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111.11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0.817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6.9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08:00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0.023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2.63 m/10min,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12:00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2.59 m/10min,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2020-08-09 09:00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7" y="3483823"/>
            <a:ext cx="4829175" cy="33623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052" y="3474679"/>
            <a:ext cx="4819650" cy="337146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22966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</a:rPr>
              <a:t>서울시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대곡교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14052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</a:rPr>
              <a:t>궁내교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smtClean="0">
                <a:solidFill>
                  <a:schemeClr val="bg1"/>
                </a:solidFill>
              </a:rPr>
              <a:t>성남시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31001" y="1010671"/>
            <a:ext cx="10470321" cy="325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/>
              <a:t>2020.08.09 </a:t>
            </a:r>
            <a:r>
              <a:rPr lang="ko-KR" altLang="en-US" sz="1400" dirty="0" err="1"/>
              <a:t>탄천</a:t>
            </a:r>
            <a:r>
              <a:rPr lang="ko-KR" altLang="en-US" sz="1400" dirty="0"/>
              <a:t> 수위 예측 </a:t>
            </a:r>
            <a:r>
              <a:rPr lang="ko-KR" altLang="en-US" sz="1400" dirty="0" smtClean="0"/>
              <a:t>결과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6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6EEEC074-9F88-42DA-9279-4FC9A3FE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D2C856B-0607-43AF-B38A-674CDE68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7840D57-CC8A-45E4-ADFD-52557774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7D45204-C796-469D-9C30-CFD541012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2" name="직사각형 36">
            <a:extLst>
              <a:ext uri="{FF2B5EF4-FFF2-40B4-BE49-F238E27FC236}">
                <a16:creationId xmlns:a16="http://schemas.microsoft.com/office/drawing/2014/main" id="{051B7894-5E55-4573-80FE-0CE6862D25E9}"/>
              </a:ext>
            </a:extLst>
          </p:cNvPr>
          <p:cNvSpPr/>
          <p:nvPr/>
        </p:nvSpPr>
        <p:spPr>
          <a:xfrm>
            <a:off x="443617" y="54770"/>
            <a:ext cx="476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532067">
              <a:buClr>
                <a:srgbClr val="000066"/>
              </a:buClr>
              <a:buSzPct val="100000"/>
              <a:defRPr/>
            </a:pPr>
            <a:r>
              <a:rPr lang="en-US" altLang="ko-KR" sz="3200" b="1" spc="-150" dirty="0">
                <a:ln>
                  <a:solidFill>
                    <a:srgbClr val="66FFFF">
                      <a:alpha val="0"/>
                    </a:srgbClr>
                  </a:solidFill>
                </a:ln>
                <a:gradFill flip="none" rotWithShape="1">
                  <a:gsLst>
                    <a:gs pos="0">
                      <a:srgbClr val="2A459A"/>
                    </a:gs>
                    <a:gs pos="100000">
                      <a:srgbClr val="099FDE"/>
                    </a:gs>
                  </a:gsLst>
                  <a:lin ang="5400000" scaled="1"/>
                  <a:tileRect/>
                </a:gradFill>
                <a:effectLst>
                  <a:reflection blurRad="6350" stA="60000" endA="900" endPos="58000" dist="25400" dir="5400000" sy="-100000" algn="bl" rotWithShape="0"/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3.</a:t>
            </a:r>
            <a:endParaRPr lang="ko-KR" altLang="ko-KR" sz="3200" b="1" spc="-150" dirty="0">
              <a:ln>
                <a:solidFill>
                  <a:srgbClr val="66FFFF">
                    <a:alpha val="0"/>
                  </a:srgbClr>
                </a:solidFill>
              </a:ln>
              <a:gradFill flip="none" rotWithShape="1">
                <a:gsLst>
                  <a:gs pos="0">
                    <a:srgbClr val="2A459A"/>
                  </a:gs>
                  <a:gs pos="100000">
                    <a:srgbClr val="099FDE"/>
                  </a:gs>
                </a:gsLst>
                <a:lin ang="5400000" scaled="1"/>
                <a:tileRect/>
              </a:gradFill>
              <a:effectLst>
                <a:reflection blurRad="6350" stA="60000" endA="900" endPos="58000" dist="25400" dir="5400000" sy="-100000" algn="bl" rotWithShape="0"/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DCE73F-BDB5-4A8D-A62B-D388CF0E2550}"/>
              </a:ext>
            </a:extLst>
          </p:cNvPr>
          <p:cNvSpPr txBox="1"/>
          <p:nvPr/>
        </p:nvSpPr>
        <p:spPr>
          <a:xfrm>
            <a:off x="1429053" y="109959"/>
            <a:ext cx="4540536" cy="2923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/>
          <a:p>
            <a:pPr defTabSz="914400">
              <a:defRPr/>
            </a:pPr>
            <a:r>
              <a:rPr lang="en-US" altLang="ko-KR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1. </a:t>
            </a:r>
            <a:r>
              <a:rPr lang="ko-KR" altLang="en-US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테스트 베드 선정 및 자문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AC39AA-F7BE-4990-A8A6-4EEA0BA07D8B}"/>
              </a:ext>
            </a:extLst>
          </p:cNvPr>
          <p:cNvSpPr txBox="1"/>
          <p:nvPr/>
        </p:nvSpPr>
        <p:spPr>
          <a:xfrm flipH="1">
            <a:off x="10191405" y="300332"/>
            <a:ext cx="399566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gradFill flip="none" rotWithShape="1">
                  <a:gsLst>
                    <a:gs pos="31000">
                      <a:srgbClr val="0187D9"/>
                    </a:gs>
                    <a:gs pos="50000">
                      <a:srgbClr val="1AA7EC"/>
                    </a:gs>
                    <a:gs pos="48000">
                      <a:srgbClr val="59B9E9"/>
                    </a:gs>
                  </a:gsLst>
                  <a:lin ang="16200000" scaled="1"/>
                  <a:tileRect/>
                </a:gradFill>
                <a:effectLst>
                  <a:reflection blurRad="6350" stA="23000" endPos="45500" dir="5400000" sy="-100000" algn="bl" rotWithShape="0"/>
                </a:effectLst>
                <a:latin typeface="맑은 고딕" panose="020F0502020204030204"/>
                <a:ea typeface="맑은 고딕" panose="020B0503020000020004" pitchFamily="50" charset="-127"/>
                <a:cs typeface="Arial" pitchFamily="34" charset="0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1000">
                    <a:srgbClr val="0187D9"/>
                  </a:gs>
                  <a:gs pos="50000">
                    <a:srgbClr val="1AA7EC"/>
                  </a:gs>
                  <a:gs pos="48000">
                    <a:srgbClr val="59B9E9"/>
                  </a:gs>
                </a:gsLst>
                <a:lin ang="16200000" scaled="1"/>
                <a:tileRect/>
              </a:gradFill>
              <a:effectLst>
                <a:reflection blurRad="6350" stA="23000" endPos="45500" dir="5400000" sy="-100000" algn="bl" rotWithShape="0"/>
              </a:effectLst>
              <a:uLnTx/>
              <a:uFillTx/>
              <a:latin typeface="맑은 고딕" panose="020F0502020204030204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8" y="3492142"/>
            <a:ext cx="4829176" cy="3327828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494" y="3486982"/>
            <a:ext cx="4819650" cy="3343275"/>
          </a:xfrm>
          <a:prstGeom prst="rect">
            <a:avLst/>
          </a:prstGeom>
        </p:spPr>
      </p:pic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67140"/>
              </p:ext>
            </p:extLst>
          </p:nvPr>
        </p:nvGraphicFramePr>
        <p:xfrm>
          <a:off x="122966" y="1895810"/>
          <a:ext cx="482917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993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88232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37729">
                  <a:extLst>
                    <a:ext uri="{9D8B030D-6E8A-4147-A177-3AD203B41FA5}">
                      <a16:colId xmlns:a16="http://schemas.microsoft.com/office/drawing/2014/main" val="2860265840"/>
                    </a:ext>
                  </a:extLst>
                </a:gridCol>
                <a:gridCol w="1235222">
                  <a:extLst>
                    <a:ext uri="{9D8B030D-6E8A-4147-A177-3AD203B41FA5}">
                      <a16:colId xmlns:a16="http://schemas.microsoft.com/office/drawing/2014/main" val="3749052358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73.78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0.693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4.19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2025-07-16 20:20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0.078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3.79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2025-07-16 20:20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0.241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3.68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2025-07-16 20:40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0.281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372300"/>
              </p:ext>
            </p:extLst>
          </p:nvPr>
        </p:nvGraphicFramePr>
        <p:xfrm>
          <a:off x="5614434" y="1895810"/>
          <a:ext cx="481964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137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36576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19151">
                  <a:extLst>
                    <a:ext uri="{9D8B030D-6E8A-4147-A177-3AD203B41FA5}">
                      <a16:colId xmlns:a16="http://schemas.microsoft.com/office/drawing/2014/main" val="1031745956"/>
                    </a:ext>
                  </a:extLst>
                </a:gridCol>
                <a:gridCol w="1232785">
                  <a:extLst>
                    <a:ext uri="{9D8B030D-6E8A-4147-A177-3AD203B41FA5}">
                      <a16:colId xmlns:a16="http://schemas.microsoft.com/office/drawing/2014/main" val="1350330965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73.85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0.135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5.55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2025-07-16 18:50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0.061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2.03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2025-07-16 18:50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1.78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2025-07-17 02:20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0.246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122966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</a:rPr>
              <a:t>서울시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대곡교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614052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</a:rPr>
              <a:t>궁내교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smtClean="0">
                <a:solidFill>
                  <a:schemeClr val="bg1"/>
                </a:solidFill>
              </a:rPr>
              <a:t>성남시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31001" y="1010671"/>
            <a:ext cx="10470321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2025.07.16 </a:t>
            </a:r>
            <a:r>
              <a:rPr lang="ko-KR" altLang="en-US" sz="1400" dirty="0" err="1" smtClean="0"/>
              <a:t>탄천</a:t>
            </a:r>
            <a:r>
              <a:rPr lang="ko-KR" altLang="en-US" sz="1400" dirty="0" smtClean="0"/>
              <a:t> 수위 예측 결과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39142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6EEEC074-9F88-42DA-9279-4FC9A3FE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D2C856B-0607-43AF-B38A-674CDE68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7840D57-CC8A-45E4-ADFD-52557774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7D45204-C796-469D-9C30-CFD541012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2" name="직사각형 36">
            <a:extLst>
              <a:ext uri="{FF2B5EF4-FFF2-40B4-BE49-F238E27FC236}">
                <a16:creationId xmlns:a16="http://schemas.microsoft.com/office/drawing/2014/main" id="{051B7894-5E55-4573-80FE-0CE6862D25E9}"/>
              </a:ext>
            </a:extLst>
          </p:cNvPr>
          <p:cNvSpPr/>
          <p:nvPr/>
        </p:nvSpPr>
        <p:spPr>
          <a:xfrm>
            <a:off x="443617" y="54770"/>
            <a:ext cx="476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532067">
              <a:buClr>
                <a:srgbClr val="000066"/>
              </a:buClr>
              <a:buSzPct val="100000"/>
              <a:defRPr/>
            </a:pPr>
            <a:r>
              <a:rPr lang="en-US" altLang="ko-KR" sz="3200" b="1" spc="-150" dirty="0">
                <a:ln>
                  <a:solidFill>
                    <a:srgbClr val="66FFFF">
                      <a:alpha val="0"/>
                    </a:srgbClr>
                  </a:solidFill>
                </a:ln>
                <a:gradFill flip="none" rotWithShape="1">
                  <a:gsLst>
                    <a:gs pos="0">
                      <a:srgbClr val="2A459A"/>
                    </a:gs>
                    <a:gs pos="100000">
                      <a:srgbClr val="099FDE"/>
                    </a:gs>
                  </a:gsLst>
                  <a:lin ang="5400000" scaled="1"/>
                  <a:tileRect/>
                </a:gradFill>
                <a:effectLst>
                  <a:reflection blurRad="6350" stA="60000" endA="900" endPos="58000" dist="25400" dir="5400000" sy="-100000" algn="bl" rotWithShape="0"/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3.</a:t>
            </a:r>
            <a:endParaRPr lang="ko-KR" altLang="ko-KR" sz="3200" b="1" spc="-150" dirty="0">
              <a:ln>
                <a:solidFill>
                  <a:srgbClr val="66FFFF">
                    <a:alpha val="0"/>
                  </a:srgbClr>
                </a:solidFill>
              </a:ln>
              <a:gradFill flip="none" rotWithShape="1">
                <a:gsLst>
                  <a:gs pos="0">
                    <a:srgbClr val="2A459A"/>
                  </a:gs>
                  <a:gs pos="100000">
                    <a:srgbClr val="099FDE"/>
                  </a:gs>
                </a:gsLst>
                <a:lin ang="5400000" scaled="1"/>
                <a:tileRect/>
              </a:gradFill>
              <a:effectLst>
                <a:reflection blurRad="6350" stA="60000" endA="900" endPos="58000" dist="25400" dir="5400000" sy="-100000" algn="bl" rotWithShape="0"/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DCE73F-BDB5-4A8D-A62B-D388CF0E2550}"/>
              </a:ext>
            </a:extLst>
          </p:cNvPr>
          <p:cNvSpPr txBox="1"/>
          <p:nvPr/>
        </p:nvSpPr>
        <p:spPr>
          <a:xfrm>
            <a:off x="1429053" y="109959"/>
            <a:ext cx="4540536" cy="2923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 extrusionH="25400">
              <a:bevelT w="0" h="25400"/>
              <a:bevelB w="0" h="25400"/>
            </a:sp3d>
          </a:bodyPr>
          <a:lstStyle/>
          <a:p>
            <a:pPr defTabSz="914400">
              <a:defRPr/>
            </a:pPr>
            <a:r>
              <a:rPr lang="en-US" altLang="ko-KR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1. </a:t>
            </a:r>
            <a:r>
              <a:rPr lang="ko-KR" altLang="en-US" sz="1900" kern="0" spc="120" dirty="0">
                <a:solidFill>
                  <a:srgbClr val="293C4E"/>
                </a:solidFill>
                <a:latin typeface="HY헤드라인M" pitchFamily="18" charset="-127"/>
                <a:ea typeface="HY헤드라인M" pitchFamily="18" charset="-127"/>
              </a:rPr>
              <a:t>테스트 베드 선정 및 자문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AC39AA-F7BE-4990-A8A6-4EEA0BA07D8B}"/>
              </a:ext>
            </a:extLst>
          </p:cNvPr>
          <p:cNvSpPr txBox="1"/>
          <p:nvPr/>
        </p:nvSpPr>
        <p:spPr>
          <a:xfrm flipH="1">
            <a:off x="10191405" y="300332"/>
            <a:ext cx="399566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gradFill flip="none" rotWithShape="1">
                  <a:gsLst>
                    <a:gs pos="31000">
                      <a:srgbClr val="0187D9"/>
                    </a:gs>
                    <a:gs pos="50000">
                      <a:srgbClr val="1AA7EC"/>
                    </a:gs>
                    <a:gs pos="48000">
                      <a:srgbClr val="59B9E9"/>
                    </a:gs>
                  </a:gsLst>
                  <a:lin ang="16200000" scaled="1"/>
                  <a:tileRect/>
                </a:gradFill>
                <a:effectLst>
                  <a:reflection blurRad="6350" stA="23000" endPos="45500" dir="5400000" sy="-100000" algn="bl" rotWithShape="0"/>
                </a:effectLst>
                <a:latin typeface="맑은 고딕" panose="020F0502020204030204"/>
                <a:ea typeface="맑은 고딕" panose="020B0503020000020004" pitchFamily="50" charset="-127"/>
                <a:cs typeface="Arial" pitchFamily="34" charset="0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1000">
                    <a:srgbClr val="0187D9"/>
                  </a:gs>
                  <a:gs pos="50000">
                    <a:srgbClr val="1AA7EC"/>
                  </a:gs>
                  <a:gs pos="48000">
                    <a:srgbClr val="59B9E9"/>
                  </a:gs>
                </a:gsLst>
                <a:lin ang="16200000" scaled="1"/>
                <a:tileRect/>
              </a:gradFill>
              <a:effectLst>
                <a:reflection blurRad="6350" stA="23000" endPos="45500" dir="5400000" sy="-100000" algn="bl" rotWithShape="0"/>
              </a:effectLst>
              <a:uLnTx/>
              <a:uFillTx/>
              <a:latin typeface="맑은 고딕" panose="020F0502020204030204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1001" y="1010671"/>
            <a:ext cx="10470321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2025.08.14 </a:t>
            </a:r>
            <a:r>
              <a:rPr lang="ko-KR" altLang="en-US" sz="1400" dirty="0" err="1" smtClean="0"/>
              <a:t>탄천</a:t>
            </a:r>
            <a:r>
              <a:rPr lang="ko-KR" altLang="en-US" sz="1400" dirty="0" smtClean="0"/>
              <a:t> 수위 예측 결과</a:t>
            </a:r>
            <a:endParaRPr lang="ko-KR" altLang="en-US" sz="1400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19" y="3458407"/>
            <a:ext cx="4825207" cy="334327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1" y="3458407"/>
            <a:ext cx="4811997" cy="3343275"/>
          </a:xfrm>
          <a:prstGeom prst="rect">
            <a:avLst/>
          </a:prstGeom>
        </p:spPr>
      </p:pic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18447"/>
              </p:ext>
            </p:extLst>
          </p:nvPr>
        </p:nvGraphicFramePr>
        <p:xfrm>
          <a:off x="123349" y="1877803"/>
          <a:ext cx="482917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993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88232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37729">
                  <a:extLst>
                    <a:ext uri="{9D8B030D-6E8A-4147-A177-3AD203B41FA5}">
                      <a16:colId xmlns:a16="http://schemas.microsoft.com/office/drawing/2014/main" val="2860265840"/>
                    </a:ext>
                  </a:extLst>
                </a:gridCol>
                <a:gridCol w="1235222">
                  <a:extLst>
                    <a:ext uri="{9D8B030D-6E8A-4147-A177-3AD203B41FA5}">
                      <a16:colId xmlns:a16="http://schemas.microsoft.com/office/drawing/2014/main" val="3749052358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53.08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0.797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15.13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08:10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0.051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4.06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09:00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3.73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09:10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0.226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15430"/>
              </p:ext>
            </p:extLst>
          </p:nvPr>
        </p:nvGraphicFramePr>
        <p:xfrm>
          <a:off x="5614434" y="1877803"/>
          <a:ext cx="481964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137">
                  <a:extLst>
                    <a:ext uri="{9D8B030D-6E8A-4147-A177-3AD203B41FA5}">
                      <a16:colId xmlns:a16="http://schemas.microsoft.com/office/drawing/2014/main" val="681172551"/>
                    </a:ext>
                  </a:extLst>
                </a:gridCol>
                <a:gridCol w="1336576">
                  <a:extLst>
                    <a:ext uri="{9D8B030D-6E8A-4147-A177-3AD203B41FA5}">
                      <a16:colId xmlns:a16="http://schemas.microsoft.com/office/drawing/2014/main" val="562638965"/>
                    </a:ext>
                  </a:extLst>
                </a:gridCol>
                <a:gridCol w="1019151">
                  <a:extLst>
                    <a:ext uri="{9D8B030D-6E8A-4147-A177-3AD203B41FA5}">
                      <a16:colId xmlns:a16="http://schemas.microsoft.com/office/drawing/2014/main" val="1031745956"/>
                    </a:ext>
                  </a:extLst>
                </a:gridCol>
                <a:gridCol w="1232785">
                  <a:extLst>
                    <a:ext uri="{9D8B030D-6E8A-4147-A177-3AD203B41FA5}">
                      <a16:colId xmlns:a16="http://schemas.microsoft.com/office/drawing/2014/main" val="1350330965"/>
                    </a:ext>
                  </a:extLst>
                </a:gridCol>
              </a:tblGrid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유역평균강우량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/>
                      </a:r>
                      <a:b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총합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42.41 mm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R2 Score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35429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분 강우량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13.67 mm/10min, </a:t>
                      </a:r>
                      <a:b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08:10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0.016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36886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최고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관측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2.01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09:10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57190"/>
                  </a:ext>
                </a:extLst>
              </a:tr>
              <a:tr h="32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최대 수위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1.83 m,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</a:rPr>
                        <a:t>2025-08-14 09:10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0.129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185901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122966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</a:rPr>
              <a:t>서울시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대곡교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614052" y="1609453"/>
            <a:ext cx="4829175" cy="2814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bg1"/>
                </a:solidFill>
              </a:rPr>
              <a:t>궁내교</a:t>
            </a:r>
            <a:r>
              <a:rPr lang="en-US" altLang="ko-KR" sz="1600" dirty="0" smtClean="0">
                <a:solidFill>
                  <a:schemeClr val="bg1"/>
                </a:solidFill>
              </a:rPr>
              <a:t>(</a:t>
            </a:r>
            <a:r>
              <a:rPr lang="ko-KR" altLang="en-US" sz="1600" dirty="0" smtClean="0">
                <a:solidFill>
                  <a:schemeClr val="bg1"/>
                </a:solidFill>
              </a:rPr>
              <a:t>성남시</a:t>
            </a:r>
            <a:r>
              <a:rPr lang="en-US" altLang="ko-KR" sz="1600" dirty="0" smtClean="0">
                <a:solidFill>
                  <a:schemeClr val="bg1"/>
                </a:solidFill>
              </a:rPr>
              <a:t>) </a:t>
            </a:r>
            <a:r>
              <a:rPr lang="ko-KR" altLang="en-US" sz="1600" dirty="0" err="1" smtClean="0">
                <a:solidFill>
                  <a:schemeClr val="bg1"/>
                </a:solidFill>
              </a:rPr>
              <a:t>예측결과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323689"/>
      </p:ext>
    </p:extLst>
  </p:cSld>
  <p:clrMapOvr>
    <a:masterClrMapping/>
  </p:clrMapOvr>
</p:sld>
</file>

<file path=ppt/theme/theme1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간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내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내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빈페이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32939</TotalTime>
  <Words>309</Words>
  <Application>Microsoft Office PowerPoint</Application>
  <PresentationFormat>사용자 지정</PresentationFormat>
  <Paragraphs>126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AppleSDGothicNeoR00</vt:lpstr>
      <vt:lpstr>KoPubWorld돋움체 Bold</vt:lpstr>
      <vt:lpstr>맑은 고딕</vt:lpstr>
      <vt:lpstr>HY헤드라인M</vt:lpstr>
      <vt:lpstr>Arial</vt:lpstr>
      <vt:lpstr>목차</vt:lpstr>
      <vt:lpstr>간지</vt:lpstr>
      <vt:lpstr>내지</vt:lpstr>
      <vt:lpstr>1_내지</vt:lpstr>
      <vt:lpstr>빈페이지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박상민</dc:creator>
  <cp:lastModifiedBy>magpie</cp:lastModifiedBy>
  <cp:revision>513</cp:revision>
  <cp:lastPrinted>2022-10-24T01:03:06Z</cp:lastPrinted>
  <dcterms:created xsi:type="dcterms:W3CDTF">2022-10-09T12:11:47Z</dcterms:created>
  <dcterms:modified xsi:type="dcterms:W3CDTF">2025-10-17T00:26:32Z</dcterms:modified>
</cp:coreProperties>
</file>