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28" r:id="rId3"/>
    <p:sldId id="513" r:id="rId4"/>
    <p:sldId id="533" r:id="rId5"/>
    <p:sldId id="545" r:id="rId6"/>
    <p:sldId id="546" r:id="rId7"/>
    <p:sldId id="534" r:id="rId8"/>
    <p:sldId id="547" r:id="rId9"/>
    <p:sldId id="548" r:id="rId10"/>
    <p:sldId id="537" r:id="rId11"/>
    <p:sldId id="538" r:id="rId12"/>
    <p:sldId id="540" r:id="rId13"/>
    <p:sldId id="543" r:id="rId14"/>
    <p:sldId id="544" r:id="rId15"/>
    <p:sldId id="542" r:id="rId16"/>
    <p:sldId id="564" r:id="rId17"/>
    <p:sldId id="565" r:id="rId18"/>
    <p:sldId id="570" r:id="rId19"/>
    <p:sldId id="571" r:id="rId20"/>
    <p:sldId id="572" r:id="rId21"/>
    <p:sldId id="573" r:id="rId22"/>
    <p:sldId id="566" r:id="rId23"/>
    <p:sldId id="567" r:id="rId24"/>
    <p:sldId id="622" r:id="rId25"/>
    <p:sldId id="623" r:id="rId26"/>
    <p:sldId id="624" r:id="rId27"/>
    <p:sldId id="625" r:id="rId28"/>
    <p:sldId id="568" r:id="rId29"/>
    <p:sldId id="569" r:id="rId30"/>
    <p:sldId id="626" r:id="rId31"/>
    <p:sldId id="627" r:id="rId32"/>
    <p:sldId id="628" r:id="rId33"/>
    <p:sldId id="629" r:id="rId34"/>
    <p:sldId id="558" r:id="rId35"/>
    <p:sldId id="559" r:id="rId36"/>
    <p:sldId id="560" r:id="rId37"/>
    <p:sldId id="561" r:id="rId38"/>
    <p:sldId id="562" r:id="rId39"/>
    <p:sldId id="563" r:id="rId40"/>
    <p:sldId id="582" r:id="rId41"/>
    <p:sldId id="509" r:id="rId42"/>
    <p:sldId id="530" r:id="rId43"/>
    <p:sldId id="536" r:id="rId44"/>
    <p:sldId id="531" r:id="rId45"/>
    <p:sldId id="535" r:id="rId46"/>
    <p:sldId id="532" r:id="rId47"/>
    <p:sldId id="574" r:id="rId48"/>
    <p:sldId id="575" r:id="rId49"/>
    <p:sldId id="576" r:id="rId50"/>
    <p:sldId id="577" r:id="rId51"/>
    <p:sldId id="578" r:id="rId52"/>
    <p:sldId id="579" r:id="rId53"/>
    <p:sldId id="580" r:id="rId54"/>
    <p:sldId id="581" r:id="rId55"/>
    <p:sldId id="592" r:id="rId56"/>
    <p:sldId id="593" r:id="rId57"/>
    <p:sldId id="594" r:id="rId58"/>
    <p:sldId id="638" r:id="rId59"/>
    <p:sldId id="615" r:id="rId60"/>
    <p:sldId id="597" r:id="rId61"/>
    <p:sldId id="616" r:id="rId62"/>
    <p:sldId id="617" r:id="rId63"/>
    <p:sldId id="600" r:id="rId64"/>
    <p:sldId id="601" r:id="rId65"/>
    <p:sldId id="603" r:id="rId66"/>
    <p:sldId id="604" r:id="rId67"/>
    <p:sldId id="606" r:id="rId68"/>
    <p:sldId id="607" r:id="rId69"/>
    <p:sldId id="608" r:id="rId70"/>
    <p:sldId id="609" r:id="rId71"/>
    <p:sldId id="618" r:id="rId72"/>
    <p:sldId id="619" r:id="rId73"/>
    <p:sldId id="620" r:id="rId74"/>
    <p:sldId id="621" r:id="rId75"/>
    <p:sldId id="557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173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6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32.png"/><Relationship Id="rId4" Type="http://schemas.openxmlformats.org/officeDocument/2006/relationships/image" Target="../media/image5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38.png"/><Relationship Id="rId4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44.png"/><Relationship Id="rId4" Type="http://schemas.openxmlformats.org/officeDocument/2006/relationships/image" Target="../media/image6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62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50.png"/><Relationship Id="rId4" Type="http://schemas.openxmlformats.org/officeDocument/2006/relationships/image" Target="../media/image6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14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11" Type="http://schemas.openxmlformats.org/officeDocument/2006/relationships/image" Target="../media/image28.png"/><Relationship Id="rId5" Type="http://schemas.openxmlformats.org/officeDocument/2006/relationships/image" Target="../media/image95.png"/><Relationship Id="rId10" Type="http://schemas.openxmlformats.org/officeDocument/2006/relationships/image" Target="../media/image100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102.png"/><Relationship Id="rId7" Type="http://schemas.openxmlformats.org/officeDocument/2006/relationships/image" Target="../media/image70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103.png"/><Relationship Id="rId9" Type="http://schemas.openxmlformats.org/officeDocument/2006/relationships/image" Target="../media/image7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105.png"/><Relationship Id="rId7" Type="http://schemas.openxmlformats.org/officeDocument/2006/relationships/image" Target="../media/image79.png"/><Relationship Id="rId12" Type="http://schemas.openxmlformats.org/officeDocument/2006/relationships/image" Target="../media/image107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14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106.png"/><Relationship Id="rId9" Type="http://schemas.openxmlformats.org/officeDocument/2006/relationships/image" Target="../media/image8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109.png"/><Relationship Id="rId7" Type="http://schemas.openxmlformats.org/officeDocument/2006/relationships/image" Target="../media/image88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110.png"/><Relationship Id="rId9" Type="http://schemas.openxmlformats.org/officeDocument/2006/relationships/image" Target="../media/image9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05.png"/><Relationship Id="rId7" Type="http://schemas.openxmlformats.org/officeDocument/2006/relationships/image" Target="../media/image97.png"/><Relationship Id="rId12" Type="http://schemas.openxmlformats.org/officeDocument/2006/relationships/image" Target="../media/image113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11" Type="http://schemas.openxmlformats.org/officeDocument/2006/relationships/image" Target="../media/image28.png"/><Relationship Id="rId5" Type="http://schemas.openxmlformats.org/officeDocument/2006/relationships/image" Target="../media/image95.png"/><Relationship Id="rId10" Type="http://schemas.openxmlformats.org/officeDocument/2006/relationships/image" Target="../media/image100.png"/><Relationship Id="rId4" Type="http://schemas.openxmlformats.org/officeDocument/2006/relationships/image" Target="../media/image112.png"/><Relationship Id="rId9" Type="http://schemas.openxmlformats.org/officeDocument/2006/relationships/image" Target="../media/image99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7" Type="http://schemas.openxmlformats.org/officeDocument/2006/relationships/image" Target="../media/image11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6.png"/><Relationship Id="rId5" Type="http://schemas.openxmlformats.org/officeDocument/2006/relationships/image" Target="../media/image32.png"/><Relationship Id="rId4" Type="http://schemas.openxmlformats.org/officeDocument/2006/relationships/image" Target="../media/image11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8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0.png"/><Relationship Id="rId5" Type="http://schemas.openxmlformats.org/officeDocument/2006/relationships/image" Target="../media/image38.png"/><Relationship Id="rId4" Type="http://schemas.openxmlformats.org/officeDocument/2006/relationships/image" Target="../media/image11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3.png"/><Relationship Id="rId5" Type="http://schemas.openxmlformats.org/officeDocument/2006/relationships/image" Target="../media/image44.png"/><Relationship Id="rId4" Type="http://schemas.openxmlformats.org/officeDocument/2006/relationships/image" Target="../media/image12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24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5" Type="http://schemas.openxmlformats.org/officeDocument/2006/relationships/image" Target="../media/image50.png"/><Relationship Id="rId4" Type="http://schemas.openxmlformats.org/officeDocument/2006/relationships/image" Target="../media/image125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7" Type="http://schemas.openxmlformats.org/officeDocument/2006/relationships/image" Target="../media/image117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9.png"/><Relationship Id="rId4" Type="http://schemas.openxmlformats.org/officeDocument/2006/relationships/image" Target="../media/image14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42.png"/><Relationship Id="rId7" Type="http://schemas.openxmlformats.org/officeDocument/2006/relationships/image" Target="../media/image40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5.png"/><Relationship Id="rId4" Type="http://schemas.openxmlformats.org/officeDocument/2006/relationships/image" Target="../media/image143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7" Type="http://schemas.openxmlformats.org/officeDocument/2006/relationships/image" Target="../media/image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1.png"/><Relationship Id="rId4" Type="http://schemas.openxmlformats.org/officeDocument/2006/relationships/image" Target="../media/image14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49.png"/><Relationship Id="rId7" Type="http://schemas.openxmlformats.org/officeDocument/2006/relationships/image" Target="../media/image52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7.png"/><Relationship Id="rId4" Type="http://schemas.openxmlformats.org/officeDocument/2006/relationships/image" Target="../media/image150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153.png"/><Relationship Id="rId7" Type="http://schemas.openxmlformats.org/officeDocument/2006/relationships/image" Target="../media/image70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154.png"/><Relationship Id="rId9" Type="http://schemas.openxmlformats.org/officeDocument/2006/relationships/image" Target="../media/image72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156.png"/><Relationship Id="rId7" Type="http://schemas.openxmlformats.org/officeDocument/2006/relationships/image" Target="../media/image79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14.png"/><Relationship Id="rId10" Type="http://schemas.openxmlformats.org/officeDocument/2006/relationships/image" Target="../media/image82.png"/><Relationship Id="rId4" Type="http://schemas.openxmlformats.org/officeDocument/2006/relationships/image" Target="../media/image157.png"/><Relationship Id="rId9" Type="http://schemas.openxmlformats.org/officeDocument/2006/relationships/image" Target="../media/image81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160.png"/><Relationship Id="rId7" Type="http://schemas.openxmlformats.org/officeDocument/2006/relationships/image" Target="../media/image88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161.png"/><Relationship Id="rId9" Type="http://schemas.openxmlformats.org/officeDocument/2006/relationships/image" Target="../media/image90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63.png"/><Relationship Id="rId7" Type="http://schemas.openxmlformats.org/officeDocument/2006/relationships/image" Target="../media/image97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5" Type="http://schemas.openxmlformats.org/officeDocument/2006/relationships/image" Target="../media/image28.png"/><Relationship Id="rId10" Type="http://schemas.openxmlformats.org/officeDocument/2006/relationships/image" Target="../media/image100.png"/><Relationship Id="rId4" Type="http://schemas.openxmlformats.org/officeDocument/2006/relationships/image" Target="../media/image164.png"/><Relationship Id="rId9" Type="http://schemas.openxmlformats.org/officeDocument/2006/relationships/image" Target="../media/image99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7" Type="http://schemas.openxmlformats.org/officeDocument/2006/relationships/image" Target="../media/image117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9.png"/><Relationship Id="rId4" Type="http://schemas.openxmlformats.org/officeDocument/2006/relationships/image" Target="../media/image167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69.png"/><Relationship Id="rId7" Type="http://schemas.openxmlformats.org/officeDocument/2006/relationships/image" Target="../media/image40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5.png"/><Relationship Id="rId4" Type="http://schemas.openxmlformats.org/officeDocument/2006/relationships/image" Target="../media/image17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7" Type="http://schemas.openxmlformats.org/officeDocument/2006/relationships/image" Target="../media/image46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1.png"/><Relationship Id="rId4" Type="http://schemas.openxmlformats.org/officeDocument/2006/relationships/image" Target="../media/image173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5.png"/><Relationship Id="rId7" Type="http://schemas.openxmlformats.org/officeDocument/2006/relationships/image" Target="../media/image52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7.png"/><Relationship Id="rId4" Type="http://schemas.openxmlformats.org/officeDocument/2006/relationships/image" Target="../media/image176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178.png"/><Relationship Id="rId7" Type="http://schemas.openxmlformats.org/officeDocument/2006/relationships/image" Target="../media/image180.png"/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179.png"/><Relationship Id="rId9" Type="http://schemas.openxmlformats.org/officeDocument/2006/relationships/image" Target="../media/image72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105.png"/><Relationship Id="rId7" Type="http://schemas.openxmlformats.org/officeDocument/2006/relationships/image" Target="../media/image79.png"/><Relationship Id="rId12" Type="http://schemas.openxmlformats.org/officeDocument/2006/relationships/image" Target="../media/image185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4.png"/><Relationship Id="rId11" Type="http://schemas.openxmlformats.org/officeDocument/2006/relationships/image" Target="../media/image14.png"/><Relationship Id="rId5" Type="http://schemas.openxmlformats.org/officeDocument/2006/relationships/image" Target="../media/image183.png"/><Relationship Id="rId10" Type="http://schemas.openxmlformats.org/officeDocument/2006/relationships/image" Target="../media/image82.png"/><Relationship Id="rId4" Type="http://schemas.openxmlformats.org/officeDocument/2006/relationships/image" Target="../media/image182.png"/><Relationship Id="rId9" Type="http://schemas.openxmlformats.org/officeDocument/2006/relationships/image" Target="../media/image81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187.png"/><Relationship Id="rId7" Type="http://schemas.openxmlformats.org/officeDocument/2006/relationships/image" Target="../media/image88.png"/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9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188.png"/><Relationship Id="rId9" Type="http://schemas.openxmlformats.org/officeDocument/2006/relationships/image" Target="../media/image90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00.png"/><Relationship Id="rId3" Type="http://schemas.openxmlformats.org/officeDocument/2006/relationships/image" Target="../media/image105.png"/><Relationship Id="rId7" Type="http://schemas.openxmlformats.org/officeDocument/2006/relationships/image" Target="../media/image192.png"/><Relationship Id="rId12" Type="http://schemas.openxmlformats.org/officeDocument/2006/relationships/image" Target="../media/image99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11" Type="http://schemas.openxmlformats.org/officeDocument/2006/relationships/image" Target="../media/image98.png"/><Relationship Id="rId5" Type="http://schemas.openxmlformats.org/officeDocument/2006/relationships/image" Target="../media/image95.png"/><Relationship Id="rId15" Type="http://schemas.openxmlformats.org/officeDocument/2006/relationships/image" Target="../media/image193.png"/><Relationship Id="rId10" Type="http://schemas.openxmlformats.org/officeDocument/2006/relationships/image" Target="../media/image73.png"/><Relationship Id="rId4" Type="http://schemas.openxmlformats.org/officeDocument/2006/relationships/image" Target="../media/image191.png"/><Relationship Id="rId9" Type="http://schemas.openxmlformats.org/officeDocument/2006/relationships/image" Target="../media/image72.png"/><Relationship Id="rId14" Type="http://schemas.openxmlformats.org/officeDocument/2006/relationships/image" Target="../media/image28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</a:rPr>
              <a:t>AI </a:t>
            </a:r>
            <a:r>
              <a:rPr lang="ko-KR" altLang="en-US" sz="4400" b="1" dirty="0">
                <a:latin typeface="+mj-ea"/>
              </a:rPr>
              <a:t>모델 성능 개선 결과</a:t>
            </a:r>
            <a:endParaRPr lang="ko-KR" altLang="en-US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459654" y="3044279"/>
            <a:ext cx="727269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1. 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31641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367899"/>
              </p:ext>
            </p:extLst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2022 ( 7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2024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271932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05403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(1785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0.0501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0.992969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0.993190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2.751991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410342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(228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0.0489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0.958571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0.960290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2.528366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935140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0.0905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0.778608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0.844471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10.796319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44" y="3740036"/>
            <a:ext cx="5326490" cy="17955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A57051-5EE2-47BB-A552-71B167E2E77F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86898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1887"/>
            <a:ext cx="2813219" cy="71646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56284"/>
            <a:ext cx="2790655" cy="146617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227" y="1132498"/>
            <a:ext cx="2742694" cy="146239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6167"/>
            <a:ext cx="2759745" cy="71136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087" y="2788821"/>
            <a:ext cx="2788128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4576"/>
            <a:ext cx="2760371" cy="70727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20930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0.8203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0.0379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0.1586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0.1949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-0.3240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0.0525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0.1927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0.2292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0.6352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0.1020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0.3194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43009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3876"/>
            <a:ext cx="2813219" cy="732487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298" y="4454762"/>
            <a:ext cx="2788053" cy="146922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48520"/>
            <a:ext cx="2760371" cy="143034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3310"/>
            <a:ext cx="2759745" cy="717076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1099" y="2788821"/>
            <a:ext cx="2764102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508"/>
            <a:ext cx="2760371" cy="69940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160339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0.6714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0.0329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0.1470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0.1815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0.6227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0.0265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0.1630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B63118D-A6C9-4F6A-B3C1-EF540995E86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1EF6101-4846-4772-81A0-0843A1C495CF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719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40959"/>
            <a:ext cx="5386707" cy="17937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6C9738-8737-4F09-951B-F4BD8602539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A86430DF-CCEF-4049-A149-424642B14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787984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(1785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0.0451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0.0139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0.0689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0.996132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0.996789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3.457385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DF48BA8E-AD2A-4D34-A737-DDBE246E0F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3101028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(228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0.0818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0.1113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0.963230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0.965334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3.448578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57D3D064-ED91-42F2-801B-12E65EEC6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315811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0.1498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0.1888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0.663938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0.766153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4.633667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5299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6274"/>
            <a:ext cx="2813219" cy="707691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3624" y="4454762"/>
            <a:ext cx="2763401" cy="146922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50" y="1132498"/>
            <a:ext cx="2739849" cy="146239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6541" y="2793144"/>
            <a:ext cx="2813219" cy="14592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0257"/>
            <a:ext cx="2760371" cy="73591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81974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0.9516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0.1382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-0.6522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0.2313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0.4550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0.4810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0.8627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0.1249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0.2790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259460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8102"/>
            <a:ext cx="2813219" cy="70403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9646" y="4454762"/>
            <a:ext cx="2771357" cy="146922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291" y="1132498"/>
            <a:ext cx="2740566" cy="146239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5089"/>
            <a:ext cx="2759745" cy="693518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1681" y="2788821"/>
            <a:ext cx="2782940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40303"/>
            <a:ext cx="2760371" cy="695819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987990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0.9700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0.0138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0.0916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0.1176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0.7924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0.2086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0.2684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FC7BFE74-55AA-4D1C-8443-58A419E42AC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5EC5BB31-748D-4556-ADF2-3C6D608A99F9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9896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1-2.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조합 찾기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44076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2017 ~ 2023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2024( 1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2014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404436-3D1F-4921-9155-C679C091172E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</p:spTree>
    <p:extLst>
      <p:ext uri="{BB962C8B-B14F-4D97-AF65-F5344CB8AC3E}">
        <p14:creationId xmlns:p14="http://schemas.microsoft.com/office/powerpoint/2010/main" val="792183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967" y="4454762"/>
            <a:ext cx="2758715" cy="146922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45827"/>
            <a:ext cx="2760371" cy="143573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 </a:t>
            </a:r>
            <a:r>
              <a:rPr lang="en-US" altLang="ko-KR" sz="2000" b="1" dirty="0">
                <a:latin typeface="+mj-ea"/>
              </a:rPr>
              <a:t>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01" y="2788821"/>
            <a:ext cx="2805499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6737"/>
            <a:ext cx="2760371" cy="7029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706022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0.8432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0.0331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0.1339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0.1821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0.0759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0.0366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0.1551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0.8378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0.1678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0.2130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034118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55524"/>
            <a:ext cx="2790655" cy="146769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44966"/>
            <a:ext cx="2760371" cy="143745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0239" y="2788821"/>
            <a:ext cx="2785824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93618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0.3038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0.0698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0.1956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0.7643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0.1289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1C0147FD-716A-44E7-995E-C7EF38F09F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A19BCE0E-1E63-4C9C-B08A-E5D2F057AE2E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25248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56971"/>
            <a:ext cx="2790655" cy="146480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32498"/>
            <a:ext cx="2753072" cy="146239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961" y="2788821"/>
            <a:ext cx="2758379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368843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0.9377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0.1374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0.1949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0.1093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0.1247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0.3037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0.3531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0.0832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0.2885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4980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181" y="4454762"/>
            <a:ext cx="2752287" cy="146922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37733"/>
            <a:ext cx="2760371" cy="145192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9999" y="2788821"/>
            <a:ext cx="2766303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3673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0.0544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0.1842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0.6907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0.1073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0.2570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0.3276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8D356AC-93C1-4B9B-9160-14D976BC46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FE1C24-1DAF-4A37-88B3-20DABF9D2EB9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480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1-3. 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조합 찾기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/dg)_110_3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47171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2022(6667)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2024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B31E7-AAD7-4B13-8DF8-548398122082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</p:spTree>
    <p:extLst>
      <p:ext uri="{BB962C8B-B14F-4D97-AF65-F5344CB8AC3E}">
        <p14:creationId xmlns:p14="http://schemas.microsoft.com/office/powerpoint/2010/main" val="11498255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967" y="4465283"/>
            <a:ext cx="2758715" cy="144818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201" y="1145827"/>
            <a:ext cx="2700747" cy="143573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 </a:t>
            </a:r>
            <a:r>
              <a:rPr lang="en-US" altLang="ko-KR" sz="2000" b="1" dirty="0">
                <a:latin typeface="+mj-ea"/>
              </a:rPr>
              <a:t>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4824" y="2788821"/>
            <a:ext cx="2736653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6737"/>
            <a:ext cx="2760371" cy="7029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054394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0.8183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0.1541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-0.3856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0.0549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0.2168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0.2344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0.6955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0.2918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06581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4188" y="4455524"/>
            <a:ext cx="2782272" cy="146769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154" y="1144966"/>
            <a:ext cx="2700841" cy="143745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123" y="2788821"/>
            <a:ext cx="2780056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39579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0.7261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0.1657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0.8484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0.0913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0.1033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8579FF43-0C23-43E0-B456-7AE2D1D961A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B67FC2-6E57-4252-8CE3-9895A65F956D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7206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66304"/>
            <a:ext cx="2790655" cy="144613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38975"/>
            <a:ext cx="2753072" cy="144943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961" y="2801698"/>
            <a:ext cx="2758379" cy="144213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88707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0.7493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0.1529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0.2611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0.3910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1.6344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0.3689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0.5123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0.6073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0.7544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0.2235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0.3753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0.4727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9733394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181" y="4474394"/>
            <a:ext cx="2752287" cy="142995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38227"/>
            <a:ext cx="2760371" cy="145093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70" y="2788821"/>
            <a:ext cx="2760361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193142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0.8936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0.1713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0.2215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0.7912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0.0724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0.2211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0.2691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6912BD3-2D7E-4660-905B-46AD94F33A3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A5CCB0FC-8D4D-42F1-AD12-6D6D3BDCD54D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98542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1-4.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110mm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조합 찾기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015067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2022(39)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2022(6667)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50B1A8-AC07-4938-895E-54EDE1B47C0F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</p:spTree>
    <p:extLst>
      <p:ext uri="{BB962C8B-B14F-4D97-AF65-F5344CB8AC3E}">
        <p14:creationId xmlns:p14="http://schemas.microsoft.com/office/powerpoint/2010/main" val="28932829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573" y="5407728"/>
            <a:ext cx="2133361" cy="113111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208" y="1390626"/>
            <a:ext cx="2141376" cy="11311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7587"/>
            <a:ext cx="2141986" cy="112585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670CA9-EC85-4105-9F68-A7D9E5C52630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826AB7-9561-4061-AA40-5F05F7F5C1B3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18A818F-FB79-4D07-98E9-039F2C0D52D6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0.7237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0.0584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0.1572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0.3192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0.1369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0.1643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0.1509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0.2025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85DECBFE-A628-4FF9-BB34-CC58F4A3CA4C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870173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392" y="5409145"/>
            <a:ext cx="2143724" cy="11282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5601"/>
            <a:ext cx="2138738" cy="112116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265" y="3361947"/>
            <a:ext cx="2113749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D2056B-6846-4A6A-803A-D5B19B088A69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427209-2618-44DB-AF16-74FB30BC95C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89B2F13-C65A-4689-AB5A-9BDA5B69D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20452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0.7623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0.0851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0.1386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0.8108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0.1236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0.8475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0.1036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22DD9CD-23CD-4CA1-8557-7B66A43B33A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34B43BC-78A5-49AF-A102-5C2C6C91C1C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4554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4845"/>
            <a:ext cx="2144214" cy="11168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1342"/>
            <a:ext cx="2138738" cy="110967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282" y="3361947"/>
            <a:ext cx="2111715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35584E-3161-43BF-ACD1-5F803D749C36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95CF0B-9D7B-4963-A51C-326810BCFC2D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8E4F0D-FE03-455C-8A58-DB5ECB8E56A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0.8350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0.1006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0.2683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0.3172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0.0424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0.1459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0.3414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0.3820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0.2314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0.3847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0.4811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2ABDC9-785B-4DE9-AF1E-BFD94D319A4D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8451720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055" y="5414986"/>
            <a:ext cx="2114397" cy="111659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1397" y="1397573"/>
            <a:ext cx="2112997" cy="111721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64197"/>
            <a:ext cx="2117745" cy="11126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4FC2FF-47AD-4ACD-9D36-7BB2D0D8EC4A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35DA6F-8327-4BD4-8FE4-E4F8149F61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7D75C2B-9F83-4910-9ED7-CF818E7E2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88426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0.0871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0.0434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0.1510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0.2083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0.0782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0.1994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0.5011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0.1731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0.4160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C720FE3-FD05-4DF5-91BA-759929D7746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44A5C0E-5F1D-4E5A-BB0A-11E01DCA1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40550"/>
            <a:ext cx="4470398" cy="67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8004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1-5.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110mm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조합 찾기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107107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2022(35)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2022(6667)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E313CF-F1B7-4F3A-B484-23BCD2803D86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</p:spTree>
    <p:extLst>
      <p:ext uri="{BB962C8B-B14F-4D97-AF65-F5344CB8AC3E}">
        <p14:creationId xmlns:p14="http://schemas.microsoft.com/office/powerpoint/2010/main" val="17138212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380"/>
            <a:ext cx="2144214" cy="112180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660" y="1392554"/>
            <a:ext cx="2152473" cy="112725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7587"/>
            <a:ext cx="2141986" cy="112585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A1C485-D69C-494B-B9BD-6079DEB98109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1DF0F8-18F4-42EB-9FB6-E43BC3ACF29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794749A-8B69-43FB-B67B-AC7E3EF4A680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0.8774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0.0259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0.1609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0.0586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0.0373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0.1603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0.1932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0.8028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0.1455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0.2349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008EFE15-F86F-496A-9C30-DF570E10338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751080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597"/>
            <a:ext cx="2144214" cy="112137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7239"/>
            <a:ext cx="2138738" cy="109788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3880"/>
            <a:ext cx="2141986" cy="11132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E0AD17-C689-4B92-AFB6-3BFEE70CE1DE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3E724-5280-4C13-A67F-E6F684D955F8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A9EFF83D-DF2F-48FB-872C-50CD69E21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789374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0.7051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0.0874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0.8673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0.0093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0.0756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5D16DBE5-60DF-495B-8CD1-DB4AC276776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C63F665-6EF3-4090-8BD1-4C2B5631EDC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343A9BD-31F1-4291-B1B6-ACD3B79F2CD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067" y="1396151"/>
            <a:ext cx="2131657" cy="112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1666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6548" y="5410958"/>
            <a:ext cx="2135411" cy="112465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1865" y="1395983"/>
            <a:ext cx="2132061" cy="112039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542" y="3361947"/>
            <a:ext cx="2111195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56F2D9-606A-4C46-9140-3BFFBB7A6F9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DDDDE8-C316-421E-8FCB-A7A0748355B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C9908A9E-1547-4AC0-90D2-BBED1B9B6CF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0.9246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0.0460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0.1541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0.1000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0.1540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0.3041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0.3924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0.3195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B951DF1-AA77-4303-BD7F-1A5C511C0AD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1977255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2304" y="5414986"/>
            <a:ext cx="2123900" cy="111659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411593"/>
            <a:ext cx="2121773" cy="108917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64197"/>
            <a:ext cx="2117745" cy="11126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C90A3-7465-4DB4-879E-A29359910C19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2750E6-0AE3-4197-816C-716BC541E9F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A5F688B0-A841-47A1-95BF-5226AAE27F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20021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0.5130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0.1419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0.1521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0.9577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0.6115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0.1348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0.3671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4" name="직사각형 33">
            <a:extLst>
              <a:ext uri="{FF2B5EF4-FFF2-40B4-BE49-F238E27FC236}">
                <a16:creationId xmlns:a16="http://schemas.microsoft.com/office/drawing/2014/main" id="{C91F68A4-0BD1-49A6-BBCF-DBBE93A7C28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342EC77-5763-4D9D-A3E2-35223481FCC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40550"/>
            <a:ext cx="4470398" cy="67696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7AE20DC-F747-4785-AD94-FEA129BC1E2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398168"/>
            <a:ext cx="2121773" cy="111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969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1-6. 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조합 찾기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/dg)_110_6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7679135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2018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2014( 1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2017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</p:spTree>
    <p:extLst>
      <p:ext uri="{BB962C8B-B14F-4D97-AF65-F5344CB8AC3E}">
        <p14:creationId xmlns:p14="http://schemas.microsoft.com/office/powerpoint/2010/main" val="629807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967" y="4458873"/>
            <a:ext cx="2758715" cy="146100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8130" y="1145827"/>
            <a:ext cx="2702888" cy="143573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 </a:t>
            </a:r>
            <a:r>
              <a:rPr lang="en-US" altLang="ko-KR" sz="2000" b="1" dirty="0">
                <a:latin typeface="+mj-ea"/>
              </a:rPr>
              <a:t>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191" y="2788821"/>
            <a:ext cx="2793918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0.8438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0.0330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0.1330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-0.9135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0.0759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0.2395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0.2755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0.0484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0.2201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295458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2356" y="4455524"/>
            <a:ext cx="2765937" cy="146769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880" y="1144966"/>
            <a:ext cx="2741389" cy="143745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0239" y="2790874"/>
            <a:ext cx="2785824" cy="146378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75686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0.6942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0.0306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0.1282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0.1751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0.8607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0.0098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0.0703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0.0990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7F7823F-E2AF-4A44-B198-845E1A74C65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AB1778F8-DAF6-4894-89AA-EE640D48028C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74545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5491" y="4456971"/>
            <a:ext cx="2779667" cy="146480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37546"/>
            <a:ext cx="2753072" cy="1452295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961" y="2790923"/>
            <a:ext cx="2758379" cy="1463688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0.9343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0.0400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0.1605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0.2000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0.0911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0.1272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0.3334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0.8255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0.1587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0.3229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0.3984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9187559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181" y="4456288"/>
            <a:ext cx="2752287" cy="1466171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4672" y="1137733"/>
            <a:ext cx="2749805" cy="145192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9999" y="2789583"/>
            <a:ext cx="2766303" cy="146636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81590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0.8521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0.0682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0.2196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0.7653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0.2853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7A57032-E3B7-4847-BC2A-1EF04D7B38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431A005-C09D-4075-8AEB-EA8494D8403C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0751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151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결론</a:t>
            </a:r>
            <a:endParaRPr lang="ko-KR" altLang="en-US" sz="12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DC680-F0CF-4BBD-BD62-C9B6103562BC}"/>
              </a:ext>
            </a:extLst>
          </p:cNvPr>
          <p:cNvSpPr txBox="1"/>
          <p:nvPr/>
        </p:nvSpPr>
        <p:spPr>
          <a:xfrm>
            <a:off x="2763837" y="3429000"/>
            <a:ext cx="66643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ko-KR" altLang="en-US" sz="2000" b="1" dirty="0">
                <a:latin typeface="+mj-ea"/>
              </a:rPr>
              <a:t>현재 조합 중에는 </a:t>
            </a: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4</a:t>
            </a:r>
            <a:r>
              <a:rPr lang="en-US" altLang="ko-KR" sz="2000" b="1" dirty="0">
                <a:latin typeface="+mj-ea"/>
              </a:rPr>
              <a:t> ( </a:t>
            </a:r>
            <a:r>
              <a:rPr lang="ko-KR" altLang="en-US" sz="2000" b="1" dirty="0">
                <a:latin typeface="+mj-ea"/>
              </a:rPr>
              <a:t>피크 재현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>
                <a:latin typeface="+mj-ea"/>
              </a:rPr>
              <a:t>안정성 가장 좋음 </a:t>
            </a:r>
            <a:r>
              <a:rPr lang="en-US" altLang="ko-KR" sz="2000" b="1" dirty="0">
                <a:latin typeface="+mj-ea"/>
              </a:rPr>
              <a:t>) ,  </a:t>
            </a: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5</a:t>
            </a:r>
            <a:r>
              <a:rPr lang="en-US" altLang="ko-KR" sz="2000" b="1" dirty="0">
                <a:latin typeface="+mj-ea"/>
              </a:rPr>
              <a:t> (</a:t>
            </a:r>
            <a:r>
              <a:rPr lang="ko-KR" altLang="en-US" sz="2000" b="1" dirty="0">
                <a:latin typeface="+mj-ea"/>
              </a:rPr>
              <a:t>일부 음수 발생</a:t>
            </a:r>
            <a:r>
              <a:rPr lang="en-US" altLang="ko-KR" sz="2000" b="1" dirty="0">
                <a:latin typeface="+mj-ea"/>
              </a:rPr>
              <a:t>,</a:t>
            </a:r>
            <a:r>
              <a:rPr lang="ko-KR" altLang="en-US" sz="2000" b="1" dirty="0">
                <a:latin typeface="+mj-ea"/>
              </a:rPr>
              <a:t> 전체 평균은 안정</a:t>
            </a:r>
            <a:r>
              <a:rPr lang="en-US" altLang="ko-KR" sz="2000" b="1" dirty="0">
                <a:latin typeface="+mj-ea"/>
              </a:rPr>
              <a:t> ) </a:t>
            </a:r>
            <a:r>
              <a:rPr lang="ko-KR" altLang="en-US" sz="2000" b="1" dirty="0">
                <a:latin typeface="+mj-ea"/>
              </a:rPr>
              <a:t>가 나음</a:t>
            </a:r>
            <a:endParaRPr lang="en-US" altLang="ko-KR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7455671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725420" y="3044279"/>
            <a:ext cx="47411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2. </a:t>
            </a:r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49CAAC-43B5-4870-B987-8FCCFB99085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635118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64</a:t>
            </a:r>
            <a:r>
              <a:rPr lang="ko-KR" altLang="en-US" sz="1600" dirty="0"/>
              <a:t>개 데이터 파일 사용</a:t>
            </a:r>
            <a:r>
              <a:rPr lang="en-US" altLang="ko-KR" sz="1600" dirty="0"/>
              <a:t> </a:t>
            </a:r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3</a:t>
            </a:r>
            <a:r>
              <a:rPr lang="ko-KR" altLang="en-US" sz="1600" dirty="0"/>
              <a:t>개 데이터 파일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</a:t>
            </a:r>
            <a:r>
              <a:rPr lang="en-US" altLang="ko-KR" sz="1600" dirty="0"/>
              <a:t> 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( 45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29422038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123905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(5065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0.0274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0.986375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0.986791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2.606402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0343180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(1346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0.0513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0.0934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0.942399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0.946896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5.359824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927574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0.0718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0.950739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0.958120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4.395504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59373"/>
            <a:ext cx="5386707" cy="17568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359402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3044423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0.7777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0.0088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0.0801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0.0939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0.8560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0.0402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0.1376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0.2006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0.1130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0.1455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0.6514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0.1184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4418" y="4348846"/>
            <a:ext cx="3002052" cy="158711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416" y="4339671"/>
            <a:ext cx="3010771" cy="160407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5519"/>
            <a:ext cx="2993660" cy="157610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94731"/>
            <a:ext cx="2977423" cy="156268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017372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290" y="3740036"/>
            <a:ext cx="5381199" cy="17955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C82A05-A407-42E7-96BE-861DBCA9010D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81D2EB6A-8717-4131-B9BE-B9EE955D5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582984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(5065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0.0226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0.0959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0.987721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0.989193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5.235190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1E149AA4-EDCC-4D11-BED4-58762BE0A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796568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(1346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0.0900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0.0333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0.1277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0.955670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0.956173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2.551442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57BC6560-961C-451B-AE01-12184D6415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481380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0.0700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0.0260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0.1105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0.952298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0.953230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3.660785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08152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865A6128-F671-488A-B725-D8FE81F5C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533538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0.7789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0.0309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0.1394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0.1759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0.1061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0.2572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0.3258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0.9808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0.0088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0.0939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0.8550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0.0503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0.1777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15C8347-4427-434D-B5DF-732CAF98BB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586" y="4345524"/>
            <a:ext cx="3029716" cy="159375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2C322E94-D588-407C-BC30-BFC818A899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62" y="4331287"/>
            <a:ext cx="3038680" cy="162084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AB98D6-4D7B-4475-ADE8-0249AD610F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4830" y="1974868"/>
            <a:ext cx="2986798" cy="157740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0CE8EA7-DB91-45CD-B0B7-895B2582E3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1718" y="1990718"/>
            <a:ext cx="2983736" cy="157071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F65CAC3-189B-4520-92AF-759C40170BE7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70984A-6BC1-4FDC-8121-95FCFE0B9A94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140992-293D-49CE-BB2D-0A090D788F4A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5E3A12-5140-46EE-91C9-23AA19E0DB22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5423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705725"/>
            <a:ext cx="54355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2-2. </a:t>
            </a:r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latin typeface="+mj-ea"/>
                <a:ea typeface="+mj-ea"/>
              </a:rPr>
              <a:t>Testdata</a:t>
            </a:r>
            <a:r>
              <a:rPr lang="en-US" altLang="ko-KR" sz="4400" b="1" dirty="0">
                <a:latin typeface="+mj-ea"/>
                <a:ea typeface="+mj-ea"/>
              </a:rPr>
              <a:t> </a:t>
            </a:r>
            <a:r>
              <a:rPr lang="ko-KR" altLang="en-US" sz="4400" b="1" dirty="0">
                <a:latin typeface="+mj-ea"/>
                <a:ea typeface="+mj-ea"/>
              </a:rPr>
              <a:t>증강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74795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29493156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8994508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(4937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0.0481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0.0322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0.0686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0.978650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0.979667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6.814979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1266679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(1249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0.0963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0.941805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0.947482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5.596691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515864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0.0343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0.0766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0.943811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0.949195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6.698679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44" y="3756420"/>
            <a:ext cx="5326490" cy="17628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A57051-5EE2-47BB-A552-71B167E2E77F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3654278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612" y="4478131"/>
            <a:ext cx="2689424" cy="142248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1115" y="1158913"/>
            <a:ext cx="2676918" cy="140956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56" y="2814676"/>
            <a:ext cx="2686989" cy="141618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11462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0.9353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0.0136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0.0837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0.1169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0.2652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0.1272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0.1707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0.8690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23231FC-8EAD-48CE-858D-DC3398F184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40B0D13-C87B-4AC0-B9FF-B72A6FF789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FF36C2-1AEC-42D1-9262-5EC65618A30C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21FE7-BBB0-4F0F-9265-D0AA0C49B197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8C60607-399C-4A71-8BCF-26A4AE4F22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FEB4EA7-EF1F-4D00-AEC9-E4E5716C0382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077516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612" y="4486456"/>
            <a:ext cx="2689424" cy="14058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1115" y="1166398"/>
            <a:ext cx="2676918" cy="139459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56" y="2814785"/>
            <a:ext cx="2686989" cy="141596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15999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0.7039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0.1723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0.4391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0.1988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38CCEE3-61C5-4A7F-ADEB-944E297E35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42EBBF7E-21B3-415D-9D34-3A5A71240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5B7ADD7-1A25-4461-B398-5CDFDA8A2657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A9BCA-E616-4F53-B2D6-A9A5F1887121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E684F68E-F078-47EF-BEE3-83C7143B18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D6A0000-0D41-489D-9B39-1492B01A648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DF57240-396B-4E29-9E35-092C6BDBC6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9756A79-25F5-4647-AF64-6B7B60934EB0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34640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827" y="3740959"/>
            <a:ext cx="5386124" cy="17937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BE82BF-5846-4009-B5AD-F7F638F671F4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F7F306F-7BAC-432B-A954-028D3F8107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075440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(4937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0.0275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0.1126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0.983367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0.983731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6.069073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3816161E-16CF-43DE-AE7D-129E16DAB6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565594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(1249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0.0362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0.1324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0.955390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0.955707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3.890129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9FC4B711-C2F3-4021-ADBE-4AD9C1045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675148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0.0829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0.0307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0.1280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0.936055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0.938276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6.933598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7154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598" y="4483253"/>
            <a:ext cx="2687453" cy="141224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0269"/>
            <a:ext cx="2674956" cy="140684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13175"/>
            <a:ext cx="2685020" cy="1419185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939350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0.9182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0.1637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0.2233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0.4487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0.0771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0.2441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0.2778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0.8872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0.1026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0.2578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0.3203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57E6BF9-DFD9-4E23-8251-8654EA5DC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94EA93F-F59C-482F-B16E-C517FF367E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5B2180F-C470-4C20-BB25-A04B5366FCEA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A58C66-AB0C-4803-B13B-CF50311EC95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1AAE37F-EC1E-4535-8CEE-DE8214C83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B549526-6583-4DBF-B1C3-1A8CCBD73BC8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5501792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598" y="4482517"/>
            <a:ext cx="2687453" cy="1413712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2248"/>
            <a:ext cx="2674956" cy="140289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17286"/>
            <a:ext cx="2685020" cy="141096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587950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0.9720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0.0860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0.1136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0.0599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0.2448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53047BD1-3AB9-45C2-A5C1-D89B4A952B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D1CC508-FCD6-4486-8838-4403BEDBC3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D69D46C-A27D-4E29-B1E3-78421E440EE8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FF8E4-4FD9-452B-B2DC-1ABEBC12C4B2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9A9B8A6-90C2-4CF8-8123-4D2AD7669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24A1D03-B909-43A2-A292-0305C5365530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9FA40EE9-0E60-499E-AD69-390A12871F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35F5D453-CD09-47FB-823F-B22B5C80D450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5706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367171"/>
            <a:ext cx="543551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2-3.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관심 수위 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highlight>
                  <a:srgbClr val="FFFF00"/>
                </a:highlight>
                <a:latin typeface="+mj-ea"/>
                <a:ea typeface="+mj-ea"/>
              </a:rPr>
              <a:t>Testdata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증강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MAE + 0.0005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653460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9078938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(5079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0.0527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0.970485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0.971132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6.131354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942802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(1404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0.0463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0.0974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0.938086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0.942190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3.555444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416311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(297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0.0403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0.931818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0.935694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0.423962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44" y="3756439"/>
            <a:ext cx="5326490" cy="17627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A57051-5EE2-47BB-A552-71B167E2E77F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444251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3825" y="5407728"/>
            <a:ext cx="2140858" cy="113111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660" y="1392322"/>
            <a:ext cx="2152473" cy="112771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5809"/>
            <a:ext cx="2141986" cy="112941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98FED2-F8F6-49BA-AF97-1E9007C8CF91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CF90643-C222-4143-9FDB-55C494E1ACE1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0.9656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0.0072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0.0558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0.0852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0.4201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0.1516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0.1486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6" name="직사각형 25">
            <a:extLst>
              <a:ext uri="{FF2B5EF4-FFF2-40B4-BE49-F238E27FC236}">
                <a16:creationId xmlns:a16="http://schemas.microsoft.com/office/drawing/2014/main" id="{F849698A-7809-464B-946B-701ED27E3333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08553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0304"/>
            <a:ext cx="2144214" cy="112595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3711"/>
            <a:ext cx="2138738" cy="110494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4375"/>
            <a:ext cx="2141986" cy="111227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2D5D1C-9809-4303-96FC-619DAE6D885A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FA09D528-68C1-4E00-B740-1E8B9985995C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0.7308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0.0217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0.1475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2928A60B-580D-477C-897D-E296A914934A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16462758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477" y="3740959"/>
            <a:ext cx="5278824" cy="17937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BE82BF-5846-4009-B5AD-F7F638F671F4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DB2A5745-8543-4D4B-BA55-F41607AADA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154377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(5079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0.0478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0.0164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0.0752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0.992509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0.992542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1.779686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DCAD51C5-07C6-4716-82F0-4FB8EE012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497642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(1404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0.0923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0.1380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0.950117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0.951611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1.926420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E02085DF-B5D6-4DCD-A0B5-5C6008C629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45329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(297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0.0502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0.0200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0.0801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0.961031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0.962256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1.172597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457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863"/>
            <a:ext cx="2144214" cy="112083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306" y="1398355"/>
            <a:ext cx="2097179" cy="111565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103" y="3361947"/>
            <a:ext cx="2106073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B3C5CA-35D6-453B-B2A0-8C33E7CF1056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2954EC9B-E0F1-4DF8-B7B6-0AA5A419F12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0.8748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0.0763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0.1754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0.2763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0.5503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0.0629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0.2509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0.8659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0.2258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0.3492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A70F720-33BC-4E79-99C1-39AC413364E1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1064042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3011" y="5418264"/>
            <a:ext cx="2122486" cy="11100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3369" y="1403554"/>
            <a:ext cx="2089052" cy="110525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4421" y="3369170"/>
            <a:ext cx="2077438" cy="11026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40550"/>
            <a:ext cx="4470398" cy="67696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4F539B-9632-4983-8850-7AAE8CF7E258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13956D11-1263-42BF-B188-F0DFD054ED2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0.6749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0.0154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0.0860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0.9470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0.0244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0.1098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0.1563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0.8781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0.1589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0.2056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EF72717E-A50D-4F31-A0FE-2757E7F367C6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9121278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367171"/>
            <a:ext cx="543551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2-4. </a:t>
            </a:r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latin typeface="+mj-ea"/>
                <a:ea typeface="+mj-ea"/>
              </a:rPr>
              <a:t>Testdata</a:t>
            </a:r>
            <a:r>
              <a:rPr lang="en-US" altLang="ko-KR" sz="4400" b="1" dirty="0">
                <a:latin typeface="+mj-ea"/>
                <a:ea typeface="+mj-ea"/>
              </a:rPr>
              <a:t> </a:t>
            </a:r>
            <a:r>
              <a:rPr lang="ko-KR" altLang="en-US" sz="4400" b="1" dirty="0">
                <a:latin typeface="+mj-ea"/>
                <a:ea typeface="+mj-ea"/>
              </a:rPr>
              <a:t>증강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en-US" altLang="ko-KR" sz="4400" b="1" dirty="0">
                <a:latin typeface="+mj-ea"/>
                <a:ea typeface="+mj-ea"/>
              </a:rPr>
              <a:t>MSLE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msle</a:t>
            </a:r>
            <a:endParaRPr lang="ko-KR" altLang="en-US" sz="1050" dirty="0">
              <a:latin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FF7955-C0D8-40F6-BC5D-3C67F7F33A42}"/>
              </a:ext>
            </a:extLst>
          </p:cNvPr>
          <p:cNvSpPr txBox="1"/>
          <p:nvPr/>
        </p:nvSpPr>
        <p:spPr>
          <a:xfrm>
            <a:off x="4555066" y="4490829"/>
            <a:ext cx="2937933" cy="69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ko-KR" altLang="en-US" sz="1050" dirty="0"/>
              <a:t>상대오차</a:t>
            </a:r>
            <a:r>
              <a:rPr lang="en-US" altLang="ko-KR" sz="1050" dirty="0"/>
              <a:t>(</a:t>
            </a:r>
            <a:r>
              <a:rPr lang="ko-KR" altLang="en-US" sz="1050" dirty="0"/>
              <a:t>비율</a:t>
            </a:r>
            <a:r>
              <a:rPr lang="en-US" altLang="ko-KR" sz="1050" dirty="0"/>
              <a:t>)</a:t>
            </a:r>
            <a:r>
              <a:rPr lang="ko-KR" altLang="en-US" sz="1050" dirty="0"/>
              <a:t>를 더 중요하게 봄</a:t>
            </a:r>
            <a:endParaRPr lang="en-US" altLang="ko-KR" sz="1050" dirty="0"/>
          </a:p>
          <a:p>
            <a:pPr algn="ctr">
              <a:lnSpc>
                <a:spcPct val="200000"/>
              </a:lnSpc>
            </a:pPr>
            <a:r>
              <a:rPr lang="ko-KR" altLang="en-US" sz="1050" dirty="0"/>
              <a:t>값이 클수록 절대오차보다 비율 오차에 민감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983850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MSLE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2079697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612" y="4486328"/>
            <a:ext cx="2689424" cy="140608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1115" y="1163256"/>
            <a:ext cx="2676918" cy="140087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MSLE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237" y="2826551"/>
            <a:ext cx="2681827" cy="139243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32817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0.9132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0.0952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0.1354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0.0840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0.1004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0.8928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0.1190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0.1731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23231FC-8EAD-48CE-858D-DC3398F184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40B0D13-C87B-4AC0-B9FF-B72A6FF789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FF36C2-1AEC-42D1-9262-5EC65618A30C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21FE7-BBB0-4F0F-9265-D0AA0C49B197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8C60607-399C-4A71-8BCF-26A4AE4F22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FEB4EA7-EF1F-4D00-AEC9-E4E5716C0382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84471100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2825" y="4486456"/>
            <a:ext cx="2664998" cy="14058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959" y="1166398"/>
            <a:ext cx="2641229" cy="139459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dirty="0">
                <a:latin typeface="+mj-ea"/>
              </a:rPr>
              <a:t> </a:t>
            </a:r>
            <a:r>
              <a:rPr lang="en-US" altLang="ko-KR" sz="2000" b="1" dirty="0">
                <a:latin typeface="+mn-ea"/>
              </a:rPr>
              <a:t>MSLE</a:t>
            </a:r>
            <a:endParaRPr lang="en-US" altLang="ko-KR" sz="2000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827" y="2823758"/>
            <a:ext cx="2652647" cy="139801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16579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0.6664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0.0334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0.1392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0.1829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0.6655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0.1183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38CCEE3-61C5-4A7F-ADEB-944E297E35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42EBBF7E-21B3-415D-9D34-3A5A71240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5B7ADD7-1A25-4461-B398-5CDFDA8A2657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A9BCA-E616-4F53-B2D6-A9A5F1887121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E684F68E-F078-47EF-BEE3-83C7143B18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D6A0000-0D41-489D-9B39-1492B01A648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6CE6C77-8217-4D53-81F6-5903D78CBC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FC8ECE7B-07AD-4901-8042-74728C8B0664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46133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MSLE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650" y="4486049"/>
            <a:ext cx="2657348" cy="140664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7515"/>
            <a:ext cx="2674956" cy="139235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18422"/>
            <a:ext cx="2685020" cy="140868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87907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0.9057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0.0575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0.1462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0.2398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0.7552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0.0342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0.1560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0.1851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0.7906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0.1905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0.3216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0.4364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57E6BF9-DFD9-4E23-8251-8654EA5DC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94EA93F-F59C-482F-B16E-C517FF367E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5B2180F-C470-4C20-BB25-A04B5366FCEA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A58C66-AB0C-4803-B13B-CF50311EC95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1AAE37F-EC1E-4535-8CEE-DE8214C83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B549526-6583-4DBF-B1C3-1A8CCBD73BC8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8879165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MSLE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3140" y="4485948"/>
            <a:ext cx="2684369" cy="140684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0011" y="1172320"/>
            <a:ext cx="2659126" cy="138274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8938" y="2824997"/>
            <a:ext cx="2648424" cy="13955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09999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0.1951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0.0882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0.2971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53047BD1-3AB9-45C2-A5C1-D89B4A952B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D1CC508-FCD6-4486-8838-4403BEDBC3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D69D46C-A27D-4E29-B1E3-78421E440EE8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FF8E4-4FD9-452B-B2DC-1ABEBC12C4B2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9A9B8A6-90C2-4CF8-8123-4D2AD7669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24A1D03-B909-43A2-A292-0305C5365530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0967BE39-0503-4C9C-BD49-1FFDF08101C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C7A4E3A-13AD-4710-BA48-E5DCA98ACD67}"/>
              </a:ext>
            </a:extLst>
          </p:cNvPr>
          <p:cNvSpPr/>
          <p:nvPr/>
        </p:nvSpPr>
        <p:spPr>
          <a:xfrm>
            <a:off x="9108938" y="1159933"/>
            <a:ext cx="2684369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08261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367171"/>
            <a:ext cx="543551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2-5.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관심 수위 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highlight>
                  <a:srgbClr val="FFFF00"/>
                </a:highlight>
                <a:latin typeface="+mj-ea"/>
                <a:ea typeface="+mj-ea"/>
              </a:rPr>
              <a:t>Testdata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증강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highlight>
                  <a:srgbClr val="FFFF00"/>
                </a:highlight>
                <a:latin typeface="+mj-ea"/>
                <a:ea typeface="+mj-ea"/>
              </a:rPr>
              <a:t>huber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huber</a:t>
            </a:r>
            <a:endParaRPr lang="ko-KR" altLang="en-US" sz="1050" dirty="0">
              <a:latin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EFCE7-A43C-44ED-BFEA-D3057137FF5B}"/>
              </a:ext>
            </a:extLst>
          </p:cNvPr>
          <p:cNvSpPr txBox="1"/>
          <p:nvPr/>
        </p:nvSpPr>
        <p:spPr>
          <a:xfrm>
            <a:off x="4555066" y="4490829"/>
            <a:ext cx="2937933" cy="69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ko-KR" altLang="en-US" sz="1050" dirty="0"/>
              <a:t>작은 오차는 </a:t>
            </a:r>
            <a:r>
              <a:rPr lang="en-US" altLang="ko-KR" sz="1050" dirty="0"/>
              <a:t>MSE</a:t>
            </a:r>
            <a:r>
              <a:rPr lang="ko-KR" altLang="en-US" sz="1050" dirty="0"/>
              <a:t>처럼 부드럽게</a:t>
            </a:r>
            <a:r>
              <a:rPr lang="en-US" altLang="ko-KR" sz="1050" dirty="0"/>
              <a:t>,</a:t>
            </a:r>
          </a:p>
          <a:p>
            <a:pPr algn="ctr">
              <a:lnSpc>
                <a:spcPct val="200000"/>
              </a:lnSpc>
            </a:pPr>
            <a:r>
              <a:rPr lang="ko-KR" altLang="en-US" sz="1050" dirty="0"/>
              <a:t>큰 오차</a:t>
            </a:r>
            <a:r>
              <a:rPr lang="en-US" altLang="ko-KR" sz="1050" dirty="0"/>
              <a:t>(</a:t>
            </a:r>
            <a:r>
              <a:rPr lang="ko-KR" altLang="en-US" sz="1050" dirty="0"/>
              <a:t>이상치</a:t>
            </a:r>
            <a:r>
              <a:rPr lang="en-US" altLang="ko-KR" sz="1050" dirty="0"/>
              <a:t>)</a:t>
            </a:r>
            <a:r>
              <a:rPr lang="ko-KR" altLang="en-US" sz="1050" dirty="0"/>
              <a:t>는 </a:t>
            </a:r>
            <a:r>
              <a:rPr lang="en-US" altLang="ko-KR" sz="1050" dirty="0"/>
              <a:t>MAE</a:t>
            </a:r>
            <a:r>
              <a:rPr lang="ko-KR" altLang="en-US" sz="1050" dirty="0"/>
              <a:t>처럼 강건하게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36629971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Huber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187942434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864"/>
            <a:ext cx="2144214" cy="112083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341" y="1390626"/>
            <a:ext cx="2149110" cy="11311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6440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</a:rPr>
              <a:t>예측 코드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5405"/>
            <a:ext cx="2141986" cy="113021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6871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2638010"/>
            <a:ext cx="4468718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2" y="4648144"/>
            <a:ext cx="4468717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9FE234-C56E-46FE-8AF6-E623016959A2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8D561D03-87A3-4C82-9658-157F38B10531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0.9436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0.1091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0.5280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0.0187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0.1057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0.1368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0352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0.1878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8399E11-0E4A-4099-99DB-3342A9B87CD2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23753A1C-52BC-4C73-90AF-B45DE9CF601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A4F6B4C7-898F-4BAD-97B4-69803FF78E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8D2B7323-20F0-4314-9A8A-29951EC7080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0924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32" y="5409145"/>
            <a:ext cx="2134444" cy="11282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7238"/>
            <a:ext cx="2138738" cy="109788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4091"/>
            <a:ext cx="2141986" cy="111284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638495"/>
            <a:ext cx="4431035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4648144"/>
            <a:ext cx="4431036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70E481-046E-4B98-82EF-B0D0ED759E57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0FD2CC-37E5-4142-8319-5EB445310AEE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9D5A683-7D0B-47E4-BD1C-B937527C7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731897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0.7258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0.0855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0.1489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0.8570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7E823A61-94CA-4EA3-A7A0-7BB3248FD102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58F65DA0-4EA8-40BF-9D12-4DD3D9DDC5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9F78EEE0-55D4-445F-B4E5-B2A52E1489B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BB3FB78-AEC1-440D-B727-8A714DBA34E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B692253-0F74-4DF4-BC1F-1E7B19D5D3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6118DCC-2C52-445F-936E-17B282881F1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4234"/>
            <a:ext cx="2138738" cy="1123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4480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4579" y="5411703"/>
            <a:ext cx="2139350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8" y="1395920"/>
            <a:ext cx="2138736" cy="112052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3788" y="3361947"/>
            <a:ext cx="2118703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2" y="638495"/>
            <a:ext cx="4470399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3" y="2638010"/>
            <a:ext cx="4470398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2" y="4626987"/>
            <a:ext cx="4470399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65472D-B23E-48E1-AD68-7714330415E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8387AB-FE52-4C83-A7B2-B3DBB02C00B0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FC38916C-0BFF-4A20-B514-C2C5CEC719D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0.8583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0.0864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0.2939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0.1497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0.2952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0.3870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560F6D5-68FA-4067-8B3B-14788F3865B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69ABB3DE-CA85-4681-9807-C54C13F2831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B0D0F7A6-9609-4F28-8D11-9173362805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B61517F7-592B-47D7-B9D4-C91594A634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09622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9441" y="5411703"/>
            <a:ext cx="2129625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707" y="1413491"/>
            <a:ext cx="2114377" cy="108538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3050" y="3369170"/>
            <a:ext cx="2080179" cy="11026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638495"/>
            <a:ext cx="4453671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53671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4626987"/>
            <a:ext cx="4453672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0006E6-4DC9-4D6B-A0F4-982942755965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AB4AB1-D0CB-489C-8F65-9813869AC487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9367729-6572-4303-8483-24437287B6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151990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0.5169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0.1515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0.7191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0.3122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996F11D0-7D12-42A1-BB2E-042E0567CC4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C9444A97-0014-4E52-96D5-B6D91F4AA8F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4A34667-D2C6-41BE-A6F2-E927AEDAB6C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4ED9013-2921-4D6D-927D-4E4015FB485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D6E3B4B-35A8-46B5-8AFA-947853C8231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40550"/>
            <a:ext cx="4470398" cy="676963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D95273BB-EF07-46EF-B727-1D82608A75C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707" y="1399015"/>
            <a:ext cx="2114377" cy="1114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2902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151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결론</a:t>
            </a:r>
            <a:endParaRPr lang="ko-KR" altLang="en-US" sz="12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DC680-F0CF-4BBD-BD62-C9B6103562BC}"/>
              </a:ext>
            </a:extLst>
          </p:cNvPr>
          <p:cNvSpPr txBox="1"/>
          <p:nvPr/>
        </p:nvSpPr>
        <p:spPr>
          <a:xfrm>
            <a:off x="1382050" y="3429000"/>
            <a:ext cx="942789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ko-KR" altLang="en-US" sz="2000" b="1" dirty="0">
                <a:latin typeface="+mj-ea"/>
              </a:rPr>
              <a:t>관심수위이상 중에는 </a:t>
            </a: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MAE</a:t>
            </a:r>
            <a:r>
              <a:rPr lang="en-US" altLang="ko-KR" sz="2000" b="1" dirty="0">
                <a:latin typeface="+mj-ea"/>
              </a:rPr>
              <a:t> ( </a:t>
            </a:r>
            <a:r>
              <a:rPr lang="ko-KR" altLang="en-US" sz="2000" b="1" dirty="0">
                <a:latin typeface="+mj-ea"/>
              </a:rPr>
              <a:t>피크</a:t>
            </a:r>
            <a:r>
              <a:rPr lang="en-US" altLang="ko-KR" sz="2000" b="1" dirty="0">
                <a:latin typeface="+mj-ea"/>
              </a:rPr>
              <a:t>/</a:t>
            </a:r>
            <a:r>
              <a:rPr lang="ko-KR" altLang="en-US" sz="2000" b="1" dirty="0">
                <a:latin typeface="+mj-ea"/>
              </a:rPr>
              <a:t>급변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>
                <a:latin typeface="+mj-ea"/>
              </a:rPr>
              <a:t>평균 성능 모두 최고</a:t>
            </a:r>
            <a:r>
              <a:rPr lang="en-US" altLang="ko-KR" sz="2000" b="1" dirty="0">
                <a:latin typeface="+mj-ea"/>
              </a:rPr>
              <a:t> ) ,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Huber</a:t>
            </a:r>
            <a:r>
              <a:rPr lang="en-US" altLang="ko-KR" sz="2000" b="1" dirty="0">
                <a:latin typeface="+mj-ea"/>
              </a:rPr>
              <a:t> ( MAE</a:t>
            </a:r>
            <a:r>
              <a:rPr lang="ko-KR" altLang="en-US" sz="2000" b="1" dirty="0">
                <a:latin typeface="+mj-ea"/>
              </a:rPr>
              <a:t>보다 이상치에 강함 </a:t>
            </a:r>
            <a:r>
              <a:rPr lang="en-US" altLang="ko-KR" sz="2000" b="1" dirty="0">
                <a:latin typeface="+mj-ea"/>
              </a:rPr>
              <a:t>, </a:t>
            </a:r>
            <a:r>
              <a:rPr lang="ko-KR" altLang="en-US" sz="2000" b="1" dirty="0">
                <a:latin typeface="+mj-ea"/>
              </a:rPr>
              <a:t>평균 </a:t>
            </a:r>
            <a:r>
              <a:rPr lang="en-US" altLang="ko-KR" sz="2000" b="1" dirty="0">
                <a:latin typeface="+mj-ea"/>
              </a:rPr>
              <a:t>MAE</a:t>
            </a:r>
            <a:r>
              <a:rPr lang="ko-KR" altLang="en-US" sz="2000" b="1" dirty="0">
                <a:latin typeface="+mj-ea"/>
              </a:rPr>
              <a:t>는 앞 실험 보다 약간 큼</a:t>
            </a:r>
            <a:r>
              <a:rPr lang="en-US" altLang="ko-KR" sz="2000" b="1" dirty="0">
                <a:latin typeface="+mj-ea"/>
              </a:rPr>
              <a:t> ) </a:t>
            </a:r>
            <a:r>
              <a:rPr lang="ko-KR" altLang="en-US" sz="2000" b="1" dirty="0">
                <a:latin typeface="+mj-ea"/>
              </a:rPr>
              <a:t>가 나음 </a:t>
            </a:r>
            <a:endParaRPr lang="en-US" altLang="ko-KR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97028098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6255</TotalTime>
  <Words>6295</Words>
  <Application>Microsoft Office PowerPoint</Application>
  <PresentationFormat>와이드스크린</PresentationFormat>
  <Paragraphs>1971</Paragraphs>
  <Slides>75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75</vt:i4>
      </vt:variant>
    </vt:vector>
  </HeadingPairs>
  <TitlesOfParts>
    <vt:vector size="81" baseType="lpstr"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881</cp:revision>
  <dcterms:created xsi:type="dcterms:W3CDTF">2025-11-18T00:02:37Z</dcterms:created>
  <dcterms:modified xsi:type="dcterms:W3CDTF">2026-01-22T06:03:25Z</dcterms:modified>
</cp:coreProperties>
</file>