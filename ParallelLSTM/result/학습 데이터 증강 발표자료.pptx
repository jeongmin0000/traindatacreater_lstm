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9" r:id="rId2"/>
    <p:sldId id="2933" r:id="rId3"/>
    <p:sldId id="2930" r:id="rId4"/>
    <p:sldId id="2948" r:id="rId5"/>
    <p:sldId id="323" r:id="rId6"/>
    <p:sldId id="375" r:id="rId7"/>
    <p:sldId id="2934" r:id="rId8"/>
    <p:sldId id="2936" r:id="rId9"/>
    <p:sldId id="2937" r:id="rId10"/>
    <p:sldId id="2938" r:id="rId11"/>
    <p:sldId id="293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1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7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7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8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9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10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4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5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6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7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07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'20230711_07'!$M$38:$M$73</c:f>
              <c:numCache>
                <c:formatCode>General</c:formatCode>
                <c:ptCount val="36"/>
                <c:pt idx="0">
                  <c:v>0.45100000000000001</c:v>
                </c:pt>
                <c:pt idx="1">
                  <c:v>4.6210000000000004</c:v>
                </c:pt>
                <c:pt idx="2">
                  <c:v>4.5709999999999997</c:v>
                </c:pt>
                <c:pt idx="3">
                  <c:v>8.68</c:v>
                </c:pt>
                <c:pt idx="4">
                  <c:v>8.9390000000000001</c:v>
                </c:pt>
                <c:pt idx="5">
                  <c:v>10.010999999999999</c:v>
                </c:pt>
                <c:pt idx="6">
                  <c:v>8.7929999999999993</c:v>
                </c:pt>
                <c:pt idx="7">
                  <c:v>5.7450000000000001</c:v>
                </c:pt>
                <c:pt idx="8">
                  <c:v>7.7210000000000001</c:v>
                </c:pt>
                <c:pt idx="9">
                  <c:v>8.0239999999999991</c:v>
                </c:pt>
                <c:pt idx="10">
                  <c:v>1.8779999999999999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6.0999999999999999E-2</c:v>
                </c:pt>
                <c:pt idx="16">
                  <c:v>0</c:v>
                </c:pt>
                <c:pt idx="17">
                  <c:v>0</c:v>
                </c:pt>
                <c:pt idx="18">
                  <c:v>6.0999999999999999E-2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DF-44E0-B390-4374C6B6B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'20230711_07'!$H$38:$H$73</c:f>
              <c:numCache>
                <c:formatCode>General</c:formatCode>
                <c:ptCount val="36"/>
                <c:pt idx="0">
                  <c:v>0.83</c:v>
                </c:pt>
                <c:pt idx="1">
                  <c:v>0.83</c:v>
                </c:pt>
                <c:pt idx="2">
                  <c:v>0.83</c:v>
                </c:pt>
                <c:pt idx="3">
                  <c:v>0.83</c:v>
                </c:pt>
                <c:pt idx="4">
                  <c:v>0.84</c:v>
                </c:pt>
                <c:pt idx="5">
                  <c:v>1.1299999999999999</c:v>
                </c:pt>
                <c:pt idx="6">
                  <c:v>1.94</c:v>
                </c:pt>
                <c:pt idx="7">
                  <c:v>2.2200000000000002</c:v>
                </c:pt>
                <c:pt idx="8">
                  <c:v>2.37</c:v>
                </c:pt>
                <c:pt idx="9">
                  <c:v>2.48</c:v>
                </c:pt>
                <c:pt idx="10">
                  <c:v>2.52</c:v>
                </c:pt>
                <c:pt idx="11">
                  <c:v>2.48</c:v>
                </c:pt>
                <c:pt idx="12">
                  <c:v>2.4</c:v>
                </c:pt>
                <c:pt idx="13">
                  <c:v>2.33</c:v>
                </c:pt>
                <c:pt idx="14">
                  <c:v>2.2599999999999998</c:v>
                </c:pt>
                <c:pt idx="15">
                  <c:v>2.17</c:v>
                </c:pt>
                <c:pt idx="16">
                  <c:v>2.09</c:v>
                </c:pt>
                <c:pt idx="17">
                  <c:v>1.98</c:v>
                </c:pt>
                <c:pt idx="18">
                  <c:v>1.85</c:v>
                </c:pt>
                <c:pt idx="19">
                  <c:v>1.75</c:v>
                </c:pt>
                <c:pt idx="20">
                  <c:v>1.67</c:v>
                </c:pt>
                <c:pt idx="21">
                  <c:v>1.6</c:v>
                </c:pt>
                <c:pt idx="22">
                  <c:v>1.54</c:v>
                </c:pt>
                <c:pt idx="23">
                  <c:v>1.48</c:v>
                </c:pt>
                <c:pt idx="24">
                  <c:v>1.44</c:v>
                </c:pt>
                <c:pt idx="25">
                  <c:v>1.4</c:v>
                </c:pt>
                <c:pt idx="26">
                  <c:v>1.37</c:v>
                </c:pt>
                <c:pt idx="27">
                  <c:v>1.35</c:v>
                </c:pt>
                <c:pt idx="28">
                  <c:v>1.33</c:v>
                </c:pt>
                <c:pt idx="29">
                  <c:v>1.32</c:v>
                </c:pt>
                <c:pt idx="30">
                  <c:v>1.3</c:v>
                </c:pt>
                <c:pt idx="31">
                  <c:v>1.28</c:v>
                </c:pt>
                <c:pt idx="32">
                  <c:v>1.27</c:v>
                </c:pt>
                <c:pt idx="33">
                  <c:v>1.26</c:v>
                </c:pt>
                <c:pt idx="34">
                  <c:v>1.25</c:v>
                </c:pt>
                <c:pt idx="35">
                  <c:v>1.24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DF-44E0-B390-4374C6B6B6A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'20230711_07'!$N$38:$N$73</c:f>
              <c:numCache>
                <c:formatCode>0.00</c:formatCode>
                <c:ptCount val="36"/>
                <c:pt idx="0">
                  <c:v>0.92558366000000003</c:v>
                </c:pt>
                <c:pt idx="1">
                  <c:v>0.76817579999999996</c:v>
                </c:pt>
                <c:pt idx="2">
                  <c:v>0.94516829999999996</c:v>
                </c:pt>
                <c:pt idx="3">
                  <c:v>0.94998389999999999</c:v>
                </c:pt>
                <c:pt idx="4">
                  <c:v>1.0144142</c:v>
                </c:pt>
                <c:pt idx="5">
                  <c:v>1.1967886999999999</c:v>
                </c:pt>
                <c:pt idx="6">
                  <c:v>1.4125991</c:v>
                </c:pt>
                <c:pt idx="7">
                  <c:v>1.5841584</c:v>
                </c:pt>
                <c:pt idx="8">
                  <c:v>1.8421915</c:v>
                </c:pt>
                <c:pt idx="9">
                  <c:v>2.0725555</c:v>
                </c:pt>
                <c:pt idx="10">
                  <c:v>2.2515287000000002</c:v>
                </c:pt>
                <c:pt idx="11">
                  <c:v>2.2340347999999999</c:v>
                </c:pt>
                <c:pt idx="12">
                  <c:v>2.284211</c:v>
                </c:pt>
                <c:pt idx="13">
                  <c:v>2.2328796</c:v>
                </c:pt>
                <c:pt idx="14">
                  <c:v>2.2415075</c:v>
                </c:pt>
                <c:pt idx="15">
                  <c:v>2.1752056999999998</c:v>
                </c:pt>
                <c:pt idx="16">
                  <c:v>2.0993396999999998</c:v>
                </c:pt>
                <c:pt idx="17">
                  <c:v>2.0184118999999998</c:v>
                </c:pt>
                <c:pt idx="18">
                  <c:v>1.8234977999999999</c:v>
                </c:pt>
                <c:pt idx="19">
                  <c:v>1.7730117000000001</c:v>
                </c:pt>
                <c:pt idx="20">
                  <c:v>1.6803056999999999</c:v>
                </c:pt>
                <c:pt idx="21">
                  <c:v>1.584363</c:v>
                </c:pt>
                <c:pt idx="22">
                  <c:v>1.5550439</c:v>
                </c:pt>
                <c:pt idx="23">
                  <c:v>1.5706754999999999</c:v>
                </c:pt>
                <c:pt idx="24">
                  <c:v>1.4717305000000001</c:v>
                </c:pt>
                <c:pt idx="25">
                  <c:v>1.4351015</c:v>
                </c:pt>
                <c:pt idx="26">
                  <c:v>1.3408998000000001</c:v>
                </c:pt>
                <c:pt idx="27">
                  <c:v>1.3064172000000001</c:v>
                </c:pt>
                <c:pt idx="28">
                  <c:v>1.3013349999999999</c:v>
                </c:pt>
                <c:pt idx="29">
                  <c:v>1.2822465000000001</c:v>
                </c:pt>
                <c:pt idx="30">
                  <c:v>1.2411771</c:v>
                </c:pt>
                <c:pt idx="31">
                  <c:v>1.2062267</c:v>
                </c:pt>
                <c:pt idx="32">
                  <c:v>1.1879204999999999</c:v>
                </c:pt>
                <c:pt idx="33">
                  <c:v>1.1438535000000001</c:v>
                </c:pt>
                <c:pt idx="34">
                  <c:v>1.1092682</c:v>
                </c:pt>
                <c:pt idx="35">
                  <c:v>1.1061051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DF-44E0-B390-4374C6B6B6A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'20230711_07'!$P$38:$P$73</c:f>
              <c:numCache>
                <c:formatCode>0.00</c:formatCode>
                <c:ptCount val="36"/>
                <c:pt idx="0">
                  <c:v>0.74356540000000004</c:v>
                </c:pt>
                <c:pt idx="1">
                  <c:v>0.76813536999999998</c:v>
                </c:pt>
                <c:pt idx="2">
                  <c:v>0.84330640000000001</c:v>
                </c:pt>
                <c:pt idx="3">
                  <c:v>0.89365660000000002</c:v>
                </c:pt>
                <c:pt idx="4">
                  <c:v>1.1121962999999999</c:v>
                </c:pt>
                <c:pt idx="5">
                  <c:v>1.3933502</c:v>
                </c:pt>
                <c:pt idx="6">
                  <c:v>1.6671218999999999</c:v>
                </c:pt>
                <c:pt idx="7">
                  <c:v>1.8624384</c:v>
                </c:pt>
                <c:pt idx="8">
                  <c:v>2.1488871999999999</c:v>
                </c:pt>
                <c:pt idx="9">
                  <c:v>2.2391155</c:v>
                </c:pt>
                <c:pt idx="10">
                  <c:v>2.2837312000000001</c:v>
                </c:pt>
                <c:pt idx="11">
                  <c:v>2.2948816000000001</c:v>
                </c:pt>
                <c:pt idx="12">
                  <c:v>2.2882159999999998</c:v>
                </c:pt>
                <c:pt idx="13">
                  <c:v>2.2624035</c:v>
                </c:pt>
                <c:pt idx="14">
                  <c:v>2.1442714</c:v>
                </c:pt>
                <c:pt idx="15">
                  <c:v>2.0813415000000002</c:v>
                </c:pt>
                <c:pt idx="16">
                  <c:v>1.9958317000000001</c:v>
                </c:pt>
                <c:pt idx="17">
                  <c:v>1.8346058000000001</c:v>
                </c:pt>
                <c:pt idx="18">
                  <c:v>1.6586097</c:v>
                </c:pt>
                <c:pt idx="19">
                  <c:v>1.5082374999999999</c:v>
                </c:pt>
                <c:pt idx="20">
                  <c:v>1.4353370999999999</c:v>
                </c:pt>
                <c:pt idx="21">
                  <c:v>1.4303087999999999</c:v>
                </c:pt>
                <c:pt idx="22">
                  <c:v>1.4463828999999999</c:v>
                </c:pt>
                <c:pt idx="23">
                  <c:v>1.4303838</c:v>
                </c:pt>
                <c:pt idx="24">
                  <c:v>1.3960785</c:v>
                </c:pt>
                <c:pt idx="25">
                  <c:v>1.408336</c:v>
                </c:pt>
                <c:pt idx="26">
                  <c:v>1.4040094999999999</c:v>
                </c:pt>
                <c:pt idx="27">
                  <c:v>1.3562768000000001</c:v>
                </c:pt>
                <c:pt idx="28">
                  <c:v>1.314041</c:v>
                </c:pt>
                <c:pt idx="29">
                  <c:v>1.2872925</c:v>
                </c:pt>
                <c:pt idx="30">
                  <c:v>1.3175466</c:v>
                </c:pt>
                <c:pt idx="31">
                  <c:v>1.3251748999999999</c:v>
                </c:pt>
                <c:pt idx="32">
                  <c:v>1.3162598999999999</c:v>
                </c:pt>
                <c:pt idx="33">
                  <c:v>1.2424025999999999</c:v>
                </c:pt>
                <c:pt idx="34">
                  <c:v>1.2759670000000001</c:v>
                </c:pt>
                <c:pt idx="35">
                  <c:v>1.3140721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BDF-44E0-B390-4374C6B6B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08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'20230711_08'!$M$38:$M$73</c:f>
              <c:numCache>
                <c:formatCode>General</c:formatCode>
                <c:ptCount val="36"/>
                <c:pt idx="0">
                  <c:v>8.7929999999999993</c:v>
                </c:pt>
                <c:pt idx="1">
                  <c:v>5.7450000000000001</c:v>
                </c:pt>
                <c:pt idx="2">
                  <c:v>7.7210000000000001</c:v>
                </c:pt>
                <c:pt idx="3">
                  <c:v>8.0239999999999991</c:v>
                </c:pt>
                <c:pt idx="4">
                  <c:v>1.8779999999999999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6.0999999999999999E-2</c:v>
                </c:pt>
                <c:pt idx="10">
                  <c:v>0</c:v>
                </c:pt>
                <c:pt idx="11">
                  <c:v>0</c:v>
                </c:pt>
                <c:pt idx="12">
                  <c:v>6.0999999999999999E-2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0.45100000000000001</c:v>
                </c:pt>
                <c:pt idx="31">
                  <c:v>2.39</c:v>
                </c:pt>
                <c:pt idx="32">
                  <c:v>0.75600000000000001</c:v>
                </c:pt>
                <c:pt idx="33">
                  <c:v>0.67100000000000004</c:v>
                </c:pt>
                <c:pt idx="34">
                  <c:v>1.488</c:v>
                </c:pt>
                <c:pt idx="35">
                  <c:v>2.1960000000000002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8-4DD9-99A5-305DBEA5D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'20230711_08'!$H$38:$H$73</c:f>
              <c:numCache>
                <c:formatCode>General</c:formatCode>
                <c:ptCount val="36"/>
                <c:pt idx="0">
                  <c:v>1.94</c:v>
                </c:pt>
                <c:pt idx="1">
                  <c:v>2.2200000000000002</c:v>
                </c:pt>
                <c:pt idx="2">
                  <c:v>2.37</c:v>
                </c:pt>
                <c:pt idx="3">
                  <c:v>2.48</c:v>
                </c:pt>
                <c:pt idx="4">
                  <c:v>2.52</c:v>
                </c:pt>
                <c:pt idx="5">
                  <c:v>2.48</c:v>
                </c:pt>
                <c:pt idx="6">
                  <c:v>2.4</c:v>
                </c:pt>
                <c:pt idx="7">
                  <c:v>2.33</c:v>
                </c:pt>
                <c:pt idx="8">
                  <c:v>2.2599999999999998</c:v>
                </c:pt>
                <c:pt idx="9">
                  <c:v>2.17</c:v>
                </c:pt>
                <c:pt idx="10">
                  <c:v>2.09</c:v>
                </c:pt>
                <c:pt idx="11">
                  <c:v>1.98</c:v>
                </c:pt>
                <c:pt idx="12">
                  <c:v>1.85</c:v>
                </c:pt>
                <c:pt idx="13">
                  <c:v>1.75</c:v>
                </c:pt>
                <c:pt idx="14">
                  <c:v>1.67</c:v>
                </c:pt>
                <c:pt idx="15">
                  <c:v>1.6</c:v>
                </c:pt>
                <c:pt idx="16">
                  <c:v>1.54</c:v>
                </c:pt>
                <c:pt idx="17">
                  <c:v>1.48</c:v>
                </c:pt>
                <c:pt idx="18">
                  <c:v>1.44</c:v>
                </c:pt>
                <c:pt idx="19">
                  <c:v>1.4</c:v>
                </c:pt>
                <c:pt idx="20">
                  <c:v>1.37</c:v>
                </c:pt>
                <c:pt idx="21">
                  <c:v>1.35</c:v>
                </c:pt>
                <c:pt idx="22">
                  <c:v>1.33</c:v>
                </c:pt>
                <c:pt idx="23">
                  <c:v>1.32</c:v>
                </c:pt>
                <c:pt idx="24">
                  <c:v>1.3</c:v>
                </c:pt>
                <c:pt idx="25">
                  <c:v>1.28</c:v>
                </c:pt>
                <c:pt idx="26">
                  <c:v>1.27</c:v>
                </c:pt>
                <c:pt idx="27">
                  <c:v>1.26</c:v>
                </c:pt>
                <c:pt idx="28">
                  <c:v>1.25</c:v>
                </c:pt>
                <c:pt idx="29">
                  <c:v>1.24</c:v>
                </c:pt>
                <c:pt idx="30">
                  <c:v>1.23</c:v>
                </c:pt>
                <c:pt idx="31">
                  <c:v>1.22</c:v>
                </c:pt>
                <c:pt idx="32">
                  <c:v>1.21</c:v>
                </c:pt>
                <c:pt idx="33">
                  <c:v>1.21</c:v>
                </c:pt>
                <c:pt idx="34">
                  <c:v>1.24</c:v>
                </c:pt>
                <c:pt idx="35">
                  <c:v>1.26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68-4DD9-99A5-305DBEA5D1D9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'20230711_08'!$N$38:$N$73</c:f>
              <c:numCache>
                <c:formatCode>0.00</c:formatCode>
                <c:ptCount val="36"/>
                <c:pt idx="0">
                  <c:v>1.3603122000000001</c:v>
                </c:pt>
                <c:pt idx="1">
                  <c:v>1.7570775999999999</c:v>
                </c:pt>
                <c:pt idx="2">
                  <c:v>2.0683609999999999</c:v>
                </c:pt>
                <c:pt idx="3">
                  <c:v>2.1205343999999999</c:v>
                </c:pt>
                <c:pt idx="4">
                  <c:v>2.3837497000000001</c:v>
                </c:pt>
                <c:pt idx="5">
                  <c:v>2.3653206999999998</c:v>
                </c:pt>
                <c:pt idx="6">
                  <c:v>2.3126283000000001</c:v>
                </c:pt>
                <c:pt idx="7">
                  <c:v>2.2131530000000001</c:v>
                </c:pt>
                <c:pt idx="8">
                  <c:v>2.2642066000000001</c:v>
                </c:pt>
                <c:pt idx="9">
                  <c:v>2.078643</c:v>
                </c:pt>
                <c:pt idx="10">
                  <c:v>2.0037069999999999</c:v>
                </c:pt>
                <c:pt idx="11">
                  <c:v>1.9377626999999999</c:v>
                </c:pt>
                <c:pt idx="12">
                  <c:v>1.7627771000000001</c:v>
                </c:pt>
                <c:pt idx="13">
                  <c:v>1.6426574</c:v>
                </c:pt>
                <c:pt idx="14">
                  <c:v>1.5652903</c:v>
                </c:pt>
                <c:pt idx="15">
                  <c:v>1.4675176999999999</c:v>
                </c:pt>
                <c:pt idx="16">
                  <c:v>1.3908963000000001</c:v>
                </c:pt>
                <c:pt idx="17">
                  <c:v>1.3421383</c:v>
                </c:pt>
                <c:pt idx="18">
                  <c:v>1.2752574999999999</c:v>
                </c:pt>
                <c:pt idx="19">
                  <c:v>1.3157232999999999</c:v>
                </c:pt>
                <c:pt idx="20">
                  <c:v>1.3666673</c:v>
                </c:pt>
                <c:pt idx="21">
                  <c:v>1.3496644</c:v>
                </c:pt>
                <c:pt idx="22">
                  <c:v>1.3554850000000001</c:v>
                </c:pt>
                <c:pt idx="23">
                  <c:v>1.2846569999999999</c:v>
                </c:pt>
                <c:pt idx="24">
                  <c:v>1.2918236000000001</c:v>
                </c:pt>
                <c:pt idx="25">
                  <c:v>1.3161894000000001</c:v>
                </c:pt>
                <c:pt idx="26">
                  <c:v>1.3240694</c:v>
                </c:pt>
                <c:pt idx="27">
                  <c:v>1.3694762</c:v>
                </c:pt>
                <c:pt idx="28">
                  <c:v>1.3593751000000001</c:v>
                </c:pt>
                <c:pt idx="29">
                  <c:v>1.3431027</c:v>
                </c:pt>
                <c:pt idx="30">
                  <c:v>1.3144697999999999</c:v>
                </c:pt>
                <c:pt idx="31">
                  <c:v>1.3141967000000001</c:v>
                </c:pt>
                <c:pt idx="32">
                  <c:v>1.2830987</c:v>
                </c:pt>
                <c:pt idx="33">
                  <c:v>1.2842108999999999</c:v>
                </c:pt>
                <c:pt idx="34">
                  <c:v>1.2913646000000001</c:v>
                </c:pt>
                <c:pt idx="35">
                  <c:v>1.2856084999999999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68-4DD9-99A5-305DBEA5D1D9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'20230711_08'!$P$38:$P$73</c:f>
              <c:numCache>
                <c:formatCode>0.00</c:formatCode>
                <c:ptCount val="36"/>
                <c:pt idx="0">
                  <c:v>1.6095184</c:v>
                </c:pt>
                <c:pt idx="1">
                  <c:v>1.9225460999999999</c:v>
                </c:pt>
                <c:pt idx="2">
                  <c:v>2.1851992999999998</c:v>
                </c:pt>
                <c:pt idx="3">
                  <c:v>2.3378952000000002</c:v>
                </c:pt>
                <c:pt idx="4">
                  <c:v>2.6237005999999998</c:v>
                </c:pt>
                <c:pt idx="5">
                  <c:v>2.588946</c:v>
                </c:pt>
                <c:pt idx="6">
                  <c:v>2.5099024999999999</c:v>
                </c:pt>
                <c:pt idx="7">
                  <c:v>2.3494828000000001</c:v>
                </c:pt>
                <c:pt idx="8">
                  <c:v>2.3902296999999999</c:v>
                </c:pt>
                <c:pt idx="9">
                  <c:v>2.1285683999999998</c:v>
                </c:pt>
                <c:pt idx="10">
                  <c:v>1.9533020000000001</c:v>
                </c:pt>
                <c:pt idx="11">
                  <c:v>1.7742255</c:v>
                </c:pt>
                <c:pt idx="12">
                  <c:v>1.6719362</c:v>
                </c:pt>
                <c:pt idx="13">
                  <c:v>1.5498365000000001</c:v>
                </c:pt>
                <c:pt idx="14">
                  <c:v>1.5266808000000001</c:v>
                </c:pt>
                <c:pt idx="15">
                  <c:v>1.4695374000000001</c:v>
                </c:pt>
                <c:pt idx="16">
                  <c:v>1.4394878</c:v>
                </c:pt>
                <c:pt idx="17">
                  <c:v>1.4780260000000001</c:v>
                </c:pt>
                <c:pt idx="18">
                  <c:v>1.4058200999999999</c:v>
                </c:pt>
                <c:pt idx="19">
                  <c:v>1.3113433000000001</c:v>
                </c:pt>
                <c:pt idx="20">
                  <c:v>1.2337408999999999</c:v>
                </c:pt>
                <c:pt idx="21">
                  <c:v>1.2906823000000001</c:v>
                </c:pt>
                <c:pt idx="22">
                  <c:v>1.3760664</c:v>
                </c:pt>
                <c:pt idx="23">
                  <c:v>1.3362533999999999</c:v>
                </c:pt>
                <c:pt idx="24">
                  <c:v>1.341958</c:v>
                </c:pt>
                <c:pt idx="25">
                  <c:v>1.3716203</c:v>
                </c:pt>
                <c:pt idx="26">
                  <c:v>1.3921863000000001</c:v>
                </c:pt>
                <c:pt idx="27">
                  <c:v>1.4236553999999999</c:v>
                </c:pt>
                <c:pt idx="28">
                  <c:v>1.3709</c:v>
                </c:pt>
                <c:pt idx="29">
                  <c:v>1.3895660999999999</c:v>
                </c:pt>
                <c:pt idx="30">
                  <c:v>1.3302573</c:v>
                </c:pt>
                <c:pt idx="31">
                  <c:v>1.3689256999999999</c:v>
                </c:pt>
                <c:pt idx="32">
                  <c:v>1.3613124000000001</c:v>
                </c:pt>
                <c:pt idx="33">
                  <c:v>1.3479152999999999</c:v>
                </c:pt>
                <c:pt idx="34">
                  <c:v>1.2970193999999999</c:v>
                </c:pt>
                <c:pt idx="35">
                  <c:v>1.3828047999999999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668-4DD9-99A5-305DBEA5D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09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'20230711_09'!$A$38:$A$73</c:f>
              <c:numCache>
                <c:formatCode>m/d/yyyy\ h:mm</c:formatCode>
                <c:ptCount val="36"/>
                <c:pt idx="0">
                  <c:v>45118.409722222219</c:v>
                </c:pt>
                <c:pt idx="1">
                  <c:v>45118.416666666664</c:v>
                </c:pt>
                <c:pt idx="2">
                  <c:v>45118.423611111109</c:v>
                </c:pt>
                <c:pt idx="3">
                  <c:v>45118.430555555555</c:v>
                </c:pt>
                <c:pt idx="4">
                  <c:v>45118.4375</c:v>
                </c:pt>
                <c:pt idx="5">
                  <c:v>45118.444444444445</c:v>
                </c:pt>
                <c:pt idx="6">
                  <c:v>45118.451388888891</c:v>
                </c:pt>
                <c:pt idx="7">
                  <c:v>45118.458333333336</c:v>
                </c:pt>
                <c:pt idx="8">
                  <c:v>45118.465277777781</c:v>
                </c:pt>
                <c:pt idx="9">
                  <c:v>45118.472222222219</c:v>
                </c:pt>
                <c:pt idx="10">
                  <c:v>45118.479166666664</c:v>
                </c:pt>
                <c:pt idx="11">
                  <c:v>45118.486111111109</c:v>
                </c:pt>
                <c:pt idx="12">
                  <c:v>45118.493055555555</c:v>
                </c:pt>
                <c:pt idx="13">
                  <c:v>45118.5</c:v>
                </c:pt>
                <c:pt idx="14">
                  <c:v>45118.506944444445</c:v>
                </c:pt>
                <c:pt idx="15">
                  <c:v>45118.513888888891</c:v>
                </c:pt>
                <c:pt idx="16">
                  <c:v>45118.520833333336</c:v>
                </c:pt>
                <c:pt idx="17">
                  <c:v>45118.527777777781</c:v>
                </c:pt>
                <c:pt idx="18">
                  <c:v>45118.534722222219</c:v>
                </c:pt>
                <c:pt idx="19">
                  <c:v>45118.541666666664</c:v>
                </c:pt>
                <c:pt idx="20">
                  <c:v>45118.548611111109</c:v>
                </c:pt>
                <c:pt idx="21">
                  <c:v>45118.555555555555</c:v>
                </c:pt>
                <c:pt idx="22">
                  <c:v>45118.5625</c:v>
                </c:pt>
                <c:pt idx="23">
                  <c:v>45118.569444444445</c:v>
                </c:pt>
                <c:pt idx="24">
                  <c:v>45118.576388888891</c:v>
                </c:pt>
                <c:pt idx="25">
                  <c:v>45118.583333333336</c:v>
                </c:pt>
                <c:pt idx="26">
                  <c:v>45118.590277777781</c:v>
                </c:pt>
                <c:pt idx="27">
                  <c:v>45118.597222222219</c:v>
                </c:pt>
                <c:pt idx="28">
                  <c:v>45118.604166666664</c:v>
                </c:pt>
                <c:pt idx="29">
                  <c:v>45118.611111111109</c:v>
                </c:pt>
                <c:pt idx="30">
                  <c:v>45118.618055555555</c:v>
                </c:pt>
                <c:pt idx="31">
                  <c:v>45118.625</c:v>
                </c:pt>
                <c:pt idx="32">
                  <c:v>45118.631944444445</c:v>
                </c:pt>
                <c:pt idx="33">
                  <c:v>45118.638888888891</c:v>
                </c:pt>
                <c:pt idx="34">
                  <c:v>45118.645833333336</c:v>
                </c:pt>
                <c:pt idx="35">
                  <c:v>45118.652777777781</c:v>
                </c:pt>
              </c:numCache>
            </c:numRef>
          </c:cat>
          <c:val>
            <c:numRef>
              <c:f>'20230711_09'!$M$38:$M$73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6.0999999999999999E-2</c:v>
                </c:pt>
                <c:pt idx="4">
                  <c:v>0</c:v>
                </c:pt>
                <c:pt idx="5">
                  <c:v>0</c:v>
                </c:pt>
                <c:pt idx="6">
                  <c:v>6.0999999999999999E-2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0.45100000000000001</c:v>
                </c:pt>
                <c:pt idx="25">
                  <c:v>2.39</c:v>
                </c:pt>
                <c:pt idx="26">
                  <c:v>0.75600000000000001</c:v>
                </c:pt>
                <c:pt idx="27">
                  <c:v>0.67100000000000004</c:v>
                </c:pt>
                <c:pt idx="28">
                  <c:v>1.488</c:v>
                </c:pt>
                <c:pt idx="29">
                  <c:v>2.1960000000000002</c:v>
                </c:pt>
                <c:pt idx="30">
                  <c:v>0.36599999999999999</c:v>
                </c:pt>
                <c:pt idx="31">
                  <c:v>0.48799999999999999</c:v>
                </c:pt>
                <c:pt idx="32">
                  <c:v>1.0369999999999999</c:v>
                </c:pt>
                <c:pt idx="33">
                  <c:v>0.54900000000000004</c:v>
                </c:pt>
                <c:pt idx="34">
                  <c:v>0.48799999999999999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B8-46E5-A19E-9B0E02FF7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'20230711_09'!$H$38:$H$73</c:f>
              <c:numCache>
                <c:formatCode>General</c:formatCode>
                <c:ptCount val="36"/>
                <c:pt idx="0">
                  <c:v>2.4</c:v>
                </c:pt>
                <c:pt idx="1">
                  <c:v>2.33</c:v>
                </c:pt>
                <c:pt idx="2">
                  <c:v>2.2599999999999998</c:v>
                </c:pt>
                <c:pt idx="3">
                  <c:v>2.17</c:v>
                </c:pt>
                <c:pt idx="4">
                  <c:v>2.09</c:v>
                </c:pt>
                <c:pt idx="5">
                  <c:v>1.98</c:v>
                </c:pt>
                <c:pt idx="6">
                  <c:v>1.85</c:v>
                </c:pt>
                <c:pt idx="7">
                  <c:v>1.75</c:v>
                </c:pt>
                <c:pt idx="8">
                  <c:v>1.67</c:v>
                </c:pt>
                <c:pt idx="9">
                  <c:v>1.6</c:v>
                </c:pt>
                <c:pt idx="10">
                  <c:v>1.54</c:v>
                </c:pt>
                <c:pt idx="11">
                  <c:v>1.48</c:v>
                </c:pt>
                <c:pt idx="12">
                  <c:v>1.44</c:v>
                </c:pt>
                <c:pt idx="13">
                  <c:v>1.4</c:v>
                </c:pt>
                <c:pt idx="14">
                  <c:v>1.37</c:v>
                </c:pt>
                <c:pt idx="15">
                  <c:v>1.35</c:v>
                </c:pt>
                <c:pt idx="16">
                  <c:v>1.33</c:v>
                </c:pt>
                <c:pt idx="17">
                  <c:v>1.32</c:v>
                </c:pt>
                <c:pt idx="18">
                  <c:v>1.3</c:v>
                </c:pt>
                <c:pt idx="19">
                  <c:v>1.28</c:v>
                </c:pt>
                <c:pt idx="20">
                  <c:v>1.27</c:v>
                </c:pt>
                <c:pt idx="21">
                  <c:v>1.26</c:v>
                </c:pt>
                <c:pt idx="22">
                  <c:v>1.25</c:v>
                </c:pt>
                <c:pt idx="23">
                  <c:v>1.24</c:v>
                </c:pt>
                <c:pt idx="24">
                  <c:v>1.23</c:v>
                </c:pt>
                <c:pt idx="25">
                  <c:v>1.22</c:v>
                </c:pt>
                <c:pt idx="26">
                  <c:v>1.21</c:v>
                </c:pt>
                <c:pt idx="27">
                  <c:v>1.21</c:v>
                </c:pt>
                <c:pt idx="28">
                  <c:v>1.24</c:v>
                </c:pt>
                <c:pt idx="29">
                  <c:v>1.26</c:v>
                </c:pt>
                <c:pt idx="30">
                  <c:v>1.33</c:v>
                </c:pt>
                <c:pt idx="31">
                  <c:v>1.34</c:v>
                </c:pt>
                <c:pt idx="32">
                  <c:v>1.34</c:v>
                </c:pt>
                <c:pt idx="33">
                  <c:v>1.34</c:v>
                </c:pt>
                <c:pt idx="34">
                  <c:v>1.34</c:v>
                </c:pt>
                <c:pt idx="35">
                  <c:v>1.34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B8-46E5-A19E-9B0E02FF7BD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'20230711_09'!$N$38:$N$73</c:f>
              <c:numCache>
                <c:formatCode>0.00</c:formatCode>
                <c:ptCount val="36"/>
                <c:pt idx="0">
                  <c:v>2.4325410999999999</c:v>
                </c:pt>
                <c:pt idx="1">
                  <c:v>2.3827372000000002</c:v>
                </c:pt>
                <c:pt idx="2">
                  <c:v>2.3313828000000001</c:v>
                </c:pt>
                <c:pt idx="3">
                  <c:v>2.2715230000000002</c:v>
                </c:pt>
                <c:pt idx="4">
                  <c:v>2.1659533999999998</c:v>
                </c:pt>
                <c:pt idx="5">
                  <c:v>2.0785303000000002</c:v>
                </c:pt>
                <c:pt idx="6">
                  <c:v>1.9960605</c:v>
                </c:pt>
                <c:pt idx="7">
                  <c:v>1.87541</c:v>
                </c:pt>
                <c:pt idx="8">
                  <c:v>1.7672478</c:v>
                </c:pt>
                <c:pt idx="9">
                  <c:v>1.7230595</c:v>
                </c:pt>
                <c:pt idx="10">
                  <c:v>1.6409836</c:v>
                </c:pt>
                <c:pt idx="11">
                  <c:v>1.5346507</c:v>
                </c:pt>
                <c:pt idx="12">
                  <c:v>1.4711097</c:v>
                </c:pt>
                <c:pt idx="13">
                  <c:v>1.4622219999999999</c:v>
                </c:pt>
                <c:pt idx="14">
                  <c:v>1.4374302999999999</c:v>
                </c:pt>
                <c:pt idx="15">
                  <c:v>1.4448993000000001</c:v>
                </c:pt>
                <c:pt idx="16">
                  <c:v>1.4422398999999999</c:v>
                </c:pt>
                <c:pt idx="17">
                  <c:v>1.4411242</c:v>
                </c:pt>
                <c:pt idx="18">
                  <c:v>1.4572537999999999</c:v>
                </c:pt>
                <c:pt idx="19">
                  <c:v>1.513884</c:v>
                </c:pt>
                <c:pt idx="20">
                  <c:v>1.5533604999999999</c:v>
                </c:pt>
                <c:pt idx="21">
                  <c:v>1.5048714000000001</c:v>
                </c:pt>
                <c:pt idx="22">
                  <c:v>1.4799747000000001</c:v>
                </c:pt>
                <c:pt idx="23">
                  <c:v>1.4513119999999999</c:v>
                </c:pt>
                <c:pt idx="24">
                  <c:v>1.4668028</c:v>
                </c:pt>
                <c:pt idx="25">
                  <c:v>1.5111494000000001</c:v>
                </c:pt>
                <c:pt idx="26">
                  <c:v>1.5043526</c:v>
                </c:pt>
                <c:pt idx="27">
                  <c:v>1.4869466</c:v>
                </c:pt>
                <c:pt idx="28">
                  <c:v>1.4228243</c:v>
                </c:pt>
                <c:pt idx="29">
                  <c:v>1.4119872</c:v>
                </c:pt>
                <c:pt idx="30">
                  <c:v>1.4576753</c:v>
                </c:pt>
                <c:pt idx="31">
                  <c:v>1.4893080999999999</c:v>
                </c:pt>
                <c:pt idx="32">
                  <c:v>1.4590620999999999</c:v>
                </c:pt>
                <c:pt idx="33">
                  <c:v>1.4958142999999999</c:v>
                </c:pt>
                <c:pt idx="34">
                  <c:v>1.4997332000000001</c:v>
                </c:pt>
                <c:pt idx="35">
                  <c:v>1.4628451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B8-46E5-A19E-9B0E02FF7BD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'20230711_09'!$P$38:$P$73</c:f>
              <c:numCache>
                <c:formatCode>0.00</c:formatCode>
                <c:ptCount val="36"/>
                <c:pt idx="0">
                  <c:v>2.6746354000000001</c:v>
                </c:pt>
                <c:pt idx="1">
                  <c:v>2.7773604000000001</c:v>
                </c:pt>
                <c:pt idx="2">
                  <c:v>2.8502998000000002</c:v>
                </c:pt>
                <c:pt idx="3">
                  <c:v>2.5821812</c:v>
                </c:pt>
                <c:pt idx="4">
                  <c:v>2.4249852000000001</c:v>
                </c:pt>
                <c:pt idx="5">
                  <c:v>2.2067627999999999</c:v>
                </c:pt>
                <c:pt idx="6">
                  <c:v>2.0777177999999998</c:v>
                </c:pt>
                <c:pt idx="7">
                  <c:v>1.9199497999999999</c:v>
                </c:pt>
                <c:pt idx="8">
                  <c:v>1.6942364000000001</c:v>
                </c:pt>
                <c:pt idx="9">
                  <c:v>1.5187716</c:v>
                </c:pt>
                <c:pt idx="10">
                  <c:v>1.4515145</c:v>
                </c:pt>
                <c:pt idx="11">
                  <c:v>1.4307557</c:v>
                </c:pt>
                <c:pt idx="12">
                  <c:v>1.4469727999999999</c:v>
                </c:pt>
                <c:pt idx="13">
                  <c:v>1.4511105</c:v>
                </c:pt>
                <c:pt idx="14">
                  <c:v>1.4483583</c:v>
                </c:pt>
                <c:pt idx="15">
                  <c:v>1.4891232999999999</c:v>
                </c:pt>
                <c:pt idx="16">
                  <c:v>1.4833715999999999</c:v>
                </c:pt>
                <c:pt idx="17">
                  <c:v>1.480809</c:v>
                </c:pt>
                <c:pt idx="18">
                  <c:v>1.3789214000000001</c:v>
                </c:pt>
                <c:pt idx="19">
                  <c:v>1.2871832000000001</c:v>
                </c:pt>
                <c:pt idx="20">
                  <c:v>1.1880747</c:v>
                </c:pt>
                <c:pt idx="21">
                  <c:v>1.2144032</c:v>
                </c:pt>
                <c:pt idx="22">
                  <c:v>1.3178053000000001</c:v>
                </c:pt>
                <c:pt idx="23">
                  <c:v>1.3700496</c:v>
                </c:pt>
                <c:pt idx="24">
                  <c:v>1.4061482000000001</c:v>
                </c:pt>
                <c:pt idx="25">
                  <c:v>1.3907893</c:v>
                </c:pt>
                <c:pt idx="26">
                  <c:v>1.4094572000000001</c:v>
                </c:pt>
                <c:pt idx="27">
                  <c:v>1.4720051000000001</c:v>
                </c:pt>
                <c:pt idx="28">
                  <c:v>1.509117</c:v>
                </c:pt>
                <c:pt idx="29">
                  <c:v>1.5540004999999999</c:v>
                </c:pt>
                <c:pt idx="30">
                  <c:v>1.4460735</c:v>
                </c:pt>
                <c:pt idx="31">
                  <c:v>1.4112201</c:v>
                </c:pt>
                <c:pt idx="32">
                  <c:v>1.3306427000000001</c:v>
                </c:pt>
                <c:pt idx="33">
                  <c:v>1.3717355</c:v>
                </c:pt>
                <c:pt idx="34">
                  <c:v>1.3833028000000001</c:v>
                </c:pt>
                <c:pt idx="35">
                  <c:v>1.3772057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B8-46E5-A19E-9B0E02FF7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dateAx>
        <c:axId val="528099856"/>
        <c:scaling>
          <c:orientation val="minMax"/>
        </c:scaling>
        <c:delete val="1"/>
        <c:axPos val="t"/>
        <c:numFmt formatCode="m/d/yyyy\ h:mm" sourceLinked="1"/>
        <c:majorTickMark val="out"/>
        <c:minorTickMark val="none"/>
        <c:tickLblPos val="nextTo"/>
        <c:crossAx val="530413120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10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'20230711_10'!$M$38:$M$73</c:f>
              <c:numCache>
                <c:formatCode>General</c:formatCode>
                <c:ptCount val="36"/>
                <c:pt idx="0">
                  <c:v>6.0999999999999999E-2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0.45100000000000001</c:v>
                </c:pt>
                <c:pt idx="19">
                  <c:v>2.39</c:v>
                </c:pt>
                <c:pt idx="20">
                  <c:v>0.75600000000000001</c:v>
                </c:pt>
                <c:pt idx="21">
                  <c:v>0.67100000000000004</c:v>
                </c:pt>
                <c:pt idx="22">
                  <c:v>1.488</c:v>
                </c:pt>
                <c:pt idx="23">
                  <c:v>2.1960000000000002</c:v>
                </c:pt>
                <c:pt idx="24">
                  <c:v>0.36599999999999999</c:v>
                </c:pt>
                <c:pt idx="25">
                  <c:v>0.48799999999999999</c:v>
                </c:pt>
                <c:pt idx="26">
                  <c:v>1.0369999999999999</c:v>
                </c:pt>
                <c:pt idx="27">
                  <c:v>0.54900000000000004</c:v>
                </c:pt>
                <c:pt idx="28">
                  <c:v>0.48799999999999999</c:v>
                </c:pt>
                <c:pt idx="29">
                  <c:v>0</c:v>
                </c:pt>
                <c:pt idx="30">
                  <c:v>6.0999999999999999E-2</c:v>
                </c:pt>
                <c:pt idx="31">
                  <c:v>0.57299999999999995</c:v>
                </c:pt>
                <c:pt idx="32">
                  <c:v>1.1459999999999999</c:v>
                </c:pt>
                <c:pt idx="33">
                  <c:v>0.91500000000000004</c:v>
                </c:pt>
                <c:pt idx="34">
                  <c:v>8.109</c:v>
                </c:pt>
                <c:pt idx="35">
                  <c:v>3.669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A-4FDF-AA92-10BACE85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'20230711_10'!$H$38:$H$73</c:f>
              <c:numCache>
                <c:formatCode>General</c:formatCode>
                <c:ptCount val="36"/>
                <c:pt idx="0">
                  <c:v>1.85</c:v>
                </c:pt>
                <c:pt idx="1">
                  <c:v>1.75</c:v>
                </c:pt>
                <c:pt idx="2">
                  <c:v>1.67</c:v>
                </c:pt>
                <c:pt idx="3">
                  <c:v>1.6</c:v>
                </c:pt>
                <c:pt idx="4">
                  <c:v>1.54</c:v>
                </c:pt>
                <c:pt idx="5">
                  <c:v>1.48</c:v>
                </c:pt>
                <c:pt idx="6">
                  <c:v>1.44</c:v>
                </c:pt>
                <c:pt idx="7">
                  <c:v>1.4</c:v>
                </c:pt>
                <c:pt idx="8">
                  <c:v>1.37</c:v>
                </c:pt>
                <c:pt idx="9">
                  <c:v>1.35</c:v>
                </c:pt>
                <c:pt idx="10">
                  <c:v>1.33</c:v>
                </c:pt>
                <c:pt idx="11">
                  <c:v>1.32</c:v>
                </c:pt>
                <c:pt idx="12">
                  <c:v>1.3</c:v>
                </c:pt>
                <c:pt idx="13">
                  <c:v>1.28</c:v>
                </c:pt>
                <c:pt idx="14">
                  <c:v>1.27</c:v>
                </c:pt>
                <c:pt idx="15">
                  <c:v>1.26</c:v>
                </c:pt>
                <c:pt idx="16">
                  <c:v>1.25</c:v>
                </c:pt>
                <c:pt idx="17">
                  <c:v>1.24</c:v>
                </c:pt>
                <c:pt idx="18">
                  <c:v>1.23</c:v>
                </c:pt>
                <c:pt idx="19">
                  <c:v>1.22</c:v>
                </c:pt>
                <c:pt idx="20">
                  <c:v>1.21</c:v>
                </c:pt>
                <c:pt idx="21">
                  <c:v>1.21</c:v>
                </c:pt>
                <c:pt idx="22">
                  <c:v>1.24</c:v>
                </c:pt>
                <c:pt idx="23">
                  <c:v>1.26</c:v>
                </c:pt>
                <c:pt idx="24">
                  <c:v>1.33</c:v>
                </c:pt>
                <c:pt idx="25">
                  <c:v>1.34</c:v>
                </c:pt>
                <c:pt idx="26">
                  <c:v>1.34</c:v>
                </c:pt>
                <c:pt idx="27">
                  <c:v>1.34</c:v>
                </c:pt>
                <c:pt idx="28">
                  <c:v>1.34</c:v>
                </c:pt>
                <c:pt idx="29">
                  <c:v>1.34</c:v>
                </c:pt>
                <c:pt idx="30">
                  <c:v>1.33</c:v>
                </c:pt>
                <c:pt idx="31">
                  <c:v>1.32</c:v>
                </c:pt>
                <c:pt idx="32">
                  <c:v>1.3</c:v>
                </c:pt>
                <c:pt idx="33">
                  <c:v>1.28</c:v>
                </c:pt>
                <c:pt idx="34">
                  <c:v>1.28</c:v>
                </c:pt>
                <c:pt idx="35">
                  <c:v>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0A-4FDF-AA92-10BACE85895B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'20230711_10'!$N$38:$N$73</c:f>
              <c:numCache>
                <c:formatCode>0.00</c:formatCode>
                <c:ptCount val="36"/>
                <c:pt idx="0">
                  <c:v>1.9234549000000001</c:v>
                </c:pt>
                <c:pt idx="1">
                  <c:v>1.8279825000000001</c:v>
                </c:pt>
                <c:pt idx="2">
                  <c:v>1.7372867000000001</c:v>
                </c:pt>
                <c:pt idx="3">
                  <c:v>1.7321669</c:v>
                </c:pt>
                <c:pt idx="4">
                  <c:v>1.6654962</c:v>
                </c:pt>
                <c:pt idx="5">
                  <c:v>1.6298973999999999</c:v>
                </c:pt>
                <c:pt idx="6">
                  <c:v>1.5896204</c:v>
                </c:pt>
                <c:pt idx="7">
                  <c:v>1.5271355</c:v>
                </c:pt>
                <c:pt idx="8">
                  <c:v>1.4666029</c:v>
                </c:pt>
                <c:pt idx="9">
                  <c:v>1.4826619999999999</c:v>
                </c:pt>
                <c:pt idx="10">
                  <c:v>1.4652826000000001</c:v>
                </c:pt>
                <c:pt idx="11">
                  <c:v>1.4256451999999999</c:v>
                </c:pt>
                <c:pt idx="12">
                  <c:v>1.4117525</c:v>
                </c:pt>
                <c:pt idx="13">
                  <c:v>1.4089719999999999</c:v>
                </c:pt>
                <c:pt idx="14">
                  <c:v>1.3991492000000001</c:v>
                </c:pt>
                <c:pt idx="15">
                  <c:v>1.4123942</c:v>
                </c:pt>
                <c:pt idx="16">
                  <c:v>1.4145854</c:v>
                </c:pt>
                <c:pt idx="17">
                  <c:v>1.4130343999999999</c:v>
                </c:pt>
                <c:pt idx="18">
                  <c:v>1.3838648</c:v>
                </c:pt>
                <c:pt idx="19">
                  <c:v>1.3363997999999999</c:v>
                </c:pt>
                <c:pt idx="20">
                  <c:v>1.3000041</c:v>
                </c:pt>
                <c:pt idx="21">
                  <c:v>1.27525</c:v>
                </c:pt>
                <c:pt idx="22">
                  <c:v>1.2901237999999999</c:v>
                </c:pt>
                <c:pt idx="23">
                  <c:v>1.3252641000000001</c:v>
                </c:pt>
                <c:pt idx="24">
                  <c:v>1.3796636</c:v>
                </c:pt>
                <c:pt idx="25">
                  <c:v>1.4153552</c:v>
                </c:pt>
                <c:pt idx="26">
                  <c:v>1.4197605</c:v>
                </c:pt>
                <c:pt idx="27">
                  <c:v>1.4523159999999999</c:v>
                </c:pt>
                <c:pt idx="28">
                  <c:v>1.4750794</c:v>
                </c:pt>
                <c:pt idx="29">
                  <c:v>1.4611213999999999</c:v>
                </c:pt>
                <c:pt idx="30">
                  <c:v>1.4911973000000001</c:v>
                </c:pt>
                <c:pt idx="31">
                  <c:v>1.4801991999999999</c:v>
                </c:pt>
                <c:pt idx="32">
                  <c:v>1.4877659999999999</c:v>
                </c:pt>
                <c:pt idx="33">
                  <c:v>1.523568</c:v>
                </c:pt>
                <c:pt idx="34">
                  <c:v>1.5456166</c:v>
                </c:pt>
                <c:pt idx="35">
                  <c:v>1.6163419999999999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00A-4FDF-AA92-10BACE85895B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'20230711_10'!$P$38:$P$73</c:f>
              <c:numCache>
                <c:formatCode>0.00</c:formatCode>
                <c:ptCount val="36"/>
                <c:pt idx="0">
                  <c:v>1.8694037999999999</c:v>
                </c:pt>
                <c:pt idx="1">
                  <c:v>1.8220698</c:v>
                </c:pt>
                <c:pt idx="2">
                  <c:v>1.7668326000000001</c:v>
                </c:pt>
                <c:pt idx="3">
                  <c:v>1.7029585</c:v>
                </c:pt>
                <c:pt idx="4">
                  <c:v>1.6575325999999999</c:v>
                </c:pt>
                <c:pt idx="5">
                  <c:v>1.6218585000000001</c:v>
                </c:pt>
                <c:pt idx="6">
                  <c:v>1.6048704</c:v>
                </c:pt>
                <c:pt idx="7">
                  <c:v>1.5797034999999999</c:v>
                </c:pt>
                <c:pt idx="8">
                  <c:v>1.5498562</c:v>
                </c:pt>
                <c:pt idx="9">
                  <c:v>1.5045556</c:v>
                </c:pt>
                <c:pt idx="10">
                  <c:v>1.4846599</c:v>
                </c:pt>
                <c:pt idx="11">
                  <c:v>1.4358736999999999</c:v>
                </c:pt>
                <c:pt idx="12">
                  <c:v>1.4707532000000001</c:v>
                </c:pt>
                <c:pt idx="13">
                  <c:v>1.503125</c:v>
                </c:pt>
                <c:pt idx="14">
                  <c:v>1.4874246</c:v>
                </c:pt>
                <c:pt idx="15">
                  <c:v>1.4814833000000001</c:v>
                </c:pt>
                <c:pt idx="16">
                  <c:v>1.457403</c:v>
                </c:pt>
                <c:pt idx="17">
                  <c:v>1.4352898999999999</c:v>
                </c:pt>
                <c:pt idx="18">
                  <c:v>1.4345174999999999</c:v>
                </c:pt>
                <c:pt idx="19">
                  <c:v>1.410642</c:v>
                </c:pt>
                <c:pt idx="20">
                  <c:v>1.4002949</c:v>
                </c:pt>
                <c:pt idx="21">
                  <c:v>1.4341927000000001</c:v>
                </c:pt>
                <c:pt idx="22">
                  <c:v>1.4485857</c:v>
                </c:pt>
                <c:pt idx="23">
                  <c:v>1.4619031</c:v>
                </c:pt>
                <c:pt idx="24">
                  <c:v>1.4911616999999999</c:v>
                </c:pt>
                <c:pt idx="25">
                  <c:v>1.5257392000000001</c:v>
                </c:pt>
                <c:pt idx="26">
                  <c:v>1.5368891</c:v>
                </c:pt>
                <c:pt idx="27">
                  <c:v>1.5166341999999999</c:v>
                </c:pt>
                <c:pt idx="28">
                  <c:v>1.4855046000000001</c:v>
                </c:pt>
                <c:pt idx="29">
                  <c:v>1.5158404000000001</c:v>
                </c:pt>
                <c:pt idx="30">
                  <c:v>1.4243021</c:v>
                </c:pt>
                <c:pt idx="31">
                  <c:v>1.4359709000000001</c:v>
                </c:pt>
                <c:pt idx="32">
                  <c:v>1.3569960000000001</c:v>
                </c:pt>
                <c:pt idx="33">
                  <c:v>1.3806461000000001</c:v>
                </c:pt>
                <c:pt idx="34">
                  <c:v>1.4345943000000001</c:v>
                </c:pt>
                <c:pt idx="35">
                  <c:v>1.5338794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0A-4FDF-AA92-10BACE85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04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'20250814_04'!$K$38:$K$73</c:f>
              <c:numCache>
                <c:formatCode>General</c:formatCode>
                <c:ptCount val="36"/>
                <c:pt idx="0">
                  <c:v>0</c:v>
                </c:pt>
                <c:pt idx="1">
                  <c:v>0.48799999999999999</c:v>
                </c:pt>
                <c:pt idx="2">
                  <c:v>0.93899999999999995</c:v>
                </c:pt>
                <c:pt idx="3">
                  <c:v>0.54900000000000004</c:v>
                </c:pt>
                <c:pt idx="4">
                  <c:v>0</c:v>
                </c:pt>
                <c:pt idx="5">
                  <c:v>1.952</c:v>
                </c:pt>
                <c:pt idx="6">
                  <c:v>0.61</c:v>
                </c:pt>
                <c:pt idx="7">
                  <c:v>3.109</c:v>
                </c:pt>
                <c:pt idx="8">
                  <c:v>2.8170000000000002</c:v>
                </c:pt>
                <c:pt idx="9">
                  <c:v>4.9610000000000003</c:v>
                </c:pt>
                <c:pt idx="10">
                  <c:v>1.353</c:v>
                </c:pt>
                <c:pt idx="11">
                  <c:v>0.90200000000000002</c:v>
                </c:pt>
                <c:pt idx="12">
                  <c:v>1.671</c:v>
                </c:pt>
                <c:pt idx="13">
                  <c:v>0.45100000000000001</c:v>
                </c:pt>
                <c:pt idx="14">
                  <c:v>0.54900000000000004</c:v>
                </c:pt>
                <c:pt idx="15">
                  <c:v>0.45100000000000001</c:v>
                </c:pt>
                <c:pt idx="16">
                  <c:v>1.9390000000000001</c:v>
                </c:pt>
                <c:pt idx="17">
                  <c:v>1.4510000000000001</c:v>
                </c:pt>
                <c:pt idx="18">
                  <c:v>2.8650000000000002</c:v>
                </c:pt>
                <c:pt idx="19">
                  <c:v>6.0999999999999999E-2</c:v>
                </c:pt>
                <c:pt idx="20">
                  <c:v>0</c:v>
                </c:pt>
                <c:pt idx="21">
                  <c:v>0.54900000000000004</c:v>
                </c:pt>
                <c:pt idx="22">
                  <c:v>0.51200000000000001</c:v>
                </c:pt>
                <c:pt idx="23">
                  <c:v>2.6469999999999998</c:v>
                </c:pt>
                <c:pt idx="24">
                  <c:v>9.1479999999999997</c:v>
                </c:pt>
                <c:pt idx="25">
                  <c:v>6.5839999999999996</c:v>
                </c:pt>
                <c:pt idx="26">
                  <c:v>0.45100000000000001</c:v>
                </c:pt>
                <c:pt idx="27">
                  <c:v>0.45100000000000001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6-4A8C-85FE-535AD47F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'20250814_04'!$H$38:$H$73</c:f>
              <c:numCache>
                <c:formatCode>General</c:formatCode>
                <c:ptCount val="36"/>
                <c:pt idx="0">
                  <c:v>0.91</c:v>
                </c:pt>
                <c:pt idx="1">
                  <c:v>0.91</c:v>
                </c:pt>
                <c:pt idx="2">
                  <c:v>0.92</c:v>
                </c:pt>
                <c:pt idx="3">
                  <c:v>0.93</c:v>
                </c:pt>
                <c:pt idx="4">
                  <c:v>0.94</c:v>
                </c:pt>
                <c:pt idx="5">
                  <c:v>0.95</c:v>
                </c:pt>
                <c:pt idx="6">
                  <c:v>0.96</c:v>
                </c:pt>
                <c:pt idx="7">
                  <c:v>0.97</c:v>
                </c:pt>
                <c:pt idx="8">
                  <c:v>1</c:v>
                </c:pt>
                <c:pt idx="9">
                  <c:v>1.1100000000000001</c:v>
                </c:pt>
                <c:pt idx="10">
                  <c:v>1.2</c:v>
                </c:pt>
                <c:pt idx="11">
                  <c:v>1.22</c:v>
                </c:pt>
                <c:pt idx="12">
                  <c:v>1.24</c:v>
                </c:pt>
                <c:pt idx="13">
                  <c:v>1.34</c:v>
                </c:pt>
                <c:pt idx="14">
                  <c:v>1.4</c:v>
                </c:pt>
                <c:pt idx="15">
                  <c:v>1.4</c:v>
                </c:pt>
                <c:pt idx="16">
                  <c:v>1.42</c:v>
                </c:pt>
                <c:pt idx="17">
                  <c:v>1.47</c:v>
                </c:pt>
                <c:pt idx="18">
                  <c:v>1.51</c:v>
                </c:pt>
                <c:pt idx="19">
                  <c:v>1.51</c:v>
                </c:pt>
                <c:pt idx="20">
                  <c:v>1.5</c:v>
                </c:pt>
                <c:pt idx="21">
                  <c:v>1.48</c:v>
                </c:pt>
                <c:pt idx="22">
                  <c:v>1.51</c:v>
                </c:pt>
                <c:pt idx="23">
                  <c:v>1.57</c:v>
                </c:pt>
                <c:pt idx="24">
                  <c:v>1.57</c:v>
                </c:pt>
                <c:pt idx="25">
                  <c:v>1.66</c:v>
                </c:pt>
                <c:pt idx="26">
                  <c:v>1.74</c:v>
                </c:pt>
                <c:pt idx="27">
                  <c:v>1.76</c:v>
                </c:pt>
                <c:pt idx="28">
                  <c:v>1.82</c:v>
                </c:pt>
                <c:pt idx="29">
                  <c:v>1.93</c:v>
                </c:pt>
                <c:pt idx="30">
                  <c:v>2.0099999999999998</c:v>
                </c:pt>
                <c:pt idx="31">
                  <c:v>2.0099999999999998</c:v>
                </c:pt>
                <c:pt idx="32">
                  <c:v>1.9</c:v>
                </c:pt>
                <c:pt idx="33">
                  <c:v>1.79</c:v>
                </c:pt>
                <c:pt idx="34">
                  <c:v>1.68</c:v>
                </c:pt>
                <c:pt idx="35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96-4A8C-85FE-535AD47FD347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'20250814_04'!$L$38:$L$73</c:f>
              <c:numCache>
                <c:formatCode>0.00</c:formatCode>
                <c:ptCount val="36"/>
                <c:pt idx="0">
                  <c:v>0.90379876000000003</c:v>
                </c:pt>
                <c:pt idx="1">
                  <c:v>0.92138874999999998</c:v>
                </c:pt>
                <c:pt idx="2">
                  <c:v>0.92006825999999997</c:v>
                </c:pt>
                <c:pt idx="3">
                  <c:v>0.95234799999999997</c:v>
                </c:pt>
                <c:pt idx="4">
                  <c:v>0.98941789999999996</c:v>
                </c:pt>
                <c:pt idx="5">
                  <c:v>0.98911099999999996</c:v>
                </c:pt>
                <c:pt idx="6">
                  <c:v>0.99160515999999999</c:v>
                </c:pt>
                <c:pt idx="7">
                  <c:v>0.9807304</c:v>
                </c:pt>
                <c:pt idx="8">
                  <c:v>0.99765800000000004</c:v>
                </c:pt>
                <c:pt idx="9">
                  <c:v>1.0253627999999999</c:v>
                </c:pt>
                <c:pt idx="10">
                  <c:v>1.0759113</c:v>
                </c:pt>
                <c:pt idx="11">
                  <c:v>1.1222068999999999</c:v>
                </c:pt>
                <c:pt idx="12">
                  <c:v>1.2169943000000001</c:v>
                </c:pt>
                <c:pt idx="13">
                  <c:v>1.280958</c:v>
                </c:pt>
                <c:pt idx="14">
                  <c:v>1.4025335000000001</c:v>
                </c:pt>
                <c:pt idx="15">
                  <c:v>1.4892665</c:v>
                </c:pt>
                <c:pt idx="16">
                  <c:v>1.5029832000000001</c:v>
                </c:pt>
                <c:pt idx="17">
                  <c:v>1.524224</c:v>
                </c:pt>
                <c:pt idx="18">
                  <c:v>1.5142484</c:v>
                </c:pt>
                <c:pt idx="19">
                  <c:v>1.5082865999999999</c:v>
                </c:pt>
                <c:pt idx="20">
                  <c:v>1.4642329000000001</c:v>
                </c:pt>
                <c:pt idx="21">
                  <c:v>1.3957462</c:v>
                </c:pt>
                <c:pt idx="22">
                  <c:v>1.3695968000000001</c:v>
                </c:pt>
                <c:pt idx="23">
                  <c:v>1.3730023</c:v>
                </c:pt>
                <c:pt idx="24">
                  <c:v>1.3857231000000001</c:v>
                </c:pt>
                <c:pt idx="25">
                  <c:v>1.4294207000000001</c:v>
                </c:pt>
                <c:pt idx="26">
                  <c:v>1.4528551999999999</c:v>
                </c:pt>
                <c:pt idx="27">
                  <c:v>1.5100454999999999</c:v>
                </c:pt>
                <c:pt idx="28">
                  <c:v>1.5485294999999999</c:v>
                </c:pt>
                <c:pt idx="29">
                  <c:v>1.6001749000000001</c:v>
                </c:pt>
                <c:pt idx="30">
                  <c:v>1.6287126999999999</c:v>
                </c:pt>
                <c:pt idx="31">
                  <c:v>1.6232103</c:v>
                </c:pt>
                <c:pt idx="32">
                  <c:v>1.5947164</c:v>
                </c:pt>
                <c:pt idx="33">
                  <c:v>1.5321639</c:v>
                </c:pt>
                <c:pt idx="34">
                  <c:v>1.4796901</c:v>
                </c:pt>
                <c:pt idx="35">
                  <c:v>1.4595937999999999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96-4A8C-85FE-535AD47FD347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'20250814_04'!$N$38:$N$73</c:f>
              <c:numCache>
                <c:formatCode>0.00</c:formatCode>
                <c:ptCount val="36"/>
                <c:pt idx="0">
                  <c:v>0.91493833000000002</c:v>
                </c:pt>
                <c:pt idx="1">
                  <c:v>0.92185859999999997</c:v>
                </c:pt>
                <c:pt idx="2">
                  <c:v>0.94879159999999996</c:v>
                </c:pt>
                <c:pt idx="3">
                  <c:v>0.92900190000000005</c:v>
                </c:pt>
                <c:pt idx="4">
                  <c:v>0.94702417000000005</c:v>
                </c:pt>
                <c:pt idx="5">
                  <c:v>0.94993439999999996</c:v>
                </c:pt>
                <c:pt idx="6">
                  <c:v>1.0017967000000001</c:v>
                </c:pt>
                <c:pt idx="7">
                  <c:v>1.0144656999999999</c:v>
                </c:pt>
                <c:pt idx="8">
                  <c:v>1.0428740000000001</c:v>
                </c:pt>
                <c:pt idx="9">
                  <c:v>1.0575334000000001</c:v>
                </c:pt>
                <c:pt idx="10">
                  <c:v>1.1116611999999999</c:v>
                </c:pt>
                <c:pt idx="11">
                  <c:v>1.1661049999999999</c:v>
                </c:pt>
                <c:pt idx="12">
                  <c:v>1.2458752</c:v>
                </c:pt>
                <c:pt idx="13">
                  <c:v>1.3043903999999999</c:v>
                </c:pt>
                <c:pt idx="14">
                  <c:v>1.3907398</c:v>
                </c:pt>
                <c:pt idx="15">
                  <c:v>1.4611253</c:v>
                </c:pt>
                <c:pt idx="16">
                  <c:v>1.5504469999999999</c:v>
                </c:pt>
                <c:pt idx="17">
                  <c:v>1.5831898</c:v>
                </c:pt>
                <c:pt idx="18">
                  <c:v>1.6029222999999999</c:v>
                </c:pt>
                <c:pt idx="19">
                  <c:v>1.5788321000000001</c:v>
                </c:pt>
                <c:pt idx="20">
                  <c:v>1.5857315999999999</c:v>
                </c:pt>
                <c:pt idx="21">
                  <c:v>1.6077678</c:v>
                </c:pt>
                <c:pt idx="22">
                  <c:v>1.5842347999999999</c:v>
                </c:pt>
                <c:pt idx="23">
                  <c:v>1.5716721</c:v>
                </c:pt>
                <c:pt idx="24">
                  <c:v>1.5717679</c:v>
                </c:pt>
                <c:pt idx="25">
                  <c:v>1.6205050999999999</c:v>
                </c:pt>
                <c:pt idx="26">
                  <c:v>1.6675401999999999</c:v>
                </c:pt>
                <c:pt idx="27">
                  <c:v>1.6934098</c:v>
                </c:pt>
                <c:pt idx="28">
                  <c:v>1.7541869000000001</c:v>
                </c:pt>
                <c:pt idx="29">
                  <c:v>1.8060187000000001</c:v>
                </c:pt>
                <c:pt idx="30">
                  <c:v>1.8509651</c:v>
                </c:pt>
                <c:pt idx="31">
                  <c:v>1.8562194000000001</c:v>
                </c:pt>
                <c:pt idx="32">
                  <c:v>1.8583449000000001</c:v>
                </c:pt>
                <c:pt idx="33">
                  <c:v>1.8406336000000001</c:v>
                </c:pt>
                <c:pt idx="34">
                  <c:v>1.7436187999999999</c:v>
                </c:pt>
                <c:pt idx="35">
                  <c:v>1.6561881000000001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96-4A8C-85FE-535AD47F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05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'20250814_05'!$K$38:$K$73</c:f>
              <c:numCache>
                <c:formatCode>General</c:formatCode>
                <c:ptCount val="36"/>
                <c:pt idx="0">
                  <c:v>0.61</c:v>
                </c:pt>
                <c:pt idx="1">
                  <c:v>3.109</c:v>
                </c:pt>
                <c:pt idx="2">
                  <c:v>2.8170000000000002</c:v>
                </c:pt>
                <c:pt idx="3">
                  <c:v>4.9610000000000003</c:v>
                </c:pt>
                <c:pt idx="4">
                  <c:v>1.353</c:v>
                </c:pt>
                <c:pt idx="5">
                  <c:v>0.90200000000000002</c:v>
                </c:pt>
                <c:pt idx="6">
                  <c:v>1.671</c:v>
                </c:pt>
                <c:pt idx="7">
                  <c:v>0.45100000000000001</c:v>
                </c:pt>
                <c:pt idx="8">
                  <c:v>0.54900000000000004</c:v>
                </c:pt>
                <c:pt idx="9">
                  <c:v>0.45100000000000001</c:v>
                </c:pt>
                <c:pt idx="10">
                  <c:v>1.9390000000000001</c:v>
                </c:pt>
                <c:pt idx="11">
                  <c:v>1.4510000000000001</c:v>
                </c:pt>
                <c:pt idx="12">
                  <c:v>2.8650000000000002</c:v>
                </c:pt>
                <c:pt idx="13">
                  <c:v>6.0999999999999999E-2</c:v>
                </c:pt>
                <c:pt idx="14">
                  <c:v>0</c:v>
                </c:pt>
                <c:pt idx="15">
                  <c:v>0.54900000000000004</c:v>
                </c:pt>
                <c:pt idx="16">
                  <c:v>0.51200000000000001</c:v>
                </c:pt>
                <c:pt idx="17">
                  <c:v>2.6469999999999998</c:v>
                </c:pt>
                <c:pt idx="18">
                  <c:v>9.1479999999999997</c:v>
                </c:pt>
                <c:pt idx="19">
                  <c:v>6.5839999999999996</c:v>
                </c:pt>
                <c:pt idx="20">
                  <c:v>0.45100000000000001</c:v>
                </c:pt>
                <c:pt idx="21">
                  <c:v>0.45100000000000001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6.0999999999999999E-2</c:v>
                </c:pt>
                <c:pt idx="33">
                  <c:v>0.93899999999999995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B-4B58-ACD5-5B448E929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'20250814_05'!$H$38:$H$73</c:f>
              <c:numCache>
                <c:formatCode>General</c:formatCode>
                <c:ptCount val="36"/>
                <c:pt idx="0">
                  <c:v>0.96</c:v>
                </c:pt>
                <c:pt idx="1">
                  <c:v>0.97</c:v>
                </c:pt>
                <c:pt idx="2">
                  <c:v>1</c:v>
                </c:pt>
                <c:pt idx="3">
                  <c:v>1.1100000000000001</c:v>
                </c:pt>
                <c:pt idx="4">
                  <c:v>1.2</c:v>
                </c:pt>
                <c:pt idx="5">
                  <c:v>1.22</c:v>
                </c:pt>
                <c:pt idx="6">
                  <c:v>1.24</c:v>
                </c:pt>
                <c:pt idx="7">
                  <c:v>1.34</c:v>
                </c:pt>
                <c:pt idx="8">
                  <c:v>1.4</c:v>
                </c:pt>
                <c:pt idx="9">
                  <c:v>1.4</c:v>
                </c:pt>
                <c:pt idx="10">
                  <c:v>1.42</c:v>
                </c:pt>
                <c:pt idx="11">
                  <c:v>1.47</c:v>
                </c:pt>
                <c:pt idx="12">
                  <c:v>1.51</c:v>
                </c:pt>
                <c:pt idx="13">
                  <c:v>1.51</c:v>
                </c:pt>
                <c:pt idx="14">
                  <c:v>1.5</c:v>
                </c:pt>
                <c:pt idx="15">
                  <c:v>1.48</c:v>
                </c:pt>
                <c:pt idx="16">
                  <c:v>1.51</c:v>
                </c:pt>
                <c:pt idx="17">
                  <c:v>1.57</c:v>
                </c:pt>
                <c:pt idx="18">
                  <c:v>1.57</c:v>
                </c:pt>
                <c:pt idx="19">
                  <c:v>1.66</c:v>
                </c:pt>
                <c:pt idx="20">
                  <c:v>1.74</c:v>
                </c:pt>
                <c:pt idx="21">
                  <c:v>1.76</c:v>
                </c:pt>
                <c:pt idx="22">
                  <c:v>1.82</c:v>
                </c:pt>
                <c:pt idx="23">
                  <c:v>1.93</c:v>
                </c:pt>
                <c:pt idx="24">
                  <c:v>2.0099999999999998</c:v>
                </c:pt>
                <c:pt idx="25">
                  <c:v>2.0099999999999998</c:v>
                </c:pt>
                <c:pt idx="26">
                  <c:v>1.9</c:v>
                </c:pt>
                <c:pt idx="27">
                  <c:v>1.79</c:v>
                </c:pt>
                <c:pt idx="28">
                  <c:v>1.68</c:v>
                </c:pt>
                <c:pt idx="29">
                  <c:v>1.6</c:v>
                </c:pt>
                <c:pt idx="30">
                  <c:v>1.55</c:v>
                </c:pt>
                <c:pt idx="31">
                  <c:v>1.53</c:v>
                </c:pt>
                <c:pt idx="32">
                  <c:v>1.5</c:v>
                </c:pt>
                <c:pt idx="33">
                  <c:v>1.46</c:v>
                </c:pt>
                <c:pt idx="34">
                  <c:v>1.43</c:v>
                </c:pt>
                <c:pt idx="35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4B-4B58-ACD5-5B448E929B57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'20250814_05'!$L$38:$L$73</c:f>
              <c:numCache>
                <c:formatCode>0.00</c:formatCode>
                <c:ptCount val="36"/>
                <c:pt idx="0">
                  <c:v>0.97827995000000001</c:v>
                </c:pt>
                <c:pt idx="1">
                  <c:v>0.97772669999999995</c:v>
                </c:pt>
                <c:pt idx="2">
                  <c:v>1.0130239000000001</c:v>
                </c:pt>
                <c:pt idx="3">
                  <c:v>1.0317546</c:v>
                </c:pt>
                <c:pt idx="4">
                  <c:v>1.0703285</c:v>
                </c:pt>
                <c:pt idx="5">
                  <c:v>1.1157699000000001</c:v>
                </c:pt>
                <c:pt idx="6">
                  <c:v>1.1976038</c:v>
                </c:pt>
                <c:pt idx="7">
                  <c:v>1.2980266</c:v>
                </c:pt>
                <c:pt idx="8">
                  <c:v>1.4752452</c:v>
                </c:pt>
                <c:pt idx="9">
                  <c:v>1.5839871999999999</c:v>
                </c:pt>
                <c:pt idx="10">
                  <c:v>1.5922626</c:v>
                </c:pt>
                <c:pt idx="11">
                  <c:v>1.5480803999999999</c:v>
                </c:pt>
                <c:pt idx="12">
                  <c:v>1.542143</c:v>
                </c:pt>
                <c:pt idx="13">
                  <c:v>1.5269547999999999</c:v>
                </c:pt>
                <c:pt idx="14">
                  <c:v>1.5080750000000001</c:v>
                </c:pt>
                <c:pt idx="15">
                  <c:v>1.4597266</c:v>
                </c:pt>
                <c:pt idx="16">
                  <c:v>1.4438261999999999</c:v>
                </c:pt>
                <c:pt idx="17">
                  <c:v>1.4205692999999999</c:v>
                </c:pt>
                <c:pt idx="18">
                  <c:v>1.4381200000000001</c:v>
                </c:pt>
                <c:pt idx="19">
                  <c:v>1.4843268000000001</c:v>
                </c:pt>
                <c:pt idx="20">
                  <c:v>1.5560514999999999</c:v>
                </c:pt>
                <c:pt idx="21">
                  <c:v>1.6033036000000001</c:v>
                </c:pt>
                <c:pt idx="22">
                  <c:v>1.6445921999999999</c:v>
                </c:pt>
                <c:pt idx="23">
                  <c:v>1.6892962</c:v>
                </c:pt>
                <c:pt idx="24">
                  <c:v>1.6398096</c:v>
                </c:pt>
                <c:pt idx="25">
                  <c:v>1.6137682</c:v>
                </c:pt>
                <c:pt idx="26">
                  <c:v>1.5234156999999999</c:v>
                </c:pt>
                <c:pt idx="27">
                  <c:v>1.4962783</c:v>
                </c:pt>
                <c:pt idx="28">
                  <c:v>1.505484</c:v>
                </c:pt>
                <c:pt idx="29">
                  <c:v>1.4988295</c:v>
                </c:pt>
                <c:pt idx="30">
                  <c:v>1.4386019000000001</c:v>
                </c:pt>
                <c:pt idx="31">
                  <c:v>1.4069841000000001</c:v>
                </c:pt>
                <c:pt idx="32">
                  <c:v>1.3760804</c:v>
                </c:pt>
                <c:pt idx="33">
                  <c:v>1.3620117</c:v>
                </c:pt>
                <c:pt idx="34">
                  <c:v>1.3247062000000001</c:v>
                </c:pt>
                <c:pt idx="35">
                  <c:v>1.3182839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4B-4B58-ACD5-5B448E929B57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'20250814_05'!$N$38:$N$73</c:f>
              <c:numCache>
                <c:formatCode>0.00</c:formatCode>
                <c:ptCount val="36"/>
                <c:pt idx="0">
                  <c:v>0.98050696000000004</c:v>
                </c:pt>
                <c:pt idx="1">
                  <c:v>1.0087514</c:v>
                </c:pt>
                <c:pt idx="2">
                  <c:v>1.0292680999999999</c:v>
                </c:pt>
                <c:pt idx="3">
                  <c:v>1.0293901000000001</c:v>
                </c:pt>
                <c:pt idx="4">
                  <c:v>1.1089331</c:v>
                </c:pt>
                <c:pt idx="5">
                  <c:v>1.1828928000000001</c:v>
                </c:pt>
                <c:pt idx="6">
                  <c:v>1.3117105</c:v>
                </c:pt>
                <c:pt idx="7">
                  <c:v>1.4037112</c:v>
                </c:pt>
                <c:pt idx="8">
                  <c:v>1.5285173999999999</c:v>
                </c:pt>
                <c:pt idx="9">
                  <c:v>1.5838743</c:v>
                </c:pt>
                <c:pt idx="10">
                  <c:v>1.5650305</c:v>
                </c:pt>
                <c:pt idx="11">
                  <c:v>1.5064468</c:v>
                </c:pt>
                <c:pt idx="12">
                  <c:v>1.4834669</c:v>
                </c:pt>
                <c:pt idx="13">
                  <c:v>1.4827185000000001</c:v>
                </c:pt>
                <c:pt idx="14">
                  <c:v>1.5039119000000001</c:v>
                </c:pt>
                <c:pt idx="15">
                  <c:v>1.4588056</c:v>
                </c:pt>
                <c:pt idx="16">
                  <c:v>1.4367483999999999</c:v>
                </c:pt>
                <c:pt idx="17">
                  <c:v>1.4188254</c:v>
                </c:pt>
                <c:pt idx="18">
                  <c:v>1.4585606</c:v>
                </c:pt>
                <c:pt idx="19">
                  <c:v>1.5208216999999999</c:v>
                </c:pt>
                <c:pt idx="20">
                  <c:v>1.6033192999999999</c:v>
                </c:pt>
                <c:pt idx="21">
                  <c:v>1.7292824</c:v>
                </c:pt>
                <c:pt idx="22">
                  <c:v>1.8048966</c:v>
                </c:pt>
                <c:pt idx="23">
                  <c:v>1.8331649999999999</c:v>
                </c:pt>
                <c:pt idx="24">
                  <c:v>1.803741</c:v>
                </c:pt>
                <c:pt idx="25">
                  <c:v>1.7588026999999999</c:v>
                </c:pt>
                <c:pt idx="26">
                  <c:v>1.6933905</c:v>
                </c:pt>
                <c:pt idx="27">
                  <c:v>1.6458071000000001</c:v>
                </c:pt>
                <c:pt idx="28">
                  <c:v>1.6499588000000001</c:v>
                </c:pt>
                <c:pt idx="29">
                  <c:v>1.6622186000000001</c:v>
                </c:pt>
                <c:pt idx="30">
                  <c:v>1.6178306</c:v>
                </c:pt>
                <c:pt idx="31">
                  <c:v>1.5719155</c:v>
                </c:pt>
                <c:pt idx="32">
                  <c:v>1.5378982999999999</c:v>
                </c:pt>
                <c:pt idx="33">
                  <c:v>1.5240214000000001</c:v>
                </c:pt>
                <c:pt idx="34">
                  <c:v>1.4260173</c:v>
                </c:pt>
                <c:pt idx="35">
                  <c:v>1.3936366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4B-4B58-ACD5-5B448E929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06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'20250814_06'!$K$38:$K$73</c:f>
              <c:numCache>
                <c:formatCode>General</c:formatCode>
                <c:ptCount val="36"/>
                <c:pt idx="0">
                  <c:v>1.671</c:v>
                </c:pt>
                <c:pt idx="1">
                  <c:v>0.45100000000000001</c:v>
                </c:pt>
                <c:pt idx="2">
                  <c:v>0.54900000000000004</c:v>
                </c:pt>
                <c:pt idx="3">
                  <c:v>0.45100000000000001</c:v>
                </c:pt>
                <c:pt idx="4">
                  <c:v>1.9390000000000001</c:v>
                </c:pt>
                <c:pt idx="5">
                  <c:v>1.4510000000000001</c:v>
                </c:pt>
                <c:pt idx="6">
                  <c:v>2.8650000000000002</c:v>
                </c:pt>
                <c:pt idx="7">
                  <c:v>6.0999999999999999E-2</c:v>
                </c:pt>
                <c:pt idx="8">
                  <c:v>0</c:v>
                </c:pt>
                <c:pt idx="9">
                  <c:v>0.54900000000000004</c:v>
                </c:pt>
                <c:pt idx="10">
                  <c:v>0.51200000000000001</c:v>
                </c:pt>
                <c:pt idx="11">
                  <c:v>2.6469999999999998</c:v>
                </c:pt>
                <c:pt idx="12">
                  <c:v>9.1479999999999997</c:v>
                </c:pt>
                <c:pt idx="13">
                  <c:v>6.5839999999999996</c:v>
                </c:pt>
                <c:pt idx="14">
                  <c:v>0.45100000000000001</c:v>
                </c:pt>
                <c:pt idx="15">
                  <c:v>0.45100000000000001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6.0999999999999999E-2</c:v>
                </c:pt>
                <c:pt idx="27">
                  <c:v>0.93899999999999995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C5-48E0-9F85-9051B3975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'20250814_06'!$H$38:$H$73</c:f>
              <c:numCache>
                <c:formatCode>General</c:formatCode>
                <c:ptCount val="36"/>
                <c:pt idx="0">
                  <c:v>1.24</c:v>
                </c:pt>
                <c:pt idx="1">
                  <c:v>1.34</c:v>
                </c:pt>
                <c:pt idx="2">
                  <c:v>1.4</c:v>
                </c:pt>
                <c:pt idx="3">
                  <c:v>1.4</c:v>
                </c:pt>
                <c:pt idx="4">
                  <c:v>1.42</c:v>
                </c:pt>
                <c:pt idx="5">
                  <c:v>1.47</c:v>
                </c:pt>
                <c:pt idx="6">
                  <c:v>1.51</c:v>
                </c:pt>
                <c:pt idx="7">
                  <c:v>1.51</c:v>
                </c:pt>
                <c:pt idx="8">
                  <c:v>1.5</c:v>
                </c:pt>
                <c:pt idx="9">
                  <c:v>1.48</c:v>
                </c:pt>
                <c:pt idx="10">
                  <c:v>1.51</c:v>
                </c:pt>
                <c:pt idx="11">
                  <c:v>1.57</c:v>
                </c:pt>
                <c:pt idx="12">
                  <c:v>1.57</c:v>
                </c:pt>
                <c:pt idx="13">
                  <c:v>1.66</c:v>
                </c:pt>
                <c:pt idx="14">
                  <c:v>1.74</c:v>
                </c:pt>
                <c:pt idx="15">
                  <c:v>1.76</c:v>
                </c:pt>
                <c:pt idx="16">
                  <c:v>1.82</c:v>
                </c:pt>
                <c:pt idx="17">
                  <c:v>1.93</c:v>
                </c:pt>
                <c:pt idx="18">
                  <c:v>2.0099999999999998</c:v>
                </c:pt>
                <c:pt idx="19">
                  <c:v>2.0099999999999998</c:v>
                </c:pt>
                <c:pt idx="20">
                  <c:v>1.9</c:v>
                </c:pt>
                <c:pt idx="21">
                  <c:v>1.79</c:v>
                </c:pt>
                <c:pt idx="22">
                  <c:v>1.68</c:v>
                </c:pt>
                <c:pt idx="23">
                  <c:v>1.6</c:v>
                </c:pt>
                <c:pt idx="24">
                  <c:v>1.55</c:v>
                </c:pt>
                <c:pt idx="25">
                  <c:v>1.53</c:v>
                </c:pt>
                <c:pt idx="26">
                  <c:v>1.5</c:v>
                </c:pt>
                <c:pt idx="27">
                  <c:v>1.46</c:v>
                </c:pt>
                <c:pt idx="28">
                  <c:v>1.43</c:v>
                </c:pt>
                <c:pt idx="29">
                  <c:v>1.4</c:v>
                </c:pt>
                <c:pt idx="30">
                  <c:v>1.38</c:v>
                </c:pt>
                <c:pt idx="31">
                  <c:v>1.36</c:v>
                </c:pt>
                <c:pt idx="32">
                  <c:v>1.35</c:v>
                </c:pt>
                <c:pt idx="33">
                  <c:v>1.33</c:v>
                </c:pt>
                <c:pt idx="34">
                  <c:v>1.31</c:v>
                </c:pt>
                <c:pt idx="35">
                  <c:v>1.29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C5-48E0-9F85-9051B3975322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'20250814_06'!$L$38:$L$73</c:f>
              <c:numCache>
                <c:formatCode>0.00</c:formatCode>
                <c:ptCount val="36"/>
                <c:pt idx="0">
                  <c:v>1.2300243</c:v>
                </c:pt>
                <c:pt idx="1">
                  <c:v>1.3947792000000001</c:v>
                </c:pt>
                <c:pt idx="2">
                  <c:v>1.5186976000000001</c:v>
                </c:pt>
                <c:pt idx="3">
                  <c:v>1.5510071999999999</c:v>
                </c:pt>
                <c:pt idx="4">
                  <c:v>1.6737831999999999</c:v>
                </c:pt>
                <c:pt idx="5">
                  <c:v>1.6599237</c:v>
                </c:pt>
                <c:pt idx="6">
                  <c:v>1.6570383</c:v>
                </c:pt>
                <c:pt idx="7">
                  <c:v>1.6329273</c:v>
                </c:pt>
                <c:pt idx="8">
                  <c:v>1.6962904000000001</c:v>
                </c:pt>
                <c:pt idx="9">
                  <c:v>1.6326365</c:v>
                </c:pt>
                <c:pt idx="10">
                  <c:v>1.5733288999999999</c:v>
                </c:pt>
                <c:pt idx="11">
                  <c:v>1.5386504999999999</c:v>
                </c:pt>
                <c:pt idx="12">
                  <c:v>1.5150645</c:v>
                </c:pt>
                <c:pt idx="13">
                  <c:v>1.5036718</c:v>
                </c:pt>
                <c:pt idx="14">
                  <c:v>1.5159416999999999</c:v>
                </c:pt>
                <c:pt idx="15">
                  <c:v>1.5584714</c:v>
                </c:pt>
                <c:pt idx="16">
                  <c:v>1.5874760000000001</c:v>
                </c:pt>
                <c:pt idx="17">
                  <c:v>1.6187266</c:v>
                </c:pt>
                <c:pt idx="18">
                  <c:v>1.6608704000000001</c:v>
                </c:pt>
                <c:pt idx="19">
                  <c:v>1.6946459</c:v>
                </c:pt>
                <c:pt idx="20">
                  <c:v>1.7326177</c:v>
                </c:pt>
                <c:pt idx="21">
                  <c:v>1.6805782</c:v>
                </c:pt>
                <c:pt idx="22">
                  <c:v>1.6572608</c:v>
                </c:pt>
                <c:pt idx="23">
                  <c:v>1.6210358</c:v>
                </c:pt>
                <c:pt idx="24">
                  <c:v>1.5289105000000001</c:v>
                </c:pt>
                <c:pt idx="25">
                  <c:v>1.5198172000000001</c:v>
                </c:pt>
                <c:pt idx="26">
                  <c:v>1.4739529</c:v>
                </c:pt>
                <c:pt idx="27">
                  <c:v>1.4735819999999999</c:v>
                </c:pt>
                <c:pt idx="28">
                  <c:v>1.4481331</c:v>
                </c:pt>
                <c:pt idx="29">
                  <c:v>1.4329966999999999</c:v>
                </c:pt>
                <c:pt idx="30">
                  <c:v>1.403316</c:v>
                </c:pt>
                <c:pt idx="31">
                  <c:v>1.4083194000000001</c:v>
                </c:pt>
                <c:pt idx="32">
                  <c:v>1.3664978999999999</c:v>
                </c:pt>
                <c:pt idx="33">
                  <c:v>1.3319072000000001</c:v>
                </c:pt>
                <c:pt idx="34">
                  <c:v>1.3096085</c:v>
                </c:pt>
                <c:pt idx="35">
                  <c:v>1.3052933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C5-48E0-9F85-9051B3975322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'20250814_06'!$N$38:$N$73</c:f>
              <c:numCache>
                <c:formatCode>0.00</c:formatCode>
                <c:ptCount val="36"/>
                <c:pt idx="0">
                  <c:v>1.355631</c:v>
                </c:pt>
                <c:pt idx="1">
                  <c:v>1.4849554</c:v>
                </c:pt>
                <c:pt idx="2">
                  <c:v>1.6237166999999999</c:v>
                </c:pt>
                <c:pt idx="3">
                  <c:v>1.6284428</c:v>
                </c:pt>
                <c:pt idx="4">
                  <c:v>1.7260019</c:v>
                </c:pt>
                <c:pt idx="5">
                  <c:v>1.7014320999999999</c:v>
                </c:pt>
                <c:pt idx="6">
                  <c:v>1.6739712</c:v>
                </c:pt>
                <c:pt idx="7">
                  <c:v>1.5794573000000001</c:v>
                </c:pt>
                <c:pt idx="8">
                  <c:v>1.6316113000000001</c:v>
                </c:pt>
                <c:pt idx="9">
                  <c:v>1.5197210000000001</c:v>
                </c:pt>
                <c:pt idx="10">
                  <c:v>1.5033677000000001</c:v>
                </c:pt>
                <c:pt idx="11">
                  <c:v>1.4590394</c:v>
                </c:pt>
                <c:pt idx="12">
                  <c:v>1.4510512</c:v>
                </c:pt>
                <c:pt idx="13">
                  <c:v>1.460661</c:v>
                </c:pt>
                <c:pt idx="14">
                  <c:v>1.4882858000000001</c:v>
                </c:pt>
                <c:pt idx="15">
                  <c:v>1.5616926</c:v>
                </c:pt>
                <c:pt idx="16">
                  <c:v>1.6383513000000001</c:v>
                </c:pt>
                <c:pt idx="17">
                  <c:v>1.7120138</c:v>
                </c:pt>
                <c:pt idx="18">
                  <c:v>1.7552388000000001</c:v>
                </c:pt>
                <c:pt idx="19">
                  <c:v>1.7463584000000001</c:v>
                </c:pt>
                <c:pt idx="20">
                  <c:v>1.7086581000000001</c:v>
                </c:pt>
                <c:pt idx="21">
                  <c:v>1.7093394</c:v>
                </c:pt>
                <c:pt idx="22">
                  <c:v>1.7075008</c:v>
                </c:pt>
                <c:pt idx="23">
                  <c:v>1.6948905000000001</c:v>
                </c:pt>
                <c:pt idx="24">
                  <c:v>1.6516663</c:v>
                </c:pt>
                <c:pt idx="25">
                  <c:v>1.6437716</c:v>
                </c:pt>
                <c:pt idx="26">
                  <c:v>1.595143</c:v>
                </c:pt>
                <c:pt idx="27">
                  <c:v>1.5820304000000001</c:v>
                </c:pt>
                <c:pt idx="28">
                  <c:v>1.5459118000000001</c:v>
                </c:pt>
                <c:pt idx="29">
                  <c:v>1.5602267999999999</c:v>
                </c:pt>
                <c:pt idx="30">
                  <c:v>1.497349</c:v>
                </c:pt>
                <c:pt idx="31">
                  <c:v>1.4791977000000001</c:v>
                </c:pt>
                <c:pt idx="32">
                  <c:v>1.4183494000000001</c:v>
                </c:pt>
                <c:pt idx="33">
                  <c:v>1.3982855000000001</c:v>
                </c:pt>
                <c:pt idx="34">
                  <c:v>1.3183617999999999</c:v>
                </c:pt>
                <c:pt idx="35">
                  <c:v>1.3144944999999999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C5-48E0-9F85-9051B3975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07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'20250814_07'!$K$38:$K$73</c:f>
              <c:numCache>
                <c:formatCode>General</c:formatCode>
                <c:ptCount val="36"/>
                <c:pt idx="0">
                  <c:v>2.8650000000000002</c:v>
                </c:pt>
                <c:pt idx="1">
                  <c:v>6.0999999999999999E-2</c:v>
                </c:pt>
                <c:pt idx="2">
                  <c:v>0</c:v>
                </c:pt>
                <c:pt idx="3">
                  <c:v>0.54900000000000004</c:v>
                </c:pt>
                <c:pt idx="4">
                  <c:v>0.51200000000000001</c:v>
                </c:pt>
                <c:pt idx="5">
                  <c:v>2.6469999999999998</c:v>
                </c:pt>
                <c:pt idx="6">
                  <c:v>9.1479999999999997</c:v>
                </c:pt>
                <c:pt idx="7">
                  <c:v>6.5839999999999996</c:v>
                </c:pt>
                <c:pt idx="8">
                  <c:v>0.45100000000000001</c:v>
                </c:pt>
                <c:pt idx="9">
                  <c:v>0.45100000000000001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6.0999999999999999E-2</c:v>
                </c:pt>
                <c:pt idx="21">
                  <c:v>0.93899999999999995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11-428B-B42A-2454A9A35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'20250814_07'!$H$38:$H$73</c:f>
              <c:numCache>
                <c:formatCode>General</c:formatCode>
                <c:ptCount val="36"/>
                <c:pt idx="0">
                  <c:v>1.51</c:v>
                </c:pt>
                <c:pt idx="1">
                  <c:v>1.51</c:v>
                </c:pt>
                <c:pt idx="2">
                  <c:v>1.5</c:v>
                </c:pt>
                <c:pt idx="3">
                  <c:v>1.48</c:v>
                </c:pt>
                <c:pt idx="4">
                  <c:v>1.51</c:v>
                </c:pt>
                <c:pt idx="5">
                  <c:v>1.57</c:v>
                </c:pt>
                <c:pt idx="6">
                  <c:v>1.57</c:v>
                </c:pt>
                <c:pt idx="7">
                  <c:v>1.66</c:v>
                </c:pt>
                <c:pt idx="8">
                  <c:v>1.74</c:v>
                </c:pt>
                <c:pt idx="9">
                  <c:v>1.76</c:v>
                </c:pt>
                <c:pt idx="10">
                  <c:v>1.82</c:v>
                </c:pt>
                <c:pt idx="11">
                  <c:v>1.93</c:v>
                </c:pt>
                <c:pt idx="12">
                  <c:v>2.0099999999999998</c:v>
                </c:pt>
                <c:pt idx="13">
                  <c:v>2.0099999999999998</c:v>
                </c:pt>
                <c:pt idx="14">
                  <c:v>1.9</c:v>
                </c:pt>
                <c:pt idx="15">
                  <c:v>1.79</c:v>
                </c:pt>
                <c:pt idx="16">
                  <c:v>1.68</c:v>
                </c:pt>
                <c:pt idx="17">
                  <c:v>1.6</c:v>
                </c:pt>
                <c:pt idx="18">
                  <c:v>1.55</c:v>
                </c:pt>
                <c:pt idx="19">
                  <c:v>1.53</c:v>
                </c:pt>
                <c:pt idx="20">
                  <c:v>1.5</c:v>
                </c:pt>
                <c:pt idx="21">
                  <c:v>1.46</c:v>
                </c:pt>
                <c:pt idx="22">
                  <c:v>1.43</c:v>
                </c:pt>
                <c:pt idx="23">
                  <c:v>1.4</c:v>
                </c:pt>
                <c:pt idx="24">
                  <c:v>1.38</c:v>
                </c:pt>
                <c:pt idx="25">
                  <c:v>1.36</c:v>
                </c:pt>
                <c:pt idx="26">
                  <c:v>1.35</c:v>
                </c:pt>
                <c:pt idx="27">
                  <c:v>1.33</c:v>
                </c:pt>
                <c:pt idx="28">
                  <c:v>1.31</c:v>
                </c:pt>
                <c:pt idx="29">
                  <c:v>1.29</c:v>
                </c:pt>
                <c:pt idx="30">
                  <c:v>1.27</c:v>
                </c:pt>
                <c:pt idx="31">
                  <c:v>1.25</c:v>
                </c:pt>
                <c:pt idx="32">
                  <c:v>1.24</c:v>
                </c:pt>
                <c:pt idx="33">
                  <c:v>1.22</c:v>
                </c:pt>
                <c:pt idx="34">
                  <c:v>1.21</c:v>
                </c:pt>
                <c:pt idx="35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1-428B-B42A-2454A9A35D53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'20250814_07'!$L$38:$L$73</c:f>
              <c:numCache>
                <c:formatCode>0.00</c:formatCode>
                <c:ptCount val="36"/>
                <c:pt idx="0">
                  <c:v>1.4660454000000001</c:v>
                </c:pt>
                <c:pt idx="1">
                  <c:v>1.4559647</c:v>
                </c:pt>
                <c:pt idx="2">
                  <c:v>1.4366999</c:v>
                </c:pt>
                <c:pt idx="3">
                  <c:v>1.4567412</c:v>
                </c:pt>
                <c:pt idx="4">
                  <c:v>1.4528866</c:v>
                </c:pt>
                <c:pt idx="5">
                  <c:v>1.4372776</c:v>
                </c:pt>
                <c:pt idx="6">
                  <c:v>1.4466397</c:v>
                </c:pt>
                <c:pt idx="7">
                  <c:v>1.4388086</c:v>
                </c:pt>
                <c:pt idx="8">
                  <c:v>1.4770743</c:v>
                </c:pt>
                <c:pt idx="9">
                  <c:v>1.5449926</c:v>
                </c:pt>
                <c:pt idx="10">
                  <c:v>1.6173599999999999</c:v>
                </c:pt>
                <c:pt idx="11">
                  <c:v>1.6681744000000001</c:v>
                </c:pt>
                <c:pt idx="12">
                  <c:v>1.705408</c:v>
                </c:pt>
                <c:pt idx="13">
                  <c:v>1.6771692</c:v>
                </c:pt>
                <c:pt idx="14">
                  <c:v>1.6819987000000001</c:v>
                </c:pt>
                <c:pt idx="15">
                  <c:v>1.6778427</c:v>
                </c:pt>
                <c:pt idx="16">
                  <c:v>1.6204434999999999</c:v>
                </c:pt>
                <c:pt idx="17">
                  <c:v>1.5387865000000001</c:v>
                </c:pt>
                <c:pt idx="18">
                  <c:v>1.4402615999999999</c:v>
                </c:pt>
                <c:pt idx="19">
                  <c:v>1.4455948000000001</c:v>
                </c:pt>
                <c:pt idx="20">
                  <c:v>1.4440774999999999</c:v>
                </c:pt>
                <c:pt idx="21">
                  <c:v>1.3786668</c:v>
                </c:pt>
                <c:pt idx="22">
                  <c:v>1.3449826</c:v>
                </c:pt>
                <c:pt idx="23">
                  <c:v>1.3218365999999999</c:v>
                </c:pt>
                <c:pt idx="24">
                  <c:v>1.2925974</c:v>
                </c:pt>
                <c:pt idx="25">
                  <c:v>1.3170462000000001</c:v>
                </c:pt>
                <c:pt idx="26">
                  <c:v>1.3089036000000001</c:v>
                </c:pt>
                <c:pt idx="27">
                  <c:v>1.2947328</c:v>
                </c:pt>
                <c:pt idx="28">
                  <c:v>1.2837296</c:v>
                </c:pt>
                <c:pt idx="29">
                  <c:v>1.2724569999999999</c:v>
                </c:pt>
                <c:pt idx="30">
                  <c:v>1.2378066000000001</c:v>
                </c:pt>
                <c:pt idx="31">
                  <c:v>1.2365822</c:v>
                </c:pt>
                <c:pt idx="32">
                  <c:v>1.189198</c:v>
                </c:pt>
                <c:pt idx="33">
                  <c:v>1.1816552</c:v>
                </c:pt>
                <c:pt idx="34">
                  <c:v>1.1596143000000001</c:v>
                </c:pt>
                <c:pt idx="35">
                  <c:v>1.1430587000000001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11-428B-B42A-2454A9A35D53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'20250814_07'!$N$38:$N$73</c:f>
              <c:numCache>
                <c:formatCode>0.00</c:formatCode>
                <c:ptCount val="36"/>
                <c:pt idx="0">
                  <c:v>1.4818115000000001</c:v>
                </c:pt>
                <c:pt idx="1">
                  <c:v>1.4895653</c:v>
                </c:pt>
                <c:pt idx="2">
                  <c:v>1.5083746</c:v>
                </c:pt>
                <c:pt idx="3">
                  <c:v>1.4670779</c:v>
                </c:pt>
                <c:pt idx="4">
                  <c:v>1.4854164000000001</c:v>
                </c:pt>
                <c:pt idx="5">
                  <c:v>1.4872744</c:v>
                </c:pt>
                <c:pt idx="6">
                  <c:v>1.5294749999999999</c:v>
                </c:pt>
                <c:pt idx="7">
                  <c:v>1.5338508</c:v>
                </c:pt>
                <c:pt idx="8">
                  <c:v>1.55585</c:v>
                </c:pt>
                <c:pt idx="9">
                  <c:v>1.5507042</c:v>
                </c:pt>
                <c:pt idx="10">
                  <c:v>1.6099436</c:v>
                </c:pt>
                <c:pt idx="11">
                  <c:v>1.6734176999999999</c:v>
                </c:pt>
                <c:pt idx="12">
                  <c:v>1.7657474</c:v>
                </c:pt>
                <c:pt idx="13">
                  <c:v>1.8037833999999999</c:v>
                </c:pt>
                <c:pt idx="14">
                  <c:v>1.8116186999999999</c:v>
                </c:pt>
                <c:pt idx="15">
                  <c:v>1.8206701999999999</c:v>
                </c:pt>
                <c:pt idx="16">
                  <c:v>1.782473</c:v>
                </c:pt>
                <c:pt idx="17">
                  <c:v>1.7425641999999999</c:v>
                </c:pt>
                <c:pt idx="18">
                  <c:v>1.6698884000000001</c:v>
                </c:pt>
                <c:pt idx="19">
                  <c:v>1.5985509</c:v>
                </c:pt>
                <c:pt idx="20">
                  <c:v>1.5133079</c:v>
                </c:pt>
                <c:pt idx="21">
                  <c:v>1.4895251</c:v>
                </c:pt>
                <c:pt idx="22">
                  <c:v>1.5026611999999999</c:v>
                </c:pt>
                <c:pt idx="23">
                  <c:v>1.5150110999999999</c:v>
                </c:pt>
                <c:pt idx="24">
                  <c:v>1.5111464999999999</c:v>
                </c:pt>
                <c:pt idx="25">
                  <c:v>1.5154719999999999</c:v>
                </c:pt>
                <c:pt idx="26">
                  <c:v>1.4996772</c:v>
                </c:pt>
                <c:pt idx="27">
                  <c:v>1.4797275999999999</c:v>
                </c:pt>
                <c:pt idx="28">
                  <c:v>1.4377171</c:v>
                </c:pt>
                <c:pt idx="29">
                  <c:v>1.3963144999999999</c:v>
                </c:pt>
                <c:pt idx="30">
                  <c:v>1.3040171</c:v>
                </c:pt>
                <c:pt idx="31">
                  <c:v>1.2712669999999999</c:v>
                </c:pt>
                <c:pt idx="32">
                  <c:v>1.2438776</c:v>
                </c:pt>
                <c:pt idx="33">
                  <c:v>1.2287425999999999</c:v>
                </c:pt>
                <c:pt idx="34">
                  <c:v>1.1289286999999999</c:v>
                </c:pt>
                <c:pt idx="35">
                  <c:v>1.0924895999999999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1-428B-B42A-2454A9A35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07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'20230711_07'!$L$38:$L$73</c:f>
              <c:numCache>
                <c:formatCode>General</c:formatCode>
                <c:ptCount val="36"/>
                <c:pt idx="0">
                  <c:v>0.125</c:v>
                </c:pt>
                <c:pt idx="1">
                  <c:v>1.097</c:v>
                </c:pt>
                <c:pt idx="2">
                  <c:v>1.5009999999999999</c:v>
                </c:pt>
                <c:pt idx="3">
                  <c:v>2.222</c:v>
                </c:pt>
                <c:pt idx="4">
                  <c:v>1.865</c:v>
                </c:pt>
                <c:pt idx="5">
                  <c:v>3.2210000000000001</c:v>
                </c:pt>
                <c:pt idx="6">
                  <c:v>3.851</c:v>
                </c:pt>
                <c:pt idx="7">
                  <c:v>7.6269999999999998</c:v>
                </c:pt>
                <c:pt idx="8">
                  <c:v>10.635</c:v>
                </c:pt>
                <c:pt idx="9">
                  <c:v>5.367</c:v>
                </c:pt>
                <c:pt idx="10">
                  <c:v>1.1919999999999999</c:v>
                </c:pt>
                <c:pt idx="11">
                  <c:v>1.0680000000000001</c:v>
                </c:pt>
                <c:pt idx="12">
                  <c:v>1.6E-2</c:v>
                </c:pt>
                <c:pt idx="13">
                  <c:v>0</c:v>
                </c:pt>
                <c:pt idx="14">
                  <c:v>0</c:v>
                </c:pt>
                <c:pt idx="15">
                  <c:v>0.251</c:v>
                </c:pt>
                <c:pt idx="16">
                  <c:v>0</c:v>
                </c:pt>
                <c:pt idx="17">
                  <c:v>0.71099999999999997</c:v>
                </c:pt>
                <c:pt idx="18">
                  <c:v>0.251</c:v>
                </c:pt>
                <c:pt idx="19">
                  <c:v>1.6E-2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1-4CFF-BA7A-9341EE3FF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'20230711_07'!$J$38:$J$73</c:f>
              <c:numCache>
                <c:formatCode>General</c:formatCode>
                <c:ptCount val="36"/>
                <c:pt idx="0">
                  <c:v>2.0699999999999998</c:v>
                </c:pt>
                <c:pt idx="1">
                  <c:v>2.0699999999999998</c:v>
                </c:pt>
                <c:pt idx="2">
                  <c:v>2.0699999999999998</c:v>
                </c:pt>
                <c:pt idx="3">
                  <c:v>2.0699999999999998</c:v>
                </c:pt>
                <c:pt idx="4">
                  <c:v>2.06</c:v>
                </c:pt>
                <c:pt idx="5">
                  <c:v>2.06</c:v>
                </c:pt>
                <c:pt idx="6">
                  <c:v>2.06</c:v>
                </c:pt>
                <c:pt idx="7">
                  <c:v>2.0699999999999998</c:v>
                </c:pt>
                <c:pt idx="8">
                  <c:v>2.08</c:v>
                </c:pt>
                <c:pt idx="9">
                  <c:v>2.11</c:v>
                </c:pt>
                <c:pt idx="10">
                  <c:v>2.16</c:v>
                </c:pt>
                <c:pt idx="11">
                  <c:v>3.15</c:v>
                </c:pt>
                <c:pt idx="12">
                  <c:v>4</c:v>
                </c:pt>
                <c:pt idx="13">
                  <c:v>4.3899999999999997</c:v>
                </c:pt>
                <c:pt idx="14">
                  <c:v>4.58</c:v>
                </c:pt>
                <c:pt idx="15">
                  <c:v>4.67</c:v>
                </c:pt>
                <c:pt idx="16">
                  <c:v>4.7</c:v>
                </c:pt>
                <c:pt idx="17">
                  <c:v>4.6900000000000004</c:v>
                </c:pt>
                <c:pt idx="18">
                  <c:v>4.62</c:v>
                </c:pt>
                <c:pt idx="19">
                  <c:v>4.49</c:v>
                </c:pt>
                <c:pt idx="20">
                  <c:v>4.3099999999999996</c:v>
                </c:pt>
                <c:pt idx="21">
                  <c:v>4.0999999999999996</c:v>
                </c:pt>
                <c:pt idx="22">
                  <c:v>3.88</c:v>
                </c:pt>
                <c:pt idx="23">
                  <c:v>3.64</c:v>
                </c:pt>
                <c:pt idx="24">
                  <c:v>3.42</c:v>
                </c:pt>
                <c:pt idx="25">
                  <c:v>3.23</c:v>
                </c:pt>
                <c:pt idx="26">
                  <c:v>3.07</c:v>
                </c:pt>
                <c:pt idx="27">
                  <c:v>2.94</c:v>
                </c:pt>
                <c:pt idx="28">
                  <c:v>2.85</c:v>
                </c:pt>
                <c:pt idx="29">
                  <c:v>2.8</c:v>
                </c:pt>
                <c:pt idx="30">
                  <c:v>2.77</c:v>
                </c:pt>
                <c:pt idx="31">
                  <c:v>2.74</c:v>
                </c:pt>
                <c:pt idx="32">
                  <c:v>2.7</c:v>
                </c:pt>
                <c:pt idx="33">
                  <c:v>2.66</c:v>
                </c:pt>
                <c:pt idx="34">
                  <c:v>2.61</c:v>
                </c:pt>
                <c:pt idx="35">
                  <c:v>2.4900000000000002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A1-4CFF-BA7A-9341EE3FF8E4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'20230711_07'!$O$38:$O$73</c:f>
              <c:numCache>
                <c:formatCode>0.00</c:formatCode>
                <c:ptCount val="36"/>
                <c:pt idx="0">
                  <c:v>2.0624902000000001</c:v>
                </c:pt>
                <c:pt idx="1">
                  <c:v>2.0393243000000001</c:v>
                </c:pt>
                <c:pt idx="2">
                  <c:v>2.0308063000000001</c:v>
                </c:pt>
                <c:pt idx="3">
                  <c:v>1.9833246</c:v>
                </c:pt>
                <c:pt idx="4">
                  <c:v>1.992051</c:v>
                </c:pt>
                <c:pt idx="5">
                  <c:v>1.9979764</c:v>
                </c:pt>
                <c:pt idx="6">
                  <c:v>1.9226904</c:v>
                </c:pt>
                <c:pt idx="7">
                  <c:v>1.9044098</c:v>
                </c:pt>
                <c:pt idx="8">
                  <c:v>1.9763328</c:v>
                </c:pt>
                <c:pt idx="9">
                  <c:v>2.1822026000000001</c:v>
                </c:pt>
                <c:pt idx="10">
                  <c:v>2.439851</c:v>
                </c:pt>
                <c:pt idx="11">
                  <c:v>2.9654644000000001</c:v>
                </c:pt>
                <c:pt idx="12">
                  <c:v>3.1862377999999998</c:v>
                </c:pt>
                <c:pt idx="13">
                  <c:v>3.4015057</c:v>
                </c:pt>
                <c:pt idx="14">
                  <c:v>3.6944568000000002</c:v>
                </c:pt>
                <c:pt idx="15">
                  <c:v>3.8226969999999998</c:v>
                </c:pt>
                <c:pt idx="16">
                  <c:v>4.029655</c:v>
                </c:pt>
                <c:pt idx="17">
                  <c:v>4.4086847000000002</c:v>
                </c:pt>
                <c:pt idx="18">
                  <c:v>4.3346539999999996</c:v>
                </c:pt>
                <c:pt idx="19">
                  <c:v>4.4708259999999997</c:v>
                </c:pt>
                <c:pt idx="20">
                  <c:v>4.4194136000000004</c:v>
                </c:pt>
                <c:pt idx="21">
                  <c:v>4.5123610000000003</c:v>
                </c:pt>
                <c:pt idx="22">
                  <c:v>4.4216629999999997</c:v>
                </c:pt>
                <c:pt idx="23">
                  <c:v>4.2674839999999996</c:v>
                </c:pt>
                <c:pt idx="24">
                  <c:v>4.162687</c:v>
                </c:pt>
                <c:pt idx="25">
                  <c:v>4.0104094000000003</c:v>
                </c:pt>
                <c:pt idx="26">
                  <c:v>3.8369087999999998</c:v>
                </c:pt>
                <c:pt idx="27">
                  <c:v>3.7250698</c:v>
                </c:pt>
                <c:pt idx="28">
                  <c:v>3.6069550000000001</c:v>
                </c:pt>
                <c:pt idx="29">
                  <c:v>3.4720998000000001</c:v>
                </c:pt>
                <c:pt idx="30">
                  <c:v>3.3407173000000001</c:v>
                </c:pt>
                <c:pt idx="31">
                  <c:v>3.2280213999999998</c:v>
                </c:pt>
                <c:pt idx="32">
                  <c:v>3.1296233999999998</c:v>
                </c:pt>
                <c:pt idx="33">
                  <c:v>3.0412810000000001</c:v>
                </c:pt>
                <c:pt idx="34">
                  <c:v>2.954631</c:v>
                </c:pt>
                <c:pt idx="35">
                  <c:v>2.880188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A1-4CFF-BA7A-9341EE3FF8E4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'20230711_07'!$Q$38:$Q$73</c:f>
              <c:numCache>
                <c:formatCode>0.00</c:formatCode>
                <c:ptCount val="36"/>
                <c:pt idx="0">
                  <c:v>2.1310012</c:v>
                </c:pt>
                <c:pt idx="1">
                  <c:v>2.0661782999999998</c:v>
                </c:pt>
                <c:pt idx="2">
                  <c:v>2.0681932000000001</c:v>
                </c:pt>
                <c:pt idx="3">
                  <c:v>2.0010648</c:v>
                </c:pt>
                <c:pt idx="4">
                  <c:v>2.0645533</c:v>
                </c:pt>
                <c:pt idx="5">
                  <c:v>2.0178408999999999</c:v>
                </c:pt>
                <c:pt idx="6">
                  <c:v>1.909435</c:v>
                </c:pt>
                <c:pt idx="7">
                  <c:v>1.8905448</c:v>
                </c:pt>
                <c:pt idx="8">
                  <c:v>1.8825757999999999</c:v>
                </c:pt>
                <c:pt idx="9">
                  <c:v>2.1618149999999998</c:v>
                </c:pt>
                <c:pt idx="10">
                  <c:v>2.6335323000000002</c:v>
                </c:pt>
                <c:pt idx="11">
                  <c:v>3.1842632000000002</c:v>
                </c:pt>
                <c:pt idx="12">
                  <c:v>3.5585928</c:v>
                </c:pt>
                <c:pt idx="13">
                  <c:v>3.9123923999999999</c:v>
                </c:pt>
                <c:pt idx="14">
                  <c:v>4.1239876999999998</c:v>
                </c:pt>
                <c:pt idx="15">
                  <c:v>4.2778063</c:v>
                </c:pt>
                <c:pt idx="16">
                  <c:v>4.421665</c:v>
                </c:pt>
                <c:pt idx="17">
                  <c:v>4.4596049999999998</c:v>
                </c:pt>
                <c:pt idx="18">
                  <c:v>4.5696890000000003</c:v>
                </c:pt>
                <c:pt idx="19">
                  <c:v>4.5421357000000002</c:v>
                </c:pt>
                <c:pt idx="20">
                  <c:v>4.4473919999999998</c:v>
                </c:pt>
                <c:pt idx="21">
                  <c:v>4.3505539999999998</c:v>
                </c:pt>
                <c:pt idx="22">
                  <c:v>4.2427653999999997</c:v>
                </c:pt>
                <c:pt idx="23">
                  <c:v>4.1291814000000002</c:v>
                </c:pt>
                <c:pt idx="24">
                  <c:v>3.9809263000000001</c:v>
                </c:pt>
                <c:pt idx="25">
                  <c:v>3.8115649999999999</c:v>
                </c:pt>
                <c:pt idx="26">
                  <c:v>3.6452016999999999</c:v>
                </c:pt>
                <c:pt idx="27">
                  <c:v>3.5260346</c:v>
                </c:pt>
                <c:pt idx="28">
                  <c:v>3.4066722</c:v>
                </c:pt>
                <c:pt idx="29">
                  <c:v>3.2995827000000002</c:v>
                </c:pt>
                <c:pt idx="30">
                  <c:v>3.1898493999999999</c:v>
                </c:pt>
                <c:pt idx="31">
                  <c:v>3.0769074000000001</c:v>
                </c:pt>
                <c:pt idx="32">
                  <c:v>2.9904829999999998</c:v>
                </c:pt>
                <c:pt idx="33">
                  <c:v>2.8865181999999998</c:v>
                </c:pt>
                <c:pt idx="34">
                  <c:v>2.8277836000000001</c:v>
                </c:pt>
                <c:pt idx="35">
                  <c:v>2.7992262999999999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A1-4CFF-BA7A-9341EE3FF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08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'20230711_08'!$L$38:$L$73</c:f>
              <c:numCache>
                <c:formatCode>General</c:formatCode>
                <c:ptCount val="36"/>
                <c:pt idx="0">
                  <c:v>3.851</c:v>
                </c:pt>
                <c:pt idx="1">
                  <c:v>7.6269999999999998</c:v>
                </c:pt>
                <c:pt idx="2">
                  <c:v>10.635</c:v>
                </c:pt>
                <c:pt idx="3">
                  <c:v>5.367</c:v>
                </c:pt>
                <c:pt idx="4">
                  <c:v>1.1919999999999999</c:v>
                </c:pt>
                <c:pt idx="5">
                  <c:v>1.0680000000000001</c:v>
                </c:pt>
                <c:pt idx="6">
                  <c:v>1.6E-2</c:v>
                </c:pt>
                <c:pt idx="7">
                  <c:v>0</c:v>
                </c:pt>
                <c:pt idx="8">
                  <c:v>0</c:v>
                </c:pt>
                <c:pt idx="9">
                  <c:v>0.251</c:v>
                </c:pt>
                <c:pt idx="10">
                  <c:v>0</c:v>
                </c:pt>
                <c:pt idx="11">
                  <c:v>0.71099999999999997</c:v>
                </c:pt>
                <c:pt idx="12">
                  <c:v>0.251</c:v>
                </c:pt>
                <c:pt idx="13">
                  <c:v>1.6E-2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0.28599999999999998</c:v>
                </c:pt>
                <c:pt idx="31">
                  <c:v>0.79</c:v>
                </c:pt>
                <c:pt idx="32">
                  <c:v>1.7529999999999999</c:v>
                </c:pt>
                <c:pt idx="33">
                  <c:v>1.538</c:v>
                </c:pt>
                <c:pt idx="34">
                  <c:v>1.0740000000000001</c:v>
                </c:pt>
                <c:pt idx="35">
                  <c:v>3.2559999999999998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0-4D7D-B538-DDBBA7320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'20230711_08'!$J$38:$J$73</c:f>
              <c:numCache>
                <c:formatCode>General</c:formatCode>
                <c:ptCount val="36"/>
                <c:pt idx="0">
                  <c:v>2.06</c:v>
                </c:pt>
                <c:pt idx="1">
                  <c:v>2.0699999999999998</c:v>
                </c:pt>
                <c:pt idx="2">
                  <c:v>2.08</c:v>
                </c:pt>
                <c:pt idx="3">
                  <c:v>2.11</c:v>
                </c:pt>
                <c:pt idx="4">
                  <c:v>2.16</c:v>
                </c:pt>
                <c:pt idx="5">
                  <c:v>3.15</c:v>
                </c:pt>
                <c:pt idx="6">
                  <c:v>4</c:v>
                </c:pt>
                <c:pt idx="7">
                  <c:v>4.3899999999999997</c:v>
                </c:pt>
                <c:pt idx="8">
                  <c:v>4.58</c:v>
                </c:pt>
                <c:pt idx="9">
                  <c:v>4.67</c:v>
                </c:pt>
                <c:pt idx="10">
                  <c:v>4.7</c:v>
                </c:pt>
                <c:pt idx="11">
                  <c:v>4.6900000000000004</c:v>
                </c:pt>
                <c:pt idx="12">
                  <c:v>4.62</c:v>
                </c:pt>
                <c:pt idx="13">
                  <c:v>4.49</c:v>
                </c:pt>
                <c:pt idx="14">
                  <c:v>4.3099999999999996</c:v>
                </c:pt>
                <c:pt idx="15">
                  <c:v>4.0999999999999996</c:v>
                </c:pt>
                <c:pt idx="16">
                  <c:v>3.88</c:v>
                </c:pt>
                <c:pt idx="17">
                  <c:v>3.64</c:v>
                </c:pt>
                <c:pt idx="18">
                  <c:v>3.42</c:v>
                </c:pt>
                <c:pt idx="19">
                  <c:v>3.23</c:v>
                </c:pt>
                <c:pt idx="20">
                  <c:v>3.07</c:v>
                </c:pt>
                <c:pt idx="21">
                  <c:v>2.94</c:v>
                </c:pt>
                <c:pt idx="22">
                  <c:v>2.85</c:v>
                </c:pt>
                <c:pt idx="23">
                  <c:v>2.8</c:v>
                </c:pt>
                <c:pt idx="24">
                  <c:v>2.77</c:v>
                </c:pt>
                <c:pt idx="25">
                  <c:v>2.74</c:v>
                </c:pt>
                <c:pt idx="26">
                  <c:v>2.7</c:v>
                </c:pt>
                <c:pt idx="27">
                  <c:v>2.66</c:v>
                </c:pt>
                <c:pt idx="28">
                  <c:v>2.61</c:v>
                </c:pt>
                <c:pt idx="29">
                  <c:v>2.4900000000000002</c:v>
                </c:pt>
                <c:pt idx="30">
                  <c:v>2.4900000000000002</c:v>
                </c:pt>
                <c:pt idx="31">
                  <c:v>2.5</c:v>
                </c:pt>
                <c:pt idx="32">
                  <c:v>2.4700000000000002</c:v>
                </c:pt>
                <c:pt idx="33">
                  <c:v>2.44</c:v>
                </c:pt>
                <c:pt idx="34">
                  <c:v>2.4300000000000002</c:v>
                </c:pt>
                <c:pt idx="35">
                  <c:v>2.42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D7D-B538-DDBBA7320AA3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'20230711_08'!$O$38:$O$73</c:f>
              <c:numCache>
                <c:formatCode>0.00</c:formatCode>
                <c:ptCount val="36"/>
                <c:pt idx="0">
                  <c:v>1.8248743000000001</c:v>
                </c:pt>
                <c:pt idx="1">
                  <c:v>1.9395072</c:v>
                </c:pt>
                <c:pt idx="2">
                  <c:v>2.088311</c:v>
                </c:pt>
                <c:pt idx="3">
                  <c:v>2.1331718</c:v>
                </c:pt>
                <c:pt idx="4">
                  <c:v>2.4071862999999998</c:v>
                </c:pt>
                <c:pt idx="5">
                  <c:v>2.8355676999999999</c:v>
                </c:pt>
                <c:pt idx="6">
                  <c:v>3.1887333</c:v>
                </c:pt>
                <c:pt idx="7">
                  <c:v>3.5984970000000001</c:v>
                </c:pt>
                <c:pt idx="8">
                  <c:v>3.9937076999999999</c:v>
                </c:pt>
                <c:pt idx="9">
                  <c:v>4.3603319999999997</c:v>
                </c:pt>
                <c:pt idx="10">
                  <c:v>4.4522199999999996</c:v>
                </c:pt>
                <c:pt idx="11">
                  <c:v>4.4688654000000003</c:v>
                </c:pt>
                <c:pt idx="12">
                  <c:v>4.5389020000000002</c:v>
                </c:pt>
                <c:pt idx="13">
                  <c:v>4.4532594999999997</c:v>
                </c:pt>
                <c:pt idx="14">
                  <c:v>4.3186850000000003</c:v>
                </c:pt>
                <c:pt idx="15">
                  <c:v>4.2710689999999998</c:v>
                </c:pt>
                <c:pt idx="16">
                  <c:v>4.1702003000000003</c:v>
                </c:pt>
                <c:pt idx="17">
                  <c:v>4.0039689999999997</c:v>
                </c:pt>
                <c:pt idx="18">
                  <c:v>3.8716357000000001</c:v>
                </c:pt>
                <c:pt idx="19">
                  <c:v>3.7555656000000002</c:v>
                </c:pt>
                <c:pt idx="20">
                  <c:v>3.6247733000000002</c:v>
                </c:pt>
                <c:pt idx="21">
                  <c:v>3.4627835999999999</c:v>
                </c:pt>
                <c:pt idx="22">
                  <c:v>3.3335539999999999</c:v>
                </c:pt>
                <c:pt idx="23">
                  <c:v>3.2281222000000001</c:v>
                </c:pt>
                <c:pt idx="24">
                  <c:v>3.1148386000000001</c:v>
                </c:pt>
                <c:pt idx="25">
                  <c:v>3.0244746</c:v>
                </c:pt>
                <c:pt idx="26">
                  <c:v>2.9936569</c:v>
                </c:pt>
                <c:pt idx="27">
                  <c:v>2.8822765000000001</c:v>
                </c:pt>
                <c:pt idx="28">
                  <c:v>2.8480829999999999</c:v>
                </c:pt>
                <c:pt idx="29">
                  <c:v>2.8175754999999998</c:v>
                </c:pt>
                <c:pt idx="30">
                  <c:v>2.7169826000000001</c:v>
                </c:pt>
                <c:pt idx="31">
                  <c:v>2.6920445000000002</c:v>
                </c:pt>
                <c:pt idx="32">
                  <c:v>2.6285813</c:v>
                </c:pt>
                <c:pt idx="33">
                  <c:v>2.5979695</c:v>
                </c:pt>
                <c:pt idx="34">
                  <c:v>2.5968741999999998</c:v>
                </c:pt>
                <c:pt idx="35">
                  <c:v>2.597407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00-4D7D-B538-DDBBA7320AA3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'20230711_08'!$Q$38:$Q$73</c:f>
              <c:numCache>
                <c:formatCode>0.00</c:formatCode>
                <c:ptCount val="36"/>
                <c:pt idx="0">
                  <c:v>2.0185360000000001</c:v>
                </c:pt>
                <c:pt idx="1">
                  <c:v>2.0025797000000001</c:v>
                </c:pt>
                <c:pt idx="2">
                  <c:v>2.1015079999999999</c:v>
                </c:pt>
                <c:pt idx="3">
                  <c:v>2.0519340000000001</c:v>
                </c:pt>
                <c:pt idx="4">
                  <c:v>2.371947</c:v>
                </c:pt>
                <c:pt idx="5">
                  <c:v>2.8770220000000002</c:v>
                </c:pt>
                <c:pt idx="6">
                  <c:v>3.6280477000000002</c:v>
                </c:pt>
                <c:pt idx="7">
                  <c:v>3.9284968</c:v>
                </c:pt>
                <c:pt idx="8">
                  <c:v>4.1207094</c:v>
                </c:pt>
                <c:pt idx="9">
                  <c:v>4.2579416999999999</c:v>
                </c:pt>
                <c:pt idx="10">
                  <c:v>4.2704673</c:v>
                </c:pt>
                <c:pt idx="11">
                  <c:v>4.0274013999999996</c:v>
                </c:pt>
                <c:pt idx="12">
                  <c:v>4.1594094999999998</c:v>
                </c:pt>
                <c:pt idx="13">
                  <c:v>4.1390180000000001</c:v>
                </c:pt>
                <c:pt idx="14">
                  <c:v>4.0804204999999998</c:v>
                </c:pt>
                <c:pt idx="15">
                  <c:v>4.0089736</c:v>
                </c:pt>
                <c:pt idx="16">
                  <c:v>3.9270915999999998</c:v>
                </c:pt>
                <c:pt idx="17">
                  <c:v>3.7397459</c:v>
                </c:pt>
                <c:pt idx="18">
                  <c:v>3.5871906</c:v>
                </c:pt>
                <c:pt idx="19">
                  <c:v>3.5490827999999999</c:v>
                </c:pt>
                <c:pt idx="20">
                  <c:v>3.3702931</c:v>
                </c:pt>
                <c:pt idx="21">
                  <c:v>3.1960266000000002</c:v>
                </c:pt>
                <c:pt idx="22">
                  <c:v>3.1530092000000001</c:v>
                </c:pt>
                <c:pt idx="23">
                  <c:v>3.1824314999999999</c:v>
                </c:pt>
                <c:pt idx="24">
                  <c:v>3.1126692</c:v>
                </c:pt>
                <c:pt idx="25">
                  <c:v>3.0825024000000001</c:v>
                </c:pt>
                <c:pt idx="26">
                  <c:v>3.058764</c:v>
                </c:pt>
                <c:pt idx="27">
                  <c:v>2.9933909999999999</c:v>
                </c:pt>
                <c:pt idx="28">
                  <c:v>2.9485139999999999</c:v>
                </c:pt>
                <c:pt idx="29">
                  <c:v>2.8780272</c:v>
                </c:pt>
                <c:pt idx="30">
                  <c:v>2.8114994000000002</c:v>
                </c:pt>
                <c:pt idx="31">
                  <c:v>2.7677079999999998</c:v>
                </c:pt>
                <c:pt idx="32">
                  <c:v>2.7382143000000001</c:v>
                </c:pt>
                <c:pt idx="33">
                  <c:v>2.7425888</c:v>
                </c:pt>
                <c:pt idx="34">
                  <c:v>2.7010790999999998</c:v>
                </c:pt>
                <c:pt idx="35">
                  <c:v>2.6995865999999999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800-4D7D-B538-DDBBA7320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09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'20230711_09'!$A$38:$A$73</c:f>
              <c:numCache>
                <c:formatCode>m/d/yyyy\ h:mm</c:formatCode>
                <c:ptCount val="36"/>
                <c:pt idx="0">
                  <c:v>45118.409722222219</c:v>
                </c:pt>
                <c:pt idx="1">
                  <c:v>45118.416666666664</c:v>
                </c:pt>
                <c:pt idx="2">
                  <c:v>45118.423611111109</c:v>
                </c:pt>
                <c:pt idx="3">
                  <c:v>45118.430555555555</c:v>
                </c:pt>
                <c:pt idx="4">
                  <c:v>45118.4375</c:v>
                </c:pt>
                <c:pt idx="5">
                  <c:v>45118.444444444445</c:v>
                </c:pt>
                <c:pt idx="6">
                  <c:v>45118.451388888891</c:v>
                </c:pt>
                <c:pt idx="7">
                  <c:v>45118.458333333336</c:v>
                </c:pt>
                <c:pt idx="8">
                  <c:v>45118.465277777781</c:v>
                </c:pt>
                <c:pt idx="9">
                  <c:v>45118.472222222219</c:v>
                </c:pt>
                <c:pt idx="10">
                  <c:v>45118.479166666664</c:v>
                </c:pt>
                <c:pt idx="11">
                  <c:v>45118.486111111109</c:v>
                </c:pt>
                <c:pt idx="12">
                  <c:v>45118.493055555555</c:v>
                </c:pt>
                <c:pt idx="13">
                  <c:v>45118.5</c:v>
                </c:pt>
                <c:pt idx="14">
                  <c:v>45118.506944444445</c:v>
                </c:pt>
                <c:pt idx="15">
                  <c:v>45118.513888888891</c:v>
                </c:pt>
                <c:pt idx="16">
                  <c:v>45118.520833333336</c:v>
                </c:pt>
                <c:pt idx="17">
                  <c:v>45118.527777777781</c:v>
                </c:pt>
                <c:pt idx="18">
                  <c:v>45118.534722222219</c:v>
                </c:pt>
                <c:pt idx="19">
                  <c:v>45118.541666666664</c:v>
                </c:pt>
                <c:pt idx="20">
                  <c:v>45118.548611111109</c:v>
                </c:pt>
                <c:pt idx="21">
                  <c:v>45118.555555555555</c:v>
                </c:pt>
                <c:pt idx="22">
                  <c:v>45118.5625</c:v>
                </c:pt>
                <c:pt idx="23">
                  <c:v>45118.569444444445</c:v>
                </c:pt>
                <c:pt idx="24">
                  <c:v>45118.576388888891</c:v>
                </c:pt>
                <c:pt idx="25">
                  <c:v>45118.583333333336</c:v>
                </c:pt>
                <c:pt idx="26">
                  <c:v>45118.590277777781</c:v>
                </c:pt>
                <c:pt idx="27">
                  <c:v>45118.597222222219</c:v>
                </c:pt>
                <c:pt idx="28">
                  <c:v>45118.604166666664</c:v>
                </c:pt>
                <c:pt idx="29">
                  <c:v>45118.611111111109</c:v>
                </c:pt>
                <c:pt idx="30">
                  <c:v>45118.618055555555</c:v>
                </c:pt>
                <c:pt idx="31">
                  <c:v>45118.625</c:v>
                </c:pt>
                <c:pt idx="32">
                  <c:v>45118.631944444445</c:v>
                </c:pt>
                <c:pt idx="33">
                  <c:v>45118.638888888891</c:v>
                </c:pt>
                <c:pt idx="34">
                  <c:v>45118.645833333336</c:v>
                </c:pt>
                <c:pt idx="35">
                  <c:v>45118.652777777781</c:v>
                </c:pt>
              </c:numCache>
            </c:numRef>
          </c:cat>
          <c:val>
            <c:numRef>
              <c:f>'20230711_09'!$L$38:$L$73</c:f>
              <c:numCache>
                <c:formatCode>General</c:formatCode>
                <c:ptCount val="36"/>
                <c:pt idx="0">
                  <c:v>1.6E-2</c:v>
                </c:pt>
                <c:pt idx="1">
                  <c:v>0</c:v>
                </c:pt>
                <c:pt idx="2">
                  <c:v>0</c:v>
                </c:pt>
                <c:pt idx="3">
                  <c:v>0.251</c:v>
                </c:pt>
                <c:pt idx="4">
                  <c:v>0</c:v>
                </c:pt>
                <c:pt idx="5">
                  <c:v>0.71099999999999997</c:v>
                </c:pt>
                <c:pt idx="6">
                  <c:v>0.251</c:v>
                </c:pt>
                <c:pt idx="7">
                  <c:v>1.6E-2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0.28599999999999998</c:v>
                </c:pt>
                <c:pt idx="25">
                  <c:v>0.79</c:v>
                </c:pt>
                <c:pt idx="26">
                  <c:v>1.7529999999999999</c:v>
                </c:pt>
                <c:pt idx="27">
                  <c:v>1.538</c:v>
                </c:pt>
                <c:pt idx="28">
                  <c:v>1.0740000000000001</c:v>
                </c:pt>
                <c:pt idx="29">
                  <c:v>3.2559999999999998</c:v>
                </c:pt>
                <c:pt idx="30">
                  <c:v>5.1820000000000004</c:v>
                </c:pt>
                <c:pt idx="31">
                  <c:v>8.3650000000000002</c:v>
                </c:pt>
                <c:pt idx="32">
                  <c:v>7.9189999999999996</c:v>
                </c:pt>
                <c:pt idx="33">
                  <c:v>3.6669999999999998</c:v>
                </c:pt>
                <c:pt idx="34">
                  <c:v>3.5640000000000001</c:v>
                </c:pt>
                <c:pt idx="35">
                  <c:v>3.9169999999999998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6-4D52-9072-268BA56BF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'20230711_09'!$J$38:$J$73</c:f>
              <c:numCache>
                <c:formatCode>General</c:formatCode>
                <c:ptCount val="36"/>
                <c:pt idx="0">
                  <c:v>4</c:v>
                </c:pt>
                <c:pt idx="1">
                  <c:v>4.3899999999999997</c:v>
                </c:pt>
                <c:pt idx="2">
                  <c:v>4.58</c:v>
                </c:pt>
                <c:pt idx="3">
                  <c:v>4.67</c:v>
                </c:pt>
                <c:pt idx="4">
                  <c:v>4.7</c:v>
                </c:pt>
                <c:pt idx="5">
                  <c:v>4.6900000000000004</c:v>
                </c:pt>
                <c:pt idx="6">
                  <c:v>4.62</c:v>
                </c:pt>
                <c:pt idx="7">
                  <c:v>4.49</c:v>
                </c:pt>
                <c:pt idx="8">
                  <c:v>4.3099999999999996</c:v>
                </c:pt>
                <c:pt idx="9">
                  <c:v>4.0999999999999996</c:v>
                </c:pt>
                <c:pt idx="10">
                  <c:v>3.88</c:v>
                </c:pt>
                <c:pt idx="11">
                  <c:v>3.64</c:v>
                </c:pt>
                <c:pt idx="12">
                  <c:v>3.42</c:v>
                </c:pt>
                <c:pt idx="13">
                  <c:v>3.23</c:v>
                </c:pt>
                <c:pt idx="14">
                  <c:v>3.07</c:v>
                </c:pt>
                <c:pt idx="15">
                  <c:v>2.94</c:v>
                </c:pt>
                <c:pt idx="16">
                  <c:v>2.85</c:v>
                </c:pt>
                <c:pt idx="17">
                  <c:v>2.8</c:v>
                </c:pt>
                <c:pt idx="18">
                  <c:v>2.77</c:v>
                </c:pt>
                <c:pt idx="19">
                  <c:v>2.74</c:v>
                </c:pt>
                <c:pt idx="20">
                  <c:v>2.7</c:v>
                </c:pt>
                <c:pt idx="21">
                  <c:v>2.66</c:v>
                </c:pt>
                <c:pt idx="22">
                  <c:v>2.61</c:v>
                </c:pt>
                <c:pt idx="23">
                  <c:v>2.4900000000000002</c:v>
                </c:pt>
                <c:pt idx="24">
                  <c:v>2.4900000000000002</c:v>
                </c:pt>
                <c:pt idx="25">
                  <c:v>2.5</c:v>
                </c:pt>
                <c:pt idx="26">
                  <c:v>2.4700000000000002</c:v>
                </c:pt>
                <c:pt idx="27">
                  <c:v>2.44</c:v>
                </c:pt>
                <c:pt idx="28">
                  <c:v>2.4300000000000002</c:v>
                </c:pt>
                <c:pt idx="29">
                  <c:v>2.42</c:v>
                </c:pt>
                <c:pt idx="30">
                  <c:v>2.42</c:v>
                </c:pt>
                <c:pt idx="31">
                  <c:v>2.4300000000000002</c:v>
                </c:pt>
                <c:pt idx="32">
                  <c:v>2.57</c:v>
                </c:pt>
                <c:pt idx="33">
                  <c:v>3.33</c:v>
                </c:pt>
                <c:pt idx="34">
                  <c:v>3.89</c:v>
                </c:pt>
                <c:pt idx="35">
                  <c:v>4.17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06-4D52-9072-268BA56BFAF1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'20230711_09'!$O$38:$O$73</c:f>
              <c:numCache>
                <c:formatCode>0.00</c:formatCode>
                <c:ptCount val="36"/>
                <c:pt idx="0">
                  <c:v>3.5927373999999999</c:v>
                </c:pt>
                <c:pt idx="1">
                  <c:v>3.7266499999999998</c:v>
                </c:pt>
                <c:pt idx="2">
                  <c:v>3.8834217</c:v>
                </c:pt>
                <c:pt idx="3">
                  <c:v>4.2025265999999997</c:v>
                </c:pt>
                <c:pt idx="4">
                  <c:v>4.3548865000000001</c:v>
                </c:pt>
                <c:pt idx="5">
                  <c:v>4.4118259999999996</c:v>
                </c:pt>
                <c:pt idx="6">
                  <c:v>4.4964300000000001</c:v>
                </c:pt>
                <c:pt idx="7">
                  <c:v>4.4561624999999996</c:v>
                </c:pt>
                <c:pt idx="8">
                  <c:v>4.2251089999999998</c:v>
                </c:pt>
                <c:pt idx="9">
                  <c:v>4.1411075999999998</c:v>
                </c:pt>
                <c:pt idx="10">
                  <c:v>4.0354222999999996</c:v>
                </c:pt>
                <c:pt idx="11">
                  <c:v>3.8230338000000001</c:v>
                </c:pt>
                <c:pt idx="12">
                  <c:v>3.7424754999999998</c:v>
                </c:pt>
                <c:pt idx="13">
                  <c:v>3.5964676999999998</c:v>
                </c:pt>
                <c:pt idx="14">
                  <c:v>3.4291472000000001</c:v>
                </c:pt>
                <c:pt idx="15">
                  <c:v>3.3766232</c:v>
                </c:pt>
                <c:pt idx="16">
                  <c:v>3.2254057</c:v>
                </c:pt>
                <c:pt idx="17">
                  <c:v>3.0596665999999999</c:v>
                </c:pt>
                <c:pt idx="18">
                  <c:v>3.0104904000000001</c:v>
                </c:pt>
                <c:pt idx="19">
                  <c:v>2.8949215000000001</c:v>
                </c:pt>
                <c:pt idx="20">
                  <c:v>2.7990257999999999</c:v>
                </c:pt>
                <c:pt idx="21">
                  <c:v>2.7061853</c:v>
                </c:pt>
                <c:pt idx="22">
                  <c:v>2.6525184999999998</c:v>
                </c:pt>
                <c:pt idx="23">
                  <c:v>2.60168</c:v>
                </c:pt>
                <c:pt idx="24">
                  <c:v>2.5263422000000002</c:v>
                </c:pt>
                <c:pt idx="25">
                  <c:v>2.4950638000000001</c:v>
                </c:pt>
                <c:pt idx="26">
                  <c:v>2.5067333999999999</c:v>
                </c:pt>
                <c:pt idx="27">
                  <c:v>2.4290992999999999</c:v>
                </c:pt>
                <c:pt idx="28">
                  <c:v>2.4411936000000001</c:v>
                </c:pt>
                <c:pt idx="29">
                  <c:v>2.4946894999999998</c:v>
                </c:pt>
                <c:pt idx="30">
                  <c:v>2.5760540000000001</c:v>
                </c:pt>
                <c:pt idx="31">
                  <c:v>2.6519493999999999</c:v>
                </c:pt>
                <c:pt idx="32">
                  <c:v>2.8021638000000002</c:v>
                </c:pt>
                <c:pt idx="33">
                  <c:v>2.9118029999999999</c:v>
                </c:pt>
                <c:pt idx="34">
                  <c:v>3.1674376</c:v>
                </c:pt>
                <c:pt idx="35">
                  <c:v>3.4904983000000001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06-4D52-9072-268BA56BFAF1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'20230711_09'!$Q$38:$Q$73</c:f>
              <c:numCache>
                <c:formatCode>0.00</c:formatCode>
                <c:ptCount val="36"/>
                <c:pt idx="0">
                  <c:v>3.9984237999999999</c:v>
                </c:pt>
                <c:pt idx="1">
                  <c:v>4.3459835</c:v>
                </c:pt>
                <c:pt idx="2">
                  <c:v>4.5964720000000003</c:v>
                </c:pt>
                <c:pt idx="3">
                  <c:v>4.8770784999999997</c:v>
                </c:pt>
                <c:pt idx="4">
                  <c:v>4.9586085999999998</c:v>
                </c:pt>
                <c:pt idx="5">
                  <c:v>4.9072522999999997</c:v>
                </c:pt>
                <c:pt idx="6">
                  <c:v>4.7101563999999998</c:v>
                </c:pt>
                <c:pt idx="7">
                  <c:v>4.5205880000000001</c:v>
                </c:pt>
                <c:pt idx="8">
                  <c:v>4.3034100000000004</c:v>
                </c:pt>
                <c:pt idx="9">
                  <c:v>4.2901287000000004</c:v>
                </c:pt>
                <c:pt idx="10">
                  <c:v>4.2658505</c:v>
                </c:pt>
                <c:pt idx="11">
                  <c:v>3.9948467999999999</c:v>
                </c:pt>
                <c:pt idx="12">
                  <c:v>3.7972980000000001</c:v>
                </c:pt>
                <c:pt idx="13">
                  <c:v>3.5916041999999999</c:v>
                </c:pt>
                <c:pt idx="14">
                  <c:v>3.301418</c:v>
                </c:pt>
                <c:pt idx="15">
                  <c:v>3.1057222000000002</c:v>
                </c:pt>
                <c:pt idx="16">
                  <c:v>2.9695773000000001</c:v>
                </c:pt>
                <c:pt idx="17">
                  <c:v>2.9147666000000001</c:v>
                </c:pt>
                <c:pt idx="18">
                  <c:v>2.8265638000000002</c:v>
                </c:pt>
                <c:pt idx="19">
                  <c:v>2.808386</c:v>
                </c:pt>
                <c:pt idx="20">
                  <c:v>2.8096423000000001</c:v>
                </c:pt>
                <c:pt idx="21">
                  <c:v>2.7978067000000002</c:v>
                </c:pt>
                <c:pt idx="22">
                  <c:v>2.7811933</c:v>
                </c:pt>
                <c:pt idx="23">
                  <c:v>2.6499945999999999</c:v>
                </c:pt>
                <c:pt idx="24">
                  <c:v>2.6565870999999999</c:v>
                </c:pt>
                <c:pt idx="25">
                  <c:v>2.6093822000000002</c:v>
                </c:pt>
                <c:pt idx="26">
                  <c:v>2.5599077000000001</c:v>
                </c:pt>
                <c:pt idx="27">
                  <c:v>2.5473979999999998</c:v>
                </c:pt>
                <c:pt idx="28">
                  <c:v>2.608822</c:v>
                </c:pt>
                <c:pt idx="29">
                  <c:v>2.5259857000000001</c:v>
                </c:pt>
                <c:pt idx="30">
                  <c:v>2.5234842</c:v>
                </c:pt>
                <c:pt idx="31">
                  <c:v>2.6268183999999999</c:v>
                </c:pt>
                <c:pt idx="32">
                  <c:v>2.6866998999999998</c:v>
                </c:pt>
                <c:pt idx="33">
                  <c:v>3.1209425999999998</c:v>
                </c:pt>
                <c:pt idx="34">
                  <c:v>3.6230280000000001</c:v>
                </c:pt>
                <c:pt idx="35">
                  <c:v>4.0337467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06-4D52-9072-268BA56BF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dateAx>
        <c:axId val="528099856"/>
        <c:scaling>
          <c:orientation val="minMax"/>
        </c:scaling>
        <c:delete val="1"/>
        <c:axPos val="t"/>
        <c:numFmt formatCode="m/d/yyyy\ h:mm" sourceLinked="1"/>
        <c:majorTickMark val="out"/>
        <c:minorTickMark val="none"/>
        <c:tickLblPos val="nextTo"/>
        <c:crossAx val="530413120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10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'20230711_10'!$L$38:$L$73</c:f>
              <c:numCache>
                <c:formatCode>General</c:formatCode>
                <c:ptCount val="36"/>
                <c:pt idx="0">
                  <c:v>0.251</c:v>
                </c:pt>
                <c:pt idx="1">
                  <c:v>1.6E-2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0.28599999999999998</c:v>
                </c:pt>
                <c:pt idx="19">
                  <c:v>0.79</c:v>
                </c:pt>
                <c:pt idx="20">
                  <c:v>1.7529999999999999</c:v>
                </c:pt>
                <c:pt idx="21">
                  <c:v>1.538</c:v>
                </c:pt>
                <c:pt idx="22">
                  <c:v>1.0740000000000001</c:v>
                </c:pt>
                <c:pt idx="23">
                  <c:v>3.2559999999999998</c:v>
                </c:pt>
                <c:pt idx="24">
                  <c:v>5.1820000000000004</c:v>
                </c:pt>
                <c:pt idx="25">
                  <c:v>8.3650000000000002</c:v>
                </c:pt>
                <c:pt idx="26">
                  <c:v>7.9189999999999996</c:v>
                </c:pt>
                <c:pt idx="27">
                  <c:v>3.6669999999999998</c:v>
                </c:pt>
                <c:pt idx="28">
                  <c:v>3.5640000000000001</c:v>
                </c:pt>
                <c:pt idx="29">
                  <c:v>3.9169999999999998</c:v>
                </c:pt>
                <c:pt idx="30">
                  <c:v>1.9330000000000001</c:v>
                </c:pt>
                <c:pt idx="31">
                  <c:v>2.8109999999999999</c:v>
                </c:pt>
                <c:pt idx="32">
                  <c:v>3.242</c:v>
                </c:pt>
                <c:pt idx="33">
                  <c:v>6.274</c:v>
                </c:pt>
                <c:pt idx="34">
                  <c:v>8.1340000000000003</c:v>
                </c:pt>
                <c:pt idx="35">
                  <c:v>5.4580000000000002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D-4E03-8A90-DBC4B9C8D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'20230711_10'!$J$38:$J$73</c:f>
              <c:numCache>
                <c:formatCode>General</c:formatCode>
                <c:ptCount val="36"/>
                <c:pt idx="0">
                  <c:v>4.62</c:v>
                </c:pt>
                <c:pt idx="1">
                  <c:v>4.49</c:v>
                </c:pt>
                <c:pt idx="2">
                  <c:v>4.3099999999999996</c:v>
                </c:pt>
                <c:pt idx="3">
                  <c:v>4.0999999999999996</c:v>
                </c:pt>
                <c:pt idx="4">
                  <c:v>3.88</c:v>
                </c:pt>
                <c:pt idx="5">
                  <c:v>3.64</c:v>
                </c:pt>
                <c:pt idx="6">
                  <c:v>3.42</c:v>
                </c:pt>
                <c:pt idx="7">
                  <c:v>3.23</c:v>
                </c:pt>
                <c:pt idx="8">
                  <c:v>3.07</c:v>
                </c:pt>
                <c:pt idx="9">
                  <c:v>2.94</c:v>
                </c:pt>
                <c:pt idx="10">
                  <c:v>2.85</c:v>
                </c:pt>
                <c:pt idx="11">
                  <c:v>2.8</c:v>
                </c:pt>
                <c:pt idx="12">
                  <c:v>2.77</c:v>
                </c:pt>
                <c:pt idx="13">
                  <c:v>2.74</c:v>
                </c:pt>
                <c:pt idx="14">
                  <c:v>2.7</c:v>
                </c:pt>
                <c:pt idx="15">
                  <c:v>2.66</c:v>
                </c:pt>
                <c:pt idx="16">
                  <c:v>2.61</c:v>
                </c:pt>
                <c:pt idx="17">
                  <c:v>2.4900000000000002</c:v>
                </c:pt>
                <c:pt idx="18">
                  <c:v>2.4900000000000002</c:v>
                </c:pt>
                <c:pt idx="19">
                  <c:v>2.5</c:v>
                </c:pt>
                <c:pt idx="20">
                  <c:v>2.4700000000000002</c:v>
                </c:pt>
                <c:pt idx="21">
                  <c:v>2.44</c:v>
                </c:pt>
                <c:pt idx="22">
                  <c:v>2.4300000000000002</c:v>
                </c:pt>
                <c:pt idx="23">
                  <c:v>2.42</c:v>
                </c:pt>
                <c:pt idx="24">
                  <c:v>2.42</c:v>
                </c:pt>
                <c:pt idx="25">
                  <c:v>2.4300000000000002</c:v>
                </c:pt>
                <c:pt idx="26">
                  <c:v>2.57</c:v>
                </c:pt>
                <c:pt idx="27">
                  <c:v>3.33</c:v>
                </c:pt>
                <c:pt idx="28">
                  <c:v>3.89</c:v>
                </c:pt>
                <c:pt idx="29">
                  <c:v>4.17</c:v>
                </c:pt>
                <c:pt idx="30">
                  <c:v>4.3</c:v>
                </c:pt>
                <c:pt idx="31">
                  <c:v>4.33</c:v>
                </c:pt>
                <c:pt idx="32">
                  <c:v>4.32</c:v>
                </c:pt>
                <c:pt idx="33">
                  <c:v>4.3099999999999996</c:v>
                </c:pt>
                <c:pt idx="34">
                  <c:v>4.37</c:v>
                </c:pt>
                <c:pt idx="35">
                  <c:v>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5D-4E03-8A90-DBC4B9C8DA39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'20230711_10'!$O$38:$O$73</c:f>
              <c:numCache>
                <c:formatCode>0.00</c:formatCode>
                <c:ptCount val="36"/>
                <c:pt idx="0">
                  <c:v>4.6144129999999999</c:v>
                </c:pt>
                <c:pt idx="1">
                  <c:v>4.5468425999999997</c:v>
                </c:pt>
                <c:pt idx="2">
                  <c:v>4.391737</c:v>
                </c:pt>
                <c:pt idx="3">
                  <c:v>4.2002410000000001</c:v>
                </c:pt>
                <c:pt idx="4">
                  <c:v>4.0371269999999999</c:v>
                </c:pt>
                <c:pt idx="5">
                  <c:v>3.8925982000000001</c:v>
                </c:pt>
                <c:pt idx="6">
                  <c:v>3.849332</c:v>
                </c:pt>
                <c:pt idx="7">
                  <c:v>3.7093593999999999</c:v>
                </c:pt>
                <c:pt idx="8">
                  <c:v>3.5553777000000002</c:v>
                </c:pt>
                <c:pt idx="9">
                  <c:v>3.3733683000000001</c:v>
                </c:pt>
                <c:pt idx="10">
                  <c:v>3.2631125000000001</c:v>
                </c:pt>
                <c:pt idx="11">
                  <c:v>3.0956644999999998</c:v>
                </c:pt>
                <c:pt idx="12">
                  <c:v>2.9899770999999999</c:v>
                </c:pt>
                <c:pt idx="13">
                  <c:v>2.9255629000000001</c:v>
                </c:pt>
                <c:pt idx="14">
                  <c:v>2.7991117999999999</c:v>
                </c:pt>
                <c:pt idx="15">
                  <c:v>2.7232517999999999</c:v>
                </c:pt>
                <c:pt idx="16">
                  <c:v>2.6452643999999998</c:v>
                </c:pt>
                <c:pt idx="17">
                  <c:v>2.5579274000000001</c:v>
                </c:pt>
                <c:pt idx="18">
                  <c:v>2.5629919999999999</c:v>
                </c:pt>
                <c:pt idx="19">
                  <c:v>2.4940433999999998</c:v>
                </c:pt>
                <c:pt idx="20">
                  <c:v>2.4979407999999999</c:v>
                </c:pt>
                <c:pt idx="21">
                  <c:v>2.4350065999999999</c:v>
                </c:pt>
                <c:pt idx="22">
                  <c:v>2.4561465</c:v>
                </c:pt>
                <c:pt idx="23">
                  <c:v>2.5587254000000001</c:v>
                </c:pt>
                <c:pt idx="24">
                  <c:v>2.6138737000000001</c:v>
                </c:pt>
                <c:pt idx="25">
                  <c:v>2.7239822999999999</c:v>
                </c:pt>
                <c:pt idx="26">
                  <c:v>2.8880222</c:v>
                </c:pt>
                <c:pt idx="27">
                  <c:v>3.0677599999999998</c:v>
                </c:pt>
                <c:pt idx="28">
                  <c:v>3.2814611999999999</c:v>
                </c:pt>
                <c:pt idx="29">
                  <c:v>3.4948397</c:v>
                </c:pt>
                <c:pt idx="30">
                  <c:v>3.6253742999999998</c:v>
                </c:pt>
                <c:pt idx="31">
                  <c:v>3.7775688000000001</c:v>
                </c:pt>
                <c:pt idx="32">
                  <c:v>3.8817539999999999</c:v>
                </c:pt>
                <c:pt idx="33">
                  <c:v>4.0376950000000003</c:v>
                </c:pt>
                <c:pt idx="34">
                  <c:v>4.1374089999999999</c:v>
                </c:pt>
                <c:pt idx="35">
                  <c:v>4.2307286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5D-4E03-8A90-DBC4B9C8DA39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'20230711_10'!$Q$38:$Q$73</c:f>
              <c:numCache>
                <c:formatCode>0.00</c:formatCode>
                <c:ptCount val="36"/>
                <c:pt idx="0">
                  <c:v>4.6009874000000002</c:v>
                </c:pt>
                <c:pt idx="1">
                  <c:v>4.5408499999999998</c:v>
                </c:pt>
                <c:pt idx="2">
                  <c:v>4.3784520000000002</c:v>
                </c:pt>
                <c:pt idx="3">
                  <c:v>4.3706649999999998</c:v>
                </c:pt>
                <c:pt idx="4">
                  <c:v>4.2656280000000004</c:v>
                </c:pt>
                <c:pt idx="5">
                  <c:v>4.1117569999999999</c:v>
                </c:pt>
                <c:pt idx="6">
                  <c:v>3.8491387000000001</c:v>
                </c:pt>
                <c:pt idx="7">
                  <c:v>3.6501934999999999</c:v>
                </c:pt>
                <c:pt idx="8">
                  <c:v>3.4520597</c:v>
                </c:pt>
                <c:pt idx="9">
                  <c:v>3.2731330000000001</c:v>
                </c:pt>
                <c:pt idx="10">
                  <c:v>3.1551355999999999</c:v>
                </c:pt>
                <c:pt idx="11">
                  <c:v>2.9857692999999998</c:v>
                </c:pt>
                <c:pt idx="12">
                  <c:v>2.9459689</c:v>
                </c:pt>
                <c:pt idx="13">
                  <c:v>2.9015270000000002</c:v>
                </c:pt>
                <c:pt idx="14">
                  <c:v>2.8683610000000002</c:v>
                </c:pt>
                <c:pt idx="15">
                  <c:v>2.8494085999999998</c:v>
                </c:pt>
                <c:pt idx="16">
                  <c:v>2.7846866000000001</c:v>
                </c:pt>
                <c:pt idx="17">
                  <c:v>2.7693504999999998</c:v>
                </c:pt>
                <c:pt idx="18">
                  <c:v>2.7165822999999998</c:v>
                </c:pt>
                <c:pt idx="19">
                  <c:v>2.6533612999999998</c:v>
                </c:pt>
                <c:pt idx="20">
                  <c:v>2.5753252999999998</c:v>
                </c:pt>
                <c:pt idx="21">
                  <c:v>2.5564174999999998</c:v>
                </c:pt>
                <c:pt idx="22">
                  <c:v>2.5709270000000002</c:v>
                </c:pt>
                <c:pt idx="23">
                  <c:v>2.6517658000000002</c:v>
                </c:pt>
                <c:pt idx="24">
                  <c:v>2.5340500000000001</c:v>
                </c:pt>
                <c:pt idx="25">
                  <c:v>2.6622734000000001</c:v>
                </c:pt>
                <c:pt idx="26">
                  <c:v>3.0050454000000002</c:v>
                </c:pt>
                <c:pt idx="27">
                  <c:v>3.2773330000000001</c:v>
                </c:pt>
                <c:pt idx="28">
                  <c:v>3.6667838000000001</c:v>
                </c:pt>
                <c:pt idx="29">
                  <c:v>3.8598401999999998</c:v>
                </c:pt>
                <c:pt idx="30">
                  <c:v>4.2086367999999998</c:v>
                </c:pt>
                <c:pt idx="31">
                  <c:v>4.3524403999999999</c:v>
                </c:pt>
                <c:pt idx="32">
                  <c:v>4.2350300000000001</c:v>
                </c:pt>
                <c:pt idx="33">
                  <c:v>4.2552180000000002</c:v>
                </c:pt>
                <c:pt idx="34">
                  <c:v>4.2535151999999998</c:v>
                </c:pt>
                <c:pt idx="35">
                  <c:v>4.2723319999999996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5D-4E03-8A90-DBC4B9C8D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250814 04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'20250814_04'!$J$38:$J$73</c:f>
              <c:numCache>
                <c:formatCode>General</c:formatCode>
                <c:ptCount val="36"/>
                <c:pt idx="0">
                  <c:v>0.53400000000000003</c:v>
                </c:pt>
                <c:pt idx="1">
                  <c:v>7.3999999999999996E-2</c:v>
                </c:pt>
                <c:pt idx="2">
                  <c:v>0.376</c:v>
                </c:pt>
                <c:pt idx="3">
                  <c:v>0.32500000000000001</c:v>
                </c:pt>
                <c:pt idx="4">
                  <c:v>0.373</c:v>
                </c:pt>
                <c:pt idx="5">
                  <c:v>2.23</c:v>
                </c:pt>
                <c:pt idx="6">
                  <c:v>1.837</c:v>
                </c:pt>
                <c:pt idx="7">
                  <c:v>6.9649999999999999</c:v>
                </c:pt>
                <c:pt idx="8">
                  <c:v>1.359</c:v>
                </c:pt>
                <c:pt idx="9">
                  <c:v>1.391</c:v>
                </c:pt>
                <c:pt idx="10">
                  <c:v>0.375</c:v>
                </c:pt>
                <c:pt idx="11">
                  <c:v>0.25</c:v>
                </c:pt>
                <c:pt idx="12">
                  <c:v>1.2769999999999999</c:v>
                </c:pt>
                <c:pt idx="13">
                  <c:v>1.649</c:v>
                </c:pt>
                <c:pt idx="14">
                  <c:v>1.103</c:v>
                </c:pt>
                <c:pt idx="15">
                  <c:v>0.28599999999999998</c:v>
                </c:pt>
                <c:pt idx="16">
                  <c:v>0.64900000000000002</c:v>
                </c:pt>
                <c:pt idx="17">
                  <c:v>0.59099999999999997</c:v>
                </c:pt>
                <c:pt idx="18">
                  <c:v>1.5740000000000001</c:v>
                </c:pt>
                <c:pt idx="19">
                  <c:v>1.708</c:v>
                </c:pt>
                <c:pt idx="20">
                  <c:v>0.58199999999999996</c:v>
                </c:pt>
                <c:pt idx="21">
                  <c:v>0.48599999999999999</c:v>
                </c:pt>
                <c:pt idx="22">
                  <c:v>2.3159999999999998</c:v>
                </c:pt>
                <c:pt idx="23">
                  <c:v>6.8520000000000003</c:v>
                </c:pt>
                <c:pt idx="24">
                  <c:v>15.135</c:v>
                </c:pt>
                <c:pt idx="25">
                  <c:v>4.3819999999999997</c:v>
                </c:pt>
                <c:pt idx="26">
                  <c:v>0.498</c:v>
                </c:pt>
                <c:pt idx="27">
                  <c:v>0.125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7D-4271-970D-BB03E595A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'20250814_04'!$I$38:$I$73</c:f>
              <c:numCache>
                <c:formatCode>General</c:formatCode>
                <c:ptCount val="36"/>
                <c:pt idx="0">
                  <c:v>2.15</c:v>
                </c:pt>
                <c:pt idx="1">
                  <c:v>2.15</c:v>
                </c:pt>
                <c:pt idx="2">
                  <c:v>2.15</c:v>
                </c:pt>
                <c:pt idx="3">
                  <c:v>2.15</c:v>
                </c:pt>
                <c:pt idx="4">
                  <c:v>2.15</c:v>
                </c:pt>
                <c:pt idx="5">
                  <c:v>2.15</c:v>
                </c:pt>
                <c:pt idx="6">
                  <c:v>2.14</c:v>
                </c:pt>
                <c:pt idx="7">
                  <c:v>2.14</c:v>
                </c:pt>
                <c:pt idx="8">
                  <c:v>2.14</c:v>
                </c:pt>
                <c:pt idx="9">
                  <c:v>2.15</c:v>
                </c:pt>
                <c:pt idx="10">
                  <c:v>2.16</c:v>
                </c:pt>
                <c:pt idx="11">
                  <c:v>2.1800000000000002</c:v>
                </c:pt>
                <c:pt idx="12">
                  <c:v>2.86</c:v>
                </c:pt>
                <c:pt idx="13">
                  <c:v>2.93</c:v>
                </c:pt>
                <c:pt idx="14">
                  <c:v>2.91</c:v>
                </c:pt>
                <c:pt idx="15">
                  <c:v>2.86</c:v>
                </c:pt>
                <c:pt idx="16">
                  <c:v>2.84</c:v>
                </c:pt>
                <c:pt idx="17">
                  <c:v>2.86</c:v>
                </c:pt>
                <c:pt idx="18">
                  <c:v>2.88</c:v>
                </c:pt>
                <c:pt idx="19">
                  <c:v>2.89</c:v>
                </c:pt>
                <c:pt idx="20">
                  <c:v>2.87</c:v>
                </c:pt>
                <c:pt idx="21">
                  <c:v>2.85</c:v>
                </c:pt>
                <c:pt idx="22">
                  <c:v>2.84</c:v>
                </c:pt>
                <c:pt idx="23">
                  <c:v>2.85</c:v>
                </c:pt>
                <c:pt idx="24">
                  <c:v>2.97</c:v>
                </c:pt>
                <c:pt idx="25">
                  <c:v>3.25</c:v>
                </c:pt>
                <c:pt idx="26">
                  <c:v>3.53</c:v>
                </c:pt>
                <c:pt idx="27">
                  <c:v>3.84</c:v>
                </c:pt>
                <c:pt idx="28">
                  <c:v>4.01</c:v>
                </c:pt>
                <c:pt idx="29">
                  <c:v>4.0599999999999996</c:v>
                </c:pt>
                <c:pt idx="30">
                  <c:v>4.0599999999999996</c:v>
                </c:pt>
                <c:pt idx="31">
                  <c:v>4.0199999999999996</c:v>
                </c:pt>
                <c:pt idx="32">
                  <c:v>3.95</c:v>
                </c:pt>
                <c:pt idx="33">
                  <c:v>3.85</c:v>
                </c:pt>
                <c:pt idx="34">
                  <c:v>3.72</c:v>
                </c:pt>
                <c:pt idx="35">
                  <c:v>3.59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7D-4271-970D-BB03E595A77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'20250814_04'!$M$38:$M$73</c:f>
              <c:numCache>
                <c:formatCode>0.00</c:formatCode>
                <c:ptCount val="36"/>
                <c:pt idx="0">
                  <c:v>2.1540997000000002</c:v>
                </c:pt>
                <c:pt idx="1">
                  <c:v>2.1457223999999999</c:v>
                </c:pt>
                <c:pt idx="2">
                  <c:v>2.1421923999999999</c:v>
                </c:pt>
                <c:pt idx="3">
                  <c:v>2.0955088000000002</c:v>
                </c:pt>
                <c:pt idx="4">
                  <c:v>2.1007612</c:v>
                </c:pt>
                <c:pt idx="5">
                  <c:v>2.1141640000000002</c:v>
                </c:pt>
                <c:pt idx="6">
                  <c:v>2.0763843</c:v>
                </c:pt>
                <c:pt idx="7">
                  <c:v>2.079853</c:v>
                </c:pt>
                <c:pt idx="8">
                  <c:v>2.1512566</c:v>
                </c:pt>
                <c:pt idx="9">
                  <c:v>2.1929858000000002</c:v>
                </c:pt>
                <c:pt idx="10">
                  <c:v>2.2577596</c:v>
                </c:pt>
                <c:pt idx="11">
                  <c:v>2.4113142000000001</c:v>
                </c:pt>
                <c:pt idx="12">
                  <c:v>2.3967689999999999</c:v>
                </c:pt>
                <c:pt idx="13">
                  <c:v>2.4263512999999999</c:v>
                </c:pt>
                <c:pt idx="14">
                  <c:v>2.4494642999999998</c:v>
                </c:pt>
                <c:pt idx="15">
                  <c:v>2.4692468999999999</c:v>
                </c:pt>
                <c:pt idx="16">
                  <c:v>2.5069542</c:v>
                </c:pt>
                <c:pt idx="17">
                  <c:v>2.5874605000000002</c:v>
                </c:pt>
                <c:pt idx="18">
                  <c:v>2.6247959999999999</c:v>
                </c:pt>
                <c:pt idx="19">
                  <c:v>2.7357311000000002</c:v>
                </c:pt>
                <c:pt idx="20">
                  <c:v>2.8159070000000002</c:v>
                </c:pt>
                <c:pt idx="21">
                  <c:v>2.8930615999999998</c:v>
                </c:pt>
                <c:pt idx="22">
                  <c:v>3.0193815000000002</c:v>
                </c:pt>
                <c:pt idx="23">
                  <c:v>3.1780957999999999</c:v>
                </c:pt>
                <c:pt idx="24">
                  <c:v>3.3453037999999999</c:v>
                </c:pt>
                <c:pt idx="25">
                  <c:v>3.4900367000000001</c:v>
                </c:pt>
                <c:pt idx="26">
                  <c:v>3.6817088</c:v>
                </c:pt>
                <c:pt idx="27">
                  <c:v>3.8058285999999999</c:v>
                </c:pt>
                <c:pt idx="28">
                  <c:v>3.8962705</c:v>
                </c:pt>
                <c:pt idx="29">
                  <c:v>3.9731179999999999</c:v>
                </c:pt>
                <c:pt idx="30">
                  <c:v>4.0104923000000001</c:v>
                </c:pt>
                <c:pt idx="31">
                  <c:v>4.0242190000000004</c:v>
                </c:pt>
                <c:pt idx="32">
                  <c:v>4.0137489999999998</c:v>
                </c:pt>
                <c:pt idx="33">
                  <c:v>3.9995791999999999</c:v>
                </c:pt>
                <c:pt idx="34">
                  <c:v>3.9435929999999999</c:v>
                </c:pt>
                <c:pt idx="35">
                  <c:v>3.8639633999999998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7D-4271-970D-BB03E595A77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'20250814_04'!$O$38:$O$73</c:f>
              <c:numCache>
                <c:formatCode>0.00</c:formatCode>
                <c:ptCount val="36"/>
                <c:pt idx="0">
                  <c:v>2.1716346999999998</c:v>
                </c:pt>
                <c:pt idx="1">
                  <c:v>2.1487371999999998</c:v>
                </c:pt>
                <c:pt idx="2">
                  <c:v>2.1455492999999999</c:v>
                </c:pt>
                <c:pt idx="3">
                  <c:v>2.1238081000000002</c:v>
                </c:pt>
                <c:pt idx="4">
                  <c:v>2.1700077000000002</c:v>
                </c:pt>
                <c:pt idx="5">
                  <c:v>2.172409</c:v>
                </c:pt>
                <c:pt idx="6">
                  <c:v>2.1113827000000001</c:v>
                </c:pt>
                <c:pt idx="7">
                  <c:v>2.1301462999999998</c:v>
                </c:pt>
                <c:pt idx="8">
                  <c:v>2.1377826</c:v>
                </c:pt>
                <c:pt idx="9">
                  <c:v>2.2164484999999998</c:v>
                </c:pt>
                <c:pt idx="10">
                  <c:v>2.2779786999999998</c:v>
                </c:pt>
                <c:pt idx="11">
                  <c:v>2.2592005999999998</c:v>
                </c:pt>
                <c:pt idx="12">
                  <c:v>2.3087806999999998</c:v>
                </c:pt>
                <c:pt idx="13">
                  <c:v>2.3595554999999999</c:v>
                </c:pt>
                <c:pt idx="14">
                  <c:v>2.4260177999999999</c:v>
                </c:pt>
                <c:pt idx="15">
                  <c:v>2.4859724000000001</c:v>
                </c:pt>
                <c:pt idx="16">
                  <c:v>2.5282946000000002</c:v>
                </c:pt>
                <c:pt idx="17">
                  <c:v>2.5477276</c:v>
                </c:pt>
                <c:pt idx="18">
                  <c:v>2.4906258999999999</c:v>
                </c:pt>
                <c:pt idx="19">
                  <c:v>2.4905043</c:v>
                </c:pt>
                <c:pt idx="20">
                  <c:v>2.5445597000000002</c:v>
                </c:pt>
                <c:pt idx="21">
                  <c:v>2.5401063000000002</c:v>
                </c:pt>
                <c:pt idx="22">
                  <c:v>2.6536960000000001</c:v>
                </c:pt>
                <c:pt idx="23">
                  <c:v>2.8773431999999999</c:v>
                </c:pt>
                <c:pt idx="24">
                  <c:v>3.0274823</c:v>
                </c:pt>
                <c:pt idx="25">
                  <c:v>3.1731672</c:v>
                </c:pt>
                <c:pt idx="26">
                  <c:v>3.3387902</c:v>
                </c:pt>
                <c:pt idx="27">
                  <c:v>3.505093</c:v>
                </c:pt>
                <c:pt idx="28">
                  <c:v>3.6435236999999998</c:v>
                </c:pt>
                <c:pt idx="29">
                  <c:v>3.7100233999999999</c:v>
                </c:pt>
                <c:pt idx="30">
                  <c:v>3.8300296999999999</c:v>
                </c:pt>
                <c:pt idx="31">
                  <c:v>3.8485014</c:v>
                </c:pt>
                <c:pt idx="32">
                  <c:v>3.832837</c:v>
                </c:pt>
                <c:pt idx="33">
                  <c:v>3.7379997</c:v>
                </c:pt>
                <c:pt idx="34">
                  <c:v>3.6753923999999998</c:v>
                </c:pt>
                <c:pt idx="35">
                  <c:v>3.6179565999999999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C7D-4271-970D-BB03E595A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250814 05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'20250814_05'!$J$38:$J$73</c:f>
              <c:numCache>
                <c:formatCode>General</c:formatCode>
                <c:ptCount val="36"/>
                <c:pt idx="0">
                  <c:v>1.837</c:v>
                </c:pt>
                <c:pt idx="1">
                  <c:v>6.9649999999999999</c:v>
                </c:pt>
                <c:pt idx="2">
                  <c:v>1.359</c:v>
                </c:pt>
                <c:pt idx="3">
                  <c:v>1.391</c:v>
                </c:pt>
                <c:pt idx="4">
                  <c:v>0.375</c:v>
                </c:pt>
                <c:pt idx="5">
                  <c:v>0.25</c:v>
                </c:pt>
                <c:pt idx="6">
                  <c:v>1.2769999999999999</c:v>
                </c:pt>
                <c:pt idx="7">
                  <c:v>1.649</c:v>
                </c:pt>
                <c:pt idx="8">
                  <c:v>1.103</c:v>
                </c:pt>
                <c:pt idx="9">
                  <c:v>0.28599999999999998</c:v>
                </c:pt>
                <c:pt idx="10">
                  <c:v>0.64900000000000002</c:v>
                </c:pt>
                <c:pt idx="11">
                  <c:v>0.59099999999999997</c:v>
                </c:pt>
                <c:pt idx="12">
                  <c:v>1.5740000000000001</c:v>
                </c:pt>
                <c:pt idx="13">
                  <c:v>1.708</c:v>
                </c:pt>
                <c:pt idx="14">
                  <c:v>0.58199999999999996</c:v>
                </c:pt>
                <c:pt idx="15">
                  <c:v>0.48599999999999999</c:v>
                </c:pt>
                <c:pt idx="16">
                  <c:v>2.3159999999999998</c:v>
                </c:pt>
                <c:pt idx="17">
                  <c:v>6.8520000000000003</c:v>
                </c:pt>
                <c:pt idx="18">
                  <c:v>15.135</c:v>
                </c:pt>
                <c:pt idx="19">
                  <c:v>4.3819999999999997</c:v>
                </c:pt>
                <c:pt idx="20">
                  <c:v>0.498</c:v>
                </c:pt>
                <c:pt idx="21">
                  <c:v>0.125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0.251</c:v>
                </c:pt>
                <c:pt idx="33">
                  <c:v>0.57199999999999995</c:v>
                </c:pt>
                <c:pt idx="34">
                  <c:v>0.17699999999999999</c:v>
                </c:pt>
                <c:pt idx="35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4-4E2A-8C79-0AFEAD34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'20250814_05'!$I$38:$I$73</c:f>
              <c:numCache>
                <c:formatCode>General</c:formatCode>
                <c:ptCount val="36"/>
                <c:pt idx="0">
                  <c:v>2.14</c:v>
                </c:pt>
                <c:pt idx="1">
                  <c:v>2.14</c:v>
                </c:pt>
                <c:pt idx="2">
                  <c:v>2.14</c:v>
                </c:pt>
                <c:pt idx="3">
                  <c:v>2.15</c:v>
                </c:pt>
                <c:pt idx="4">
                  <c:v>2.16</c:v>
                </c:pt>
                <c:pt idx="5">
                  <c:v>2.1800000000000002</c:v>
                </c:pt>
                <c:pt idx="6">
                  <c:v>2.86</c:v>
                </c:pt>
                <c:pt idx="7">
                  <c:v>2.93</c:v>
                </c:pt>
                <c:pt idx="8">
                  <c:v>2.91</c:v>
                </c:pt>
                <c:pt idx="9">
                  <c:v>2.86</c:v>
                </c:pt>
                <c:pt idx="10">
                  <c:v>2.84</c:v>
                </c:pt>
                <c:pt idx="11">
                  <c:v>2.86</c:v>
                </c:pt>
                <c:pt idx="12">
                  <c:v>2.88</c:v>
                </c:pt>
                <c:pt idx="13">
                  <c:v>2.89</c:v>
                </c:pt>
                <c:pt idx="14">
                  <c:v>2.87</c:v>
                </c:pt>
                <c:pt idx="15">
                  <c:v>2.85</c:v>
                </c:pt>
                <c:pt idx="16">
                  <c:v>2.84</c:v>
                </c:pt>
                <c:pt idx="17">
                  <c:v>2.85</c:v>
                </c:pt>
                <c:pt idx="18">
                  <c:v>2.97</c:v>
                </c:pt>
                <c:pt idx="19">
                  <c:v>3.25</c:v>
                </c:pt>
                <c:pt idx="20">
                  <c:v>3.53</c:v>
                </c:pt>
                <c:pt idx="21">
                  <c:v>3.84</c:v>
                </c:pt>
                <c:pt idx="22">
                  <c:v>4.01</c:v>
                </c:pt>
                <c:pt idx="23">
                  <c:v>4.0599999999999996</c:v>
                </c:pt>
                <c:pt idx="24">
                  <c:v>4.0599999999999996</c:v>
                </c:pt>
                <c:pt idx="25">
                  <c:v>4.0199999999999996</c:v>
                </c:pt>
                <c:pt idx="26">
                  <c:v>3.95</c:v>
                </c:pt>
                <c:pt idx="27">
                  <c:v>3.85</c:v>
                </c:pt>
                <c:pt idx="28">
                  <c:v>3.72</c:v>
                </c:pt>
                <c:pt idx="29">
                  <c:v>3.59</c:v>
                </c:pt>
                <c:pt idx="30">
                  <c:v>3.47</c:v>
                </c:pt>
                <c:pt idx="31">
                  <c:v>3.37</c:v>
                </c:pt>
                <c:pt idx="32">
                  <c:v>3.28</c:v>
                </c:pt>
                <c:pt idx="33">
                  <c:v>3.2</c:v>
                </c:pt>
                <c:pt idx="34">
                  <c:v>3.11</c:v>
                </c:pt>
                <c:pt idx="35">
                  <c:v>3.04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04-4E2A-8C79-0AFEAD342392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'20250814_05'!$M$38:$M$73</c:f>
              <c:numCache>
                <c:formatCode>0.00</c:formatCode>
                <c:ptCount val="36"/>
                <c:pt idx="0">
                  <c:v>2.1769075</c:v>
                </c:pt>
                <c:pt idx="1">
                  <c:v>2.1986306</c:v>
                </c:pt>
                <c:pt idx="2">
                  <c:v>2.2314086</c:v>
                </c:pt>
                <c:pt idx="3">
                  <c:v>2.2099069999999998</c:v>
                </c:pt>
                <c:pt idx="4">
                  <c:v>2.2712352</c:v>
                </c:pt>
                <c:pt idx="5">
                  <c:v>2.3565109</c:v>
                </c:pt>
                <c:pt idx="6">
                  <c:v>2.4037573000000001</c:v>
                </c:pt>
                <c:pt idx="7">
                  <c:v>2.4699578</c:v>
                </c:pt>
                <c:pt idx="8">
                  <c:v>2.5737044999999998</c:v>
                </c:pt>
                <c:pt idx="9">
                  <c:v>2.5175550000000002</c:v>
                </c:pt>
                <c:pt idx="10">
                  <c:v>2.5418587000000001</c:v>
                </c:pt>
                <c:pt idx="11">
                  <c:v>2.5537329999999998</c:v>
                </c:pt>
                <c:pt idx="12">
                  <c:v>2.5372699999999999</c:v>
                </c:pt>
                <c:pt idx="13">
                  <c:v>2.5546190000000002</c:v>
                </c:pt>
                <c:pt idx="14">
                  <c:v>2.6157020000000002</c:v>
                </c:pt>
                <c:pt idx="15">
                  <c:v>2.7483996999999998</c:v>
                </c:pt>
                <c:pt idx="16">
                  <c:v>2.9135176999999999</c:v>
                </c:pt>
                <c:pt idx="17">
                  <c:v>3.2725426999999998</c:v>
                </c:pt>
                <c:pt idx="18">
                  <c:v>3.2800725000000002</c:v>
                </c:pt>
                <c:pt idx="19">
                  <c:v>3.4471837999999999</c:v>
                </c:pt>
                <c:pt idx="20">
                  <c:v>3.4865167000000001</c:v>
                </c:pt>
                <c:pt idx="21">
                  <c:v>3.8008975999999999</c:v>
                </c:pt>
                <c:pt idx="22">
                  <c:v>3.9029104999999999</c:v>
                </c:pt>
                <c:pt idx="23">
                  <c:v>3.9324626999999999</c:v>
                </c:pt>
                <c:pt idx="24">
                  <c:v>3.9759183</c:v>
                </c:pt>
                <c:pt idx="25">
                  <c:v>3.9675821999999998</c:v>
                </c:pt>
                <c:pt idx="26">
                  <c:v>3.9122686</c:v>
                </c:pt>
                <c:pt idx="27">
                  <c:v>3.9495746999999999</c:v>
                </c:pt>
                <c:pt idx="28">
                  <c:v>3.9163109999999999</c:v>
                </c:pt>
                <c:pt idx="29">
                  <c:v>3.8422234</c:v>
                </c:pt>
                <c:pt idx="30">
                  <c:v>3.7604639999999998</c:v>
                </c:pt>
                <c:pt idx="31">
                  <c:v>3.6569777000000001</c:v>
                </c:pt>
                <c:pt idx="32">
                  <c:v>3.5499904</c:v>
                </c:pt>
                <c:pt idx="33">
                  <c:v>3.4639459000000001</c:v>
                </c:pt>
                <c:pt idx="34">
                  <c:v>3.3693906999999998</c:v>
                </c:pt>
                <c:pt idx="35">
                  <c:v>3.2730222000000002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04-4E2A-8C79-0AFEAD342392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'20250814_05'!$O$38:$O$73</c:f>
              <c:numCache>
                <c:formatCode>0.00</c:formatCode>
                <c:ptCount val="36"/>
                <c:pt idx="0">
                  <c:v>2.1653327999999998</c:v>
                </c:pt>
                <c:pt idx="1">
                  <c:v>2.1438253</c:v>
                </c:pt>
                <c:pt idx="2">
                  <c:v>2.174169</c:v>
                </c:pt>
                <c:pt idx="3">
                  <c:v>2.2095672999999998</c:v>
                </c:pt>
                <c:pt idx="4">
                  <c:v>2.2819569999999998</c:v>
                </c:pt>
                <c:pt idx="5">
                  <c:v>2.3361735000000001</c:v>
                </c:pt>
                <c:pt idx="6">
                  <c:v>2.3521904999999999</c:v>
                </c:pt>
                <c:pt idx="7">
                  <c:v>2.4067535000000002</c:v>
                </c:pt>
                <c:pt idx="8">
                  <c:v>2.4266239999999999</c:v>
                </c:pt>
                <c:pt idx="9">
                  <c:v>2.427384</c:v>
                </c:pt>
                <c:pt idx="10">
                  <c:v>2.4702003000000001</c:v>
                </c:pt>
                <c:pt idx="11">
                  <c:v>2.4708078000000002</c:v>
                </c:pt>
                <c:pt idx="12">
                  <c:v>2.4708220000000001</c:v>
                </c:pt>
                <c:pt idx="13">
                  <c:v>2.478078</c:v>
                </c:pt>
                <c:pt idx="14">
                  <c:v>2.4889006999999999</c:v>
                </c:pt>
                <c:pt idx="15">
                  <c:v>2.6192684000000002</c:v>
                </c:pt>
                <c:pt idx="16">
                  <c:v>2.8023056999999998</c:v>
                </c:pt>
                <c:pt idx="17">
                  <c:v>3.0193620000000001</c:v>
                </c:pt>
                <c:pt idx="18">
                  <c:v>3.1560516000000001</c:v>
                </c:pt>
                <c:pt idx="19">
                  <c:v>3.3666822999999999</c:v>
                </c:pt>
                <c:pt idx="20">
                  <c:v>3.5988235</c:v>
                </c:pt>
                <c:pt idx="21">
                  <c:v>3.7702429999999998</c:v>
                </c:pt>
                <c:pt idx="22">
                  <c:v>3.8951544999999999</c:v>
                </c:pt>
                <c:pt idx="23">
                  <c:v>3.8669958000000002</c:v>
                </c:pt>
                <c:pt idx="24">
                  <c:v>3.9533718000000002</c:v>
                </c:pt>
                <c:pt idx="25">
                  <c:v>3.9347403000000001</c:v>
                </c:pt>
                <c:pt idx="26">
                  <c:v>3.8694918</c:v>
                </c:pt>
                <c:pt idx="27">
                  <c:v>3.7728226</c:v>
                </c:pt>
                <c:pt idx="28">
                  <c:v>3.6791217000000001</c:v>
                </c:pt>
                <c:pt idx="29">
                  <c:v>3.5558882000000001</c:v>
                </c:pt>
                <c:pt idx="30">
                  <c:v>3.5015575999999999</c:v>
                </c:pt>
                <c:pt idx="31">
                  <c:v>3.3724384000000001</c:v>
                </c:pt>
                <c:pt idx="32">
                  <c:v>3.2615582999999999</c:v>
                </c:pt>
                <c:pt idx="33">
                  <c:v>3.1794384</c:v>
                </c:pt>
                <c:pt idx="34">
                  <c:v>3.1047752000000002</c:v>
                </c:pt>
                <c:pt idx="35">
                  <c:v>3.0354294999999998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204-4E2A-8C79-0AFEAD34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250814 06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'20250814_06'!$J$38:$J$73</c:f>
              <c:numCache>
                <c:formatCode>General</c:formatCode>
                <c:ptCount val="36"/>
                <c:pt idx="0">
                  <c:v>1.2769999999999999</c:v>
                </c:pt>
                <c:pt idx="1">
                  <c:v>1.649</c:v>
                </c:pt>
                <c:pt idx="2">
                  <c:v>1.103</c:v>
                </c:pt>
                <c:pt idx="3">
                  <c:v>0.28599999999999998</c:v>
                </c:pt>
                <c:pt idx="4">
                  <c:v>0.64900000000000002</c:v>
                </c:pt>
                <c:pt idx="5">
                  <c:v>0.59099999999999997</c:v>
                </c:pt>
                <c:pt idx="6">
                  <c:v>1.5740000000000001</c:v>
                </c:pt>
                <c:pt idx="7">
                  <c:v>1.708</c:v>
                </c:pt>
                <c:pt idx="8">
                  <c:v>0.58199999999999996</c:v>
                </c:pt>
                <c:pt idx="9">
                  <c:v>0.48599999999999999</c:v>
                </c:pt>
                <c:pt idx="10">
                  <c:v>2.3159999999999998</c:v>
                </c:pt>
                <c:pt idx="11">
                  <c:v>6.8520000000000003</c:v>
                </c:pt>
                <c:pt idx="12">
                  <c:v>15.135</c:v>
                </c:pt>
                <c:pt idx="13">
                  <c:v>4.3819999999999997</c:v>
                </c:pt>
                <c:pt idx="14">
                  <c:v>0.498</c:v>
                </c:pt>
                <c:pt idx="15">
                  <c:v>0.125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0.251</c:v>
                </c:pt>
                <c:pt idx="27">
                  <c:v>0.57199999999999995</c:v>
                </c:pt>
                <c:pt idx="28">
                  <c:v>0.17699999999999999</c:v>
                </c:pt>
                <c:pt idx="29">
                  <c:v>1.6E-2</c:v>
                </c:pt>
                <c:pt idx="30">
                  <c:v>0</c:v>
                </c:pt>
                <c:pt idx="31">
                  <c:v>1.6E-2</c:v>
                </c:pt>
                <c:pt idx="32">
                  <c:v>0.161</c:v>
                </c:pt>
                <c:pt idx="33">
                  <c:v>0.373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F4-4EC8-A27A-35CC9E44A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'20250814_06'!$I$38:$I$73</c:f>
              <c:numCache>
                <c:formatCode>General</c:formatCode>
                <c:ptCount val="36"/>
                <c:pt idx="0">
                  <c:v>2.86</c:v>
                </c:pt>
                <c:pt idx="1">
                  <c:v>2.93</c:v>
                </c:pt>
                <c:pt idx="2">
                  <c:v>2.91</c:v>
                </c:pt>
                <c:pt idx="3">
                  <c:v>2.86</c:v>
                </c:pt>
                <c:pt idx="4">
                  <c:v>2.84</c:v>
                </c:pt>
                <c:pt idx="5">
                  <c:v>2.86</c:v>
                </c:pt>
                <c:pt idx="6">
                  <c:v>2.88</c:v>
                </c:pt>
                <c:pt idx="7">
                  <c:v>2.89</c:v>
                </c:pt>
                <c:pt idx="8">
                  <c:v>2.87</c:v>
                </c:pt>
                <c:pt idx="9">
                  <c:v>2.85</c:v>
                </c:pt>
                <c:pt idx="10">
                  <c:v>2.84</c:v>
                </c:pt>
                <c:pt idx="11">
                  <c:v>2.85</c:v>
                </c:pt>
                <c:pt idx="12">
                  <c:v>2.97</c:v>
                </c:pt>
                <c:pt idx="13">
                  <c:v>3.25</c:v>
                </c:pt>
                <c:pt idx="14">
                  <c:v>3.53</c:v>
                </c:pt>
                <c:pt idx="15">
                  <c:v>3.84</c:v>
                </c:pt>
                <c:pt idx="16">
                  <c:v>4.01</c:v>
                </c:pt>
                <c:pt idx="17">
                  <c:v>4.0599999999999996</c:v>
                </c:pt>
                <c:pt idx="18">
                  <c:v>4.0599999999999996</c:v>
                </c:pt>
                <c:pt idx="19">
                  <c:v>4.0199999999999996</c:v>
                </c:pt>
                <c:pt idx="20">
                  <c:v>3.95</c:v>
                </c:pt>
                <c:pt idx="21">
                  <c:v>3.85</c:v>
                </c:pt>
                <c:pt idx="22">
                  <c:v>3.72</c:v>
                </c:pt>
                <c:pt idx="23">
                  <c:v>3.59</c:v>
                </c:pt>
                <c:pt idx="24">
                  <c:v>3.47</c:v>
                </c:pt>
                <c:pt idx="25">
                  <c:v>3.37</c:v>
                </c:pt>
                <c:pt idx="26">
                  <c:v>3.28</c:v>
                </c:pt>
                <c:pt idx="27">
                  <c:v>3.2</c:v>
                </c:pt>
                <c:pt idx="28">
                  <c:v>3.11</c:v>
                </c:pt>
                <c:pt idx="29">
                  <c:v>3.04</c:v>
                </c:pt>
                <c:pt idx="30">
                  <c:v>2.97</c:v>
                </c:pt>
                <c:pt idx="31">
                  <c:v>2.91</c:v>
                </c:pt>
                <c:pt idx="32">
                  <c:v>2.85</c:v>
                </c:pt>
                <c:pt idx="33">
                  <c:v>2.81</c:v>
                </c:pt>
                <c:pt idx="34">
                  <c:v>2.79</c:v>
                </c:pt>
                <c:pt idx="35">
                  <c:v>2.77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F4-4EC8-A27A-35CC9E44A9B4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'20250814_06'!$M$38:$M$73</c:f>
              <c:numCache>
                <c:formatCode>0.00</c:formatCode>
                <c:ptCount val="36"/>
                <c:pt idx="0">
                  <c:v>2.2012602999999999</c:v>
                </c:pt>
                <c:pt idx="1">
                  <c:v>2.2262974</c:v>
                </c:pt>
                <c:pt idx="2">
                  <c:v>2.2512395000000001</c:v>
                </c:pt>
                <c:pt idx="3">
                  <c:v>2.3350710000000001</c:v>
                </c:pt>
                <c:pt idx="4">
                  <c:v>2.4090690000000001</c:v>
                </c:pt>
                <c:pt idx="5">
                  <c:v>2.4973480000000001</c:v>
                </c:pt>
                <c:pt idx="6">
                  <c:v>2.4515172999999999</c:v>
                </c:pt>
                <c:pt idx="7">
                  <c:v>2.4402986000000002</c:v>
                </c:pt>
                <c:pt idx="8">
                  <c:v>2.5001416000000001</c:v>
                </c:pt>
                <c:pt idx="9">
                  <c:v>2.6084485000000002</c:v>
                </c:pt>
                <c:pt idx="10">
                  <c:v>2.7281884999999999</c:v>
                </c:pt>
                <c:pt idx="11">
                  <c:v>2.9809646999999999</c:v>
                </c:pt>
                <c:pt idx="12">
                  <c:v>3.1404141999999999</c:v>
                </c:pt>
                <c:pt idx="13">
                  <c:v>3.2978489999999998</c:v>
                </c:pt>
                <c:pt idx="14">
                  <c:v>3.5388060000000001</c:v>
                </c:pt>
                <c:pt idx="15">
                  <c:v>3.6214807000000002</c:v>
                </c:pt>
                <c:pt idx="16">
                  <c:v>3.7330098</c:v>
                </c:pt>
                <c:pt idx="17">
                  <c:v>3.9556901</c:v>
                </c:pt>
                <c:pt idx="18">
                  <c:v>3.8946806999999999</c:v>
                </c:pt>
                <c:pt idx="19">
                  <c:v>3.9366813</c:v>
                </c:pt>
                <c:pt idx="20">
                  <c:v>3.9264869999999998</c:v>
                </c:pt>
                <c:pt idx="21">
                  <c:v>3.9102166</c:v>
                </c:pt>
                <c:pt idx="22">
                  <c:v>3.8319782999999998</c:v>
                </c:pt>
                <c:pt idx="23">
                  <c:v>3.7315771999999998</c:v>
                </c:pt>
                <c:pt idx="24">
                  <c:v>3.6084109999999998</c:v>
                </c:pt>
                <c:pt idx="25">
                  <c:v>3.5006273000000001</c:v>
                </c:pt>
                <c:pt idx="26">
                  <c:v>3.3718295</c:v>
                </c:pt>
                <c:pt idx="27">
                  <c:v>3.2879813000000002</c:v>
                </c:pt>
                <c:pt idx="28">
                  <c:v>3.2065608999999999</c:v>
                </c:pt>
                <c:pt idx="29">
                  <c:v>3.1205973999999999</c:v>
                </c:pt>
                <c:pt idx="30">
                  <c:v>3.0197983000000002</c:v>
                </c:pt>
                <c:pt idx="31">
                  <c:v>2.95438</c:v>
                </c:pt>
                <c:pt idx="32">
                  <c:v>2.8886685000000001</c:v>
                </c:pt>
                <c:pt idx="33">
                  <c:v>2.824516</c:v>
                </c:pt>
                <c:pt idx="34">
                  <c:v>2.7711844000000001</c:v>
                </c:pt>
                <c:pt idx="35">
                  <c:v>2.7185497000000001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F4-4EC8-A27A-35CC9E44A9B4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'20250814_06'!$O$38:$O$73</c:f>
              <c:numCache>
                <c:formatCode>0.00</c:formatCode>
                <c:ptCount val="36"/>
                <c:pt idx="0">
                  <c:v>2.3042029999999998</c:v>
                </c:pt>
                <c:pt idx="1">
                  <c:v>2.3537319999999999</c:v>
                </c:pt>
                <c:pt idx="2">
                  <c:v>2.4192575999999999</c:v>
                </c:pt>
                <c:pt idx="3">
                  <c:v>2.4152515000000001</c:v>
                </c:pt>
                <c:pt idx="4">
                  <c:v>2.4502141000000002</c:v>
                </c:pt>
                <c:pt idx="5">
                  <c:v>2.4895277</c:v>
                </c:pt>
                <c:pt idx="6">
                  <c:v>2.5180425999999998</c:v>
                </c:pt>
                <c:pt idx="7">
                  <c:v>2.5598652</c:v>
                </c:pt>
                <c:pt idx="8">
                  <c:v>2.6478944000000002</c:v>
                </c:pt>
                <c:pt idx="9">
                  <c:v>2.6674502000000002</c:v>
                </c:pt>
                <c:pt idx="10">
                  <c:v>2.7528039999999998</c:v>
                </c:pt>
                <c:pt idx="11">
                  <c:v>2.8702179999999999</c:v>
                </c:pt>
                <c:pt idx="12">
                  <c:v>3.1333869000000001</c:v>
                </c:pt>
                <c:pt idx="13">
                  <c:v>3.4081313999999998</c:v>
                </c:pt>
                <c:pt idx="14">
                  <c:v>3.6843602999999998</c:v>
                </c:pt>
                <c:pt idx="15">
                  <c:v>3.8642970000000001</c:v>
                </c:pt>
                <c:pt idx="16">
                  <c:v>3.9845109999999999</c:v>
                </c:pt>
                <c:pt idx="17">
                  <c:v>3.9804746999999998</c:v>
                </c:pt>
                <c:pt idx="18">
                  <c:v>4.0657243999999997</c:v>
                </c:pt>
                <c:pt idx="19">
                  <c:v>4.0425424999999997</c:v>
                </c:pt>
                <c:pt idx="20">
                  <c:v>3.9447982000000001</c:v>
                </c:pt>
                <c:pt idx="21">
                  <c:v>3.8079795999999999</c:v>
                </c:pt>
                <c:pt idx="22">
                  <c:v>3.6811476000000001</c:v>
                </c:pt>
                <c:pt idx="23">
                  <c:v>3.4886347999999998</c:v>
                </c:pt>
                <c:pt idx="24">
                  <c:v>3.4095209</c:v>
                </c:pt>
                <c:pt idx="25">
                  <c:v>3.2701807000000001</c:v>
                </c:pt>
                <c:pt idx="26">
                  <c:v>3.1138880000000002</c:v>
                </c:pt>
                <c:pt idx="27">
                  <c:v>3.0203025000000001</c:v>
                </c:pt>
                <c:pt idx="28">
                  <c:v>2.9384570000000001</c:v>
                </c:pt>
                <c:pt idx="29">
                  <c:v>2.8756336999999998</c:v>
                </c:pt>
                <c:pt idx="30">
                  <c:v>2.8342253999999998</c:v>
                </c:pt>
                <c:pt idx="31">
                  <c:v>2.7939069999999999</c:v>
                </c:pt>
                <c:pt idx="32">
                  <c:v>2.7684312000000002</c:v>
                </c:pt>
                <c:pt idx="33">
                  <c:v>2.7132274999999999</c:v>
                </c:pt>
                <c:pt idx="34">
                  <c:v>2.6632802</c:v>
                </c:pt>
                <c:pt idx="35">
                  <c:v>2.6250206999999999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F4-4EC8-A27A-35CC9E44A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250814 07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'20250814_07'!$J$38:$J$73</c:f>
              <c:numCache>
                <c:formatCode>General</c:formatCode>
                <c:ptCount val="36"/>
                <c:pt idx="0">
                  <c:v>1.5740000000000001</c:v>
                </c:pt>
                <c:pt idx="1">
                  <c:v>1.708</c:v>
                </c:pt>
                <c:pt idx="2">
                  <c:v>0.58199999999999996</c:v>
                </c:pt>
                <c:pt idx="3">
                  <c:v>0.48599999999999999</c:v>
                </c:pt>
                <c:pt idx="4">
                  <c:v>2.3159999999999998</c:v>
                </c:pt>
                <c:pt idx="5">
                  <c:v>6.8520000000000003</c:v>
                </c:pt>
                <c:pt idx="6">
                  <c:v>15.135</c:v>
                </c:pt>
                <c:pt idx="7">
                  <c:v>4.3819999999999997</c:v>
                </c:pt>
                <c:pt idx="8">
                  <c:v>0.498</c:v>
                </c:pt>
                <c:pt idx="9">
                  <c:v>0.125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0.251</c:v>
                </c:pt>
                <c:pt idx="21">
                  <c:v>0.57199999999999995</c:v>
                </c:pt>
                <c:pt idx="22">
                  <c:v>0.17699999999999999</c:v>
                </c:pt>
                <c:pt idx="23">
                  <c:v>1.6E-2</c:v>
                </c:pt>
                <c:pt idx="24">
                  <c:v>0</c:v>
                </c:pt>
                <c:pt idx="25">
                  <c:v>1.6E-2</c:v>
                </c:pt>
                <c:pt idx="26">
                  <c:v>0.161</c:v>
                </c:pt>
                <c:pt idx="27">
                  <c:v>0.373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F-450E-8A8C-58D57B94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'20250814_07'!$I$38:$I$73</c:f>
              <c:numCache>
                <c:formatCode>General</c:formatCode>
                <c:ptCount val="36"/>
                <c:pt idx="0">
                  <c:v>2.88</c:v>
                </c:pt>
                <c:pt idx="1">
                  <c:v>2.89</c:v>
                </c:pt>
                <c:pt idx="2">
                  <c:v>2.87</c:v>
                </c:pt>
                <c:pt idx="3">
                  <c:v>2.85</c:v>
                </c:pt>
                <c:pt idx="4">
                  <c:v>2.84</c:v>
                </c:pt>
                <c:pt idx="5">
                  <c:v>2.85</c:v>
                </c:pt>
                <c:pt idx="6">
                  <c:v>2.97</c:v>
                </c:pt>
                <c:pt idx="7">
                  <c:v>3.25</c:v>
                </c:pt>
                <c:pt idx="8">
                  <c:v>3.53</c:v>
                </c:pt>
                <c:pt idx="9">
                  <c:v>3.84</c:v>
                </c:pt>
                <c:pt idx="10">
                  <c:v>4.01</c:v>
                </c:pt>
                <c:pt idx="11">
                  <c:v>4.0599999999999996</c:v>
                </c:pt>
                <c:pt idx="12">
                  <c:v>4.0599999999999996</c:v>
                </c:pt>
                <c:pt idx="13">
                  <c:v>4.0199999999999996</c:v>
                </c:pt>
                <c:pt idx="14">
                  <c:v>3.95</c:v>
                </c:pt>
                <c:pt idx="15">
                  <c:v>3.85</c:v>
                </c:pt>
                <c:pt idx="16">
                  <c:v>3.72</c:v>
                </c:pt>
                <c:pt idx="17">
                  <c:v>3.59</c:v>
                </c:pt>
                <c:pt idx="18">
                  <c:v>3.47</c:v>
                </c:pt>
                <c:pt idx="19">
                  <c:v>3.37</c:v>
                </c:pt>
                <c:pt idx="20">
                  <c:v>3.28</c:v>
                </c:pt>
                <c:pt idx="21">
                  <c:v>3.2</c:v>
                </c:pt>
                <c:pt idx="22">
                  <c:v>3.11</c:v>
                </c:pt>
                <c:pt idx="23">
                  <c:v>3.04</c:v>
                </c:pt>
                <c:pt idx="24">
                  <c:v>2.97</c:v>
                </c:pt>
                <c:pt idx="25">
                  <c:v>2.91</c:v>
                </c:pt>
                <c:pt idx="26">
                  <c:v>2.85</c:v>
                </c:pt>
                <c:pt idx="27">
                  <c:v>2.81</c:v>
                </c:pt>
                <c:pt idx="28">
                  <c:v>2.79</c:v>
                </c:pt>
                <c:pt idx="29">
                  <c:v>2.77</c:v>
                </c:pt>
                <c:pt idx="30">
                  <c:v>2.76</c:v>
                </c:pt>
                <c:pt idx="31">
                  <c:v>2.75</c:v>
                </c:pt>
                <c:pt idx="32">
                  <c:v>2.75</c:v>
                </c:pt>
                <c:pt idx="33">
                  <c:v>2.74</c:v>
                </c:pt>
                <c:pt idx="34">
                  <c:v>2.72</c:v>
                </c:pt>
                <c:pt idx="35">
                  <c:v>2.71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3F-450E-8A8C-58D57B94EF2C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'20250814_07'!$M$38:$M$73</c:f>
              <c:numCache>
                <c:formatCode>0.00</c:formatCode>
                <c:ptCount val="36"/>
                <c:pt idx="0">
                  <c:v>2.8580681999999999</c:v>
                </c:pt>
                <c:pt idx="1">
                  <c:v>2.8724294000000001</c:v>
                </c:pt>
                <c:pt idx="2">
                  <c:v>2.8947113</c:v>
                </c:pt>
                <c:pt idx="3">
                  <c:v>2.898746</c:v>
                </c:pt>
                <c:pt idx="4">
                  <c:v>2.943101</c:v>
                </c:pt>
                <c:pt idx="5">
                  <c:v>3.0434961</c:v>
                </c:pt>
                <c:pt idx="6">
                  <c:v>3.2063847000000001</c:v>
                </c:pt>
                <c:pt idx="7">
                  <c:v>3.4826429999999999</c:v>
                </c:pt>
                <c:pt idx="8">
                  <c:v>3.7781923000000002</c:v>
                </c:pt>
                <c:pt idx="9">
                  <c:v>3.9982310000000001</c:v>
                </c:pt>
                <c:pt idx="10">
                  <c:v>4.0971856000000004</c:v>
                </c:pt>
                <c:pt idx="11">
                  <c:v>4.2465710000000003</c:v>
                </c:pt>
                <c:pt idx="12">
                  <c:v>4.2316593999999998</c:v>
                </c:pt>
                <c:pt idx="13">
                  <c:v>4.1581916999999997</c:v>
                </c:pt>
                <c:pt idx="14">
                  <c:v>4.0780276999999998</c:v>
                </c:pt>
                <c:pt idx="15">
                  <c:v>4.0355433999999999</c:v>
                </c:pt>
                <c:pt idx="16">
                  <c:v>3.9926080000000002</c:v>
                </c:pt>
                <c:pt idx="17">
                  <c:v>3.9758043000000001</c:v>
                </c:pt>
                <c:pt idx="18">
                  <c:v>3.8775469999999999</c:v>
                </c:pt>
                <c:pt idx="19">
                  <c:v>3.8517722999999999</c:v>
                </c:pt>
                <c:pt idx="20">
                  <c:v>3.7660773000000001</c:v>
                </c:pt>
                <c:pt idx="21">
                  <c:v>3.6260161000000002</c:v>
                </c:pt>
                <c:pt idx="22">
                  <c:v>3.5108337000000001</c:v>
                </c:pt>
                <c:pt idx="23">
                  <c:v>3.3975759999999999</c:v>
                </c:pt>
                <c:pt idx="24">
                  <c:v>3.2707305</c:v>
                </c:pt>
                <c:pt idx="25">
                  <c:v>3.1909819000000001</c:v>
                </c:pt>
                <c:pt idx="26">
                  <c:v>3.1077024999999998</c:v>
                </c:pt>
                <c:pt idx="27">
                  <c:v>3.0324233</c:v>
                </c:pt>
                <c:pt idx="28">
                  <c:v>2.9682333000000001</c:v>
                </c:pt>
                <c:pt idx="29">
                  <c:v>2.9114816000000001</c:v>
                </c:pt>
                <c:pt idx="30">
                  <c:v>2.8252518000000002</c:v>
                </c:pt>
                <c:pt idx="31">
                  <c:v>2.7745516000000001</c:v>
                </c:pt>
                <c:pt idx="32">
                  <c:v>2.7175514999999999</c:v>
                </c:pt>
                <c:pt idx="33">
                  <c:v>2.6732326</c:v>
                </c:pt>
                <c:pt idx="34">
                  <c:v>2.6358488000000002</c:v>
                </c:pt>
                <c:pt idx="35">
                  <c:v>2.6006111999999999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3F-450E-8A8C-58D57B94EF2C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'20250814_07'!$O$38:$O$73</c:f>
              <c:numCache>
                <c:formatCode>0.00</c:formatCode>
                <c:ptCount val="36"/>
                <c:pt idx="0">
                  <c:v>2.8712569999999999</c:v>
                </c:pt>
                <c:pt idx="1">
                  <c:v>2.8699734000000001</c:v>
                </c:pt>
                <c:pt idx="2">
                  <c:v>2.8693420000000001</c:v>
                </c:pt>
                <c:pt idx="3">
                  <c:v>2.9573727000000001</c:v>
                </c:pt>
                <c:pt idx="4">
                  <c:v>2.9908260000000002</c:v>
                </c:pt>
                <c:pt idx="5">
                  <c:v>3.0585684999999998</c:v>
                </c:pt>
                <c:pt idx="6">
                  <c:v>3.1870134000000001</c:v>
                </c:pt>
                <c:pt idx="7">
                  <c:v>3.4078814999999998</c:v>
                </c:pt>
                <c:pt idx="8">
                  <c:v>3.7457625999999999</c:v>
                </c:pt>
                <c:pt idx="9">
                  <c:v>3.9626899</c:v>
                </c:pt>
                <c:pt idx="10">
                  <c:v>4.0600909999999999</c:v>
                </c:pt>
                <c:pt idx="11">
                  <c:v>4.032559</c:v>
                </c:pt>
                <c:pt idx="12">
                  <c:v>3.943003</c:v>
                </c:pt>
                <c:pt idx="13">
                  <c:v>3.8660019999999999</c:v>
                </c:pt>
                <c:pt idx="14">
                  <c:v>3.6784558000000001</c:v>
                </c:pt>
                <c:pt idx="15">
                  <c:v>3.5479617000000001</c:v>
                </c:pt>
                <c:pt idx="16">
                  <c:v>3.4338758</c:v>
                </c:pt>
                <c:pt idx="17">
                  <c:v>3.3173213000000001</c:v>
                </c:pt>
                <c:pt idx="18">
                  <c:v>3.3093897999999999</c:v>
                </c:pt>
                <c:pt idx="19">
                  <c:v>3.2691721999999999</c:v>
                </c:pt>
                <c:pt idx="20">
                  <c:v>3.2177419999999999</c:v>
                </c:pt>
                <c:pt idx="21">
                  <c:v>3.0975206000000002</c:v>
                </c:pt>
                <c:pt idx="22">
                  <c:v>3.0290666000000002</c:v>
                </c:pt>
                <c:pt idx="23">
                  <c:v>2.9552616999999999</c:v>
                </c:pt>
                <c:pt idx="24">
                  <c:v>2.8921193999999999</c:v>
                </c:pt>
                <c:pt idx="25">
                  <c:v>2.8277147</c:v>
                </c:pt>
                <c:pt idx="26">
                  <c:v>2.7236476000000001</c:v>
                </c:pt>
                <c:pt idx="27">
                  <c:v>2.6869082</c:v>
                </c:pt>
                <c:pt idx="28">
                  <c:v>2.6475529999999998</c:v>
                </c:pt>
                <c:pt idx="29">
                  <c:v>2.6244953</c:v>
                </c:pt>
                <c:pt idx="30">
                  <c:v>2.5962124000000002</c:v>
                </c:pt>
                <c:pt idx="31">
                  <c:v>2.579453</c:v>
                </c:pt>
                <c:pt idx="32">
                  <c:v>2.5751406999999999</c:v>
                </c:pt>
                <c:pt idx="33">
                  <c:v>2.5525967999999999</c:v>
                </c:pt>
                <c:pt idx="34">
                  <c:v>2.5326027999999998</c:v>
                </c:pt>
                <c:pt idx="35">
                  <c:v>2.5143665999999998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3F-450E-8A8C-58D57B94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99B05-322E-4881-8AFC-24BE6ABF9E0A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5D948-C0D5-4500-8F51-8E2E38A97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7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302ED-8E6F-44A6-A304-0D101809119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7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302ED-8E6F-44A6-A304-0D101809119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98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3BB088E-FEA7-4376-862C-D8447E875678}"/>
              </a:ext>
            </a:extLst>
          </p:cNvPr>
          <p:cNvCxnSpPr>
            <a:cxnSpLocks/>
          </p:cNvCxnSpPr>
          <p:nvPr userDrawn="1"/>
        </p:nvCxnSpPr>
        <p:spPr>
          <a:xfrm>
            <a:off x="1" y="6659757"/>
            <a:ext cx="12192000" cy="0"/>
          </a:xfrm>
          <a:prstGeom prst="line">
            <a:avLst/>
          </a:prstGeom>
          <a:ln w="19050">
            <a:solidFill>
              <a:srgbClr val="38A1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E20590-72BB-4AEE-9036-39742F669250}"/>
              </a:ext>
            </a:extLst>
          </p:cNvPr>
          <p:cNvSpPr txBox="1"/>
          <p:nvPr userDrawn="1"/>
        </p:nvSpPr>
        <p:spPr>
          <a:xfrm>
            <a:off x="7241427" y="6658869"/>
            <a:ext cx="40698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스마트시티 도시 인프라 지능화 </a:t>
            </a:r>
            <a:r>
              <a:rPr lang="ko-KR" altLang="en-US" sz="900" b="1" dirty="0" err="1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기술통합실증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A1815703-9C20-4833-BA36-8B93810F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7619" y="6658869"/>
            <a:ext cx="874381" cy="198914"/>
          </a:xfrm>
        </p:spPr>
        <p:txBody>
          <a:bodyPr/>
          <a:lstStyle>
            <a:lvl1pPr>
              <a:defRPr sz="1000"/>
            </a:lvl1pPr>
          </a:lstStyle>
          <a:p>
            <a:fld id="{0745BAA6-4854-493F-BF99-1CD87D287CC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67E6E5A-6BA7-4940-976C-2388F4CC050C}"/>
              </a:ext>
            </a:extLst>
          </p:cNvPr>
          <p:cNvCxnSpPr>
            <a:cxnSpLocks/>
          </p:cNvCxnSpPr>
          <p:nvPr userDrawn="1"/>
        </p:nvCxnSpPr>
        <p:spPr>
          <a:xfrm>
            <a:off x="827252" y="765869"/>
            <a:ext cx="10659849" cy="0"/>
          </a:xfrm>
          <a:prstGeom prst="line">
            <a:avLst/>
          </a:prstGeom>
          <a:ln w="38100">
            <a:solidFill>
              <a:srgbClr val="38A1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1">
            <a:extLst>
              <a:ext uri="{FF2B5EF4-FFF2-40B4-BE49-F238E27FC236}">
                <a16:creationId xmlns:a16="http://schemas.microsoft.com/office/drawing/2014/main" id="{992082DC-2D64-4620-AA5F-81C34AE9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52" y="217521"/>
            <a:ext cx="8256016" cy="431575"/>
          </a:xfrm>
        </p:spPr>
        <p:txBody>
          <a:bodyPr>
            <a:normAutofit/>
          </a:bodyPr>
          <a:lstStyle>
            <a:lvl1pPr>
              <a:defRPr sz="2400" b="1" spc="-1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0" name="Picture 2" descr="E:\Works\비트컴퓨터\work\PNG\4d_1.png">
            <a:extLst>
              <a:ext uri="{FF2B5EF4-FFF2-40B4-BE49-F238E27FC236}">
                <a16:creationId xmlns:a16="http://schemas.microsoft.com/office/drawing/2014/main" id="{9F533394-E8B7-4F12-B339-2BA68123A0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 l="2284" b="93038"/>
          <a:stretch>
            <a:fillRect/>
          </a:stretch>
        </p:blipFill>
        <p:spPr bwMode="auto">
          <a:xfrm>
            <a:off x="121574" y="-2183"/>
            <a:ext cx="12070426" cy="4774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360567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52146" y="3105834"/>
            <a:ext cx="508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j-ea"/>
                <a:ea typeface="+mj-ea"/>
              </a:rPr>
              <a:t>이전</a:t>
            </a:r>
            <a:r>
              <a:rPr lang="en-US" altLang="ko-KR" sz="3600" b="1" dirty="0">
                <a:latin typeface="+mj-ea"/>
                <a:ea typeface="+mj-ea"/>
              </a:rPr>
              <a:t> </a:t>
            </a:r>
            <a:r>
              <a:rPr lang="ko-KR" altLang="en-US" sz="3600" b="1" dirty="0">
                <a:latin typeface="+mj-ea"/>
                <a:ea typeface="+mj-ea"/>
              </a:rPr>
              <a:t>학습 결과</a:t>
            </a:r>
            <a:endParaRPr lang="ko-KR" altLang="en-US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1931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D166AF-DCA1-4C87-979D-322526BAD0C7}"/>
              </a:ext>
            </a:extLst>
          </p:cNvPr>
          <p:cNvSpPr txBox="1"/>
          <p:nvPr/>
        </p:nvSpPr>
        <p:spPr>
          <a:xfrm>
            <a:off x="1703193" y="143621"/>
            <a:ext cx="387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38A1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3200" dirty="0">
              <a:solidFill>
                <a:srgbClr val="38A1D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1F779-D4C2-4745-84BE-5CBD1F9CDFEE}"/>
              </a:ext>
            </a:extLst>
          </p:cNvPr>
          <p:cNvSpPr txBox="1"/>
          <p:nvPr/>
        </p:nvSpPr>
        <p:spPr>
          <a:xfrm>
            <a:off x="2129276" y="205177"/>
            <a:ext cx="673113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dirty="0" err="1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자문내용</a:t>
            </a:r>
            <a:endParaRPr lang="ko-KR" altLang="en-US" sz="240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4B87D59-FE34-4DD0-807A-93226D56591F}"/>
              </a:ext>
            </a:extLst>
          </p:cNvPr>
          <p:cNvSpPr txBox="1"/>
          <p:nvPr/>
        </p:nvSpPr>
        <p:spPr>
          <a:xfrm>
            <a:off x="8664283" y="66677"/>
            <a:ext cx="1926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II. </a:t>
            </a:r>
            <a:r>
              <a:rPr lang="ko-KR" altLang="en-US" sz="1200" b="1" spc="-150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자문사항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263A66D-B5F1-4758-ABB5-B4207FB3346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168" y="414886"/>
            <a:ext cx="1326615" cy="288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CF7C82-F397-404E-AC28-B7EDE04DC121}"/>
              </a:ext>
            </a:extLst>
          </p:cNvPr>
          <p:cNvSpPr txBox="1"/>
          <p:nvPr/>
        </p:nvSpPr>
        <p:spPr>
          <a:xfrm>
            <a:off x="1588294" y="845799"/>
            <a:ext cx="9006082" cy="766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4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자문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탄천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수위 예측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모델의 예측 성능 향상 방안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예측 시간을 단축하여 기존 모델과 비교한 결과 시간대별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R2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편차가 크게 발생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b="0" dirty="0"/>
              <a:t>±0.19 ~ 0.62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예측 정확도의 편차를 줄이기 위한 개선 방안 마련 필요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6276547" y="2385708"/>
          <a:ext cx="4177499" cy="20940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101">
                  <a:extLst>
                    <a:ext uri="{9D8B030D-6E8A-4147-A177-3AD203B41FA5}">
                      <a16:colId xmlns:a16="http://schemas.microsoft.com/office/drawing/2014/main" val="758660999"/>
                    </a:ext>
                  </a:extLst>
                </a:gridCol>
                <a:gridCol w="672431">
                  <a:extLst>
                    <a:ext uri="{9D8B030D-6E8A-4147-A177-3AD203B41FA5}">
                      <a16:colId xmlns:a16="http://schemas.microsoft.com/office/drawing/2014/main" val="3251186281"/>
                    </a:ext>
                  </a:extLst>
                </a:gridCol>
                <a:gridCol w="649563">
                  <a:extLst>
                    <a:ext uri="{9D8B030D-6E8A-4147-A177-3AD203B41FA5}">
                      <a16:colId xmlns:a16="http://schemas.microsoft.com/office/drawing/2014/main" val="343511115"/>
                    </a:ext>
                  </a:extLst>
                </a:gridCol>
                <a:gridCol w="571101">
                  <a:extLst>
                    <a:ext uri="{9D8B030D-6E8A-4147-A177-3AD203B41FA5}">
                      <a16:colId xmlns:a16="http://schemas.microsoft.com/office/drawing/2014/main" val="3566090966"/>
                    </a:ext>
                  </a:extLst>
                </a:gridCol>
                <a:gridCol w="571101">
                  <a:extLst>
                    <a:ext uri="{9D8B030D-6E8A-4147-A177-3AD203B41FA5}">
                      <a16:colId xmlns:a16="http://schemas.microsoft.com/office/drawing/2014/main" val="2647044328"/>
                    </a:ext>
                  </a:extLst>
                </a:gridCol>
                <a:gridCol w="571101">
                  <a:extLst>
                    <a:ext uri="{9D8B030D-6E8A-4147-A177-3AD203B41FA5}">
                      <a16:colId xmlns:a16="http://schemas.microsoft.com/office/drawing/2014/main" val="1298752300"/>
                    </a:ext>
                  </a:extLst>
                </a:gridCol>
                <a:gridCol w="571101">
                  <a:extLst>
                    <a:ext uri="{9D8B030D-6E8A-4147-A177-3AD203B41FA5}">
                      <a16:colId xmlns:a16="http://schemas.microsoft.com/office/drawing/2014/main" val="3628950976"/>
                    </a:ext>
                  </a:extLst>
                </a:gridCol>
              </a:tblGrid>
              <a:tr h="3572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예측 </a:t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목표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예측 </a:t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일시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예측 </a:t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기간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R2 Score</a:t>
                      </a:r>
                      <a:br>
                        <a:rPr lang="en-US" sz="1100" b="1" u="none" strike="noStrike" dirty="0">
                          <a:effectLst/>
                        </a:rPr>
                      </a:br>
                      <a:r>
                        <a:rPr lang="en-US" sz="1100" b="1" u="none" strike="noStrike" dirty="0">
                          <a:effectLst/>
                        </a:rPr>
                        <a:t>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MSE</a:t>
                      </a:r>
                      <a:br>
                        <a:rPr lang="en-US" sz="1100" b="1" u="none" strike="noStrike" dirty="0">
                          <a:effectLst/>
                        </a:rPr>
                      </a:br>
                      <a:r>
                        <a:rPr lang="en-US" sz="11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100" b="1" dirty="0"/>
                        <a:t>m²)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MAE</a:t>
                      </a:r>
                      <a:br>
                        <a:rPr lang="en-US" sz="1100" b="1" u="none" strike="noStrike" dirty="0">
                          <a:effectLst/>
                        </a:rPr>
                      </a:br>
                      <a:r>
                        <a:rPr lang="en-US" sz="1100" b="1" u="none" strike="noStrike" dirty="0">
                          <a:effectLst/>
                        </a:rPr>
                        <a:t>(m)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RMSE</a:t>
                      </a:r>
                      <a:br>
                        <a:rPr lang="en-US" sz="1100" b="1" u="none" strike="noStrike" dirty="0">
                          <a:effectLst/>
                        </a:rPr>
                      </a:br>
                      <a:r>
                        <a:rPr lang="en-US" sz="1100" b="1" u="none" strike="noStrike" dirty="0">
                          <a:effectLst/>
                        </a:rPr>
                        <a:t>(m)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1849422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궁내교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08.14 04</a:t>
                      </a:r>
                      <a:r>
                        <a:rPr lang="ko-KR" altLang="en-US" sz="1100" u="none" strike="noStrike" dirty="0">
                          <a:effectLst/>
                        </a:rPr>
                        <a:t>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12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0.822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0.144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9253167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0.833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0.019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0.109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0.139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1216968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08.14 05</a:t>
                      </a:r>
                      <a:r>
                        <a:rPr lang="ko-KR" altLang="en-US" sz="1100" u="none" strike="noStrike">
                          <a:effectLst/>
                        </a:rPr>
                        <a:t>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12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0.095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0.115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0569017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0.074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0.086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2070713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08.14 06</a:t>
                      </a:r>
                      <a:r>
                        <a:rPr lang="ko-KR" altLang="en-US" sz="1100" u="none" strike="noStrike">
                          <a:effectLst/>
                        </a:rPr>
                        <a:t>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12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5297039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0.273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0.029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0.152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0.172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0739393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08.14 07</a:t>
                      </a:r>
                      <a:r>
                        <a:rPr lang="ko-KR" altLang="en-US" sz="1100" u="none" strike="noStrike" dirty="0">
                          <a:effectLst/>
                        </a:rPr>
                        <a:t>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12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0.115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6943237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r>
                        <a:rPr lang="ko-KR" altLang="en-US" sz="1100" u="none" strike="noStrike" dirty="0">
                          <a:effectLst/>
                        </a:rPr>
                        <a:t>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0.756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0.096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6092455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1588294" y="4403413"/>
            <a:ext cx="2262121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25.08.14 06</a:t>
            </a:r>
            <a:r>
              <a:rPr lang="ko-KR" altLang="en-US" sz="1200" dirty="0"/>
              <a:t>시 수위 예측 그래프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884730" y="2305667"/>
            <a:ext cx="2325079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25.08.14 05</a:t>
            </a:r>
            <a:r>
              <a:rPr lang="ko-KR" altLang="en-US" sz="1200" dirty="0"/>
              <a:t>시 수위 예측 그래프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600253" y="2302281"/>
            <a:ext cx="2250162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25.08.14 04</a:t>
            </a:r>
            <a:r>
              <a:rPr lang="ko-KR" altLang="en-US" sz="1200" dirty="0"/>
              <a:t>시 수위 예측 그래프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276547" y="2123454"/>
            <a:ext cx="4177499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25.08.14 </a:t>
            </a:r>
            <a:r>
              <a:rPr lang="ko-KR" altLang="en-US" sz="1200" dirty="0"/>
              <a:t>시간대별 수위 예측 결과 </a:t>
            </a:r>
            <a:r>
              <a:rPr lang="ko-KR" altLang="en-US" sz="1200" dirty="0" err="1"/>
              <a:t>메트릭</a:t>
            </a:r>
            <a:endParaRPr lang="ko-KR" altLang="en-US" sz="1200" dirty="0"/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647212"/>
              </p:ext>
            </p:extLst>
          </p:nvPr>
        </p:nvGraphicFramePr>
        <p:xfrm>
          <a:off x="6276547" y="5100613"/>
          <a:ext cx="4177499" cy="108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0250">
                  <a:extLst>
                    <a:ext uri="{9D8B030D-6E8A-4147-A177-3AD203B41FA5}">
                      <a16:colId xmlns:a16="http://schemas.microsoft.com/office/drawing/2014/main" val="758660999"/>
                    </a:ext>
                  </a:extLst>
                </a:gridCol>
                <a:gridCol w="1483856">
                  <a:extLst>
                    <a:ext uri="{9D8B030D-6E8A-4147-A177-3AD203B41FA5}">
                      <a16:colId xmlns:a16="http://schemas.microsoft.com/office/drawing/2014/main" val="3251186281"/>
                    </a:ext>
                  </a:extLst>
                </a:gridCol>
                <a:gridCol w="1433393">
                  <a:extLst>
                    <a:ext uri="{9D8B030D-6E8A-4147-A177-3AD203B41FA5}">
                      <a16:colId xmlns:a16="http://schemas.microsoft.com/office/drawing/2014/main" val="343511115"/>
                    </a:ext>
                  </a:extLst>
                </a:gridCol>
              </a:tblGrid>
              <a:tr h="2171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예측 일시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12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시간 예측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R2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ko-KR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시간 예측 </a:t>
                      </a:r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R2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9253167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25.08.14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04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0.83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1216968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25.08.14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05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0.81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0.89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0569017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25.08.14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06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0.27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2070713"/>
                  </a:ext>
                </a:extLst>
              </a:tr>
              <a:tr h="220104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25.08.14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07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0.81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0.75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5297039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6276547" y="4842063"/>
            <a:ext cx="4177499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궁내교</a:t>
            </a:r>
            <a:r>
              <a:rPr lang="ko-KR" altLang="en-US" sz="1200" dirty="0"/>
              <a:t> 수위 예측 결과 요약 </a:t>
            </a:r>
            <a:r>
              <a:rPr lang="en-US" altLang="ko-KR" sz="1200" dirty="0"/>
              <a:t>(12</a:t>
            </a:r>
            <a:r>
              <a:rPr lang="ko-KR" altLang="en-US" sz="1200" dirty="0"/>
              <a:t>시간 예측 </a:t>
            </a:r>
            <a:r>
              <a:rPr lang="en-US" altLang="ko-KR" sz="1200" dirty="0"/>
              <a:t>: 6</a:t>
            </a:r>
            <a:r>
              <a:rPr lang="ko-KR" altLang="en-US" sz="1200" dirty="0"/>
              <a:t>시간 예측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" name="아래쪽 화살표 3"/>
          <p:cNvSpPr/>
          <p:nvPr/>
        </p:nvSpPr>
        <p:spPr>
          <a:xfrm rot="10800000">
            <a:off x="10281761" y="5557693"/>
            <a:ext cx="146649" cy="17136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아래쪽 화살표 22"/>
          <p:cNvSpPr/>
          <p:nvPr/>
        </p:nvSpPr>
        <p:spPr>
          <a:xfrm rot="10800000">
            <a:off x="10281760" y="5992042"/>
            <a:ext cx="146649" cy="17136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 rot="10800000">
            <a:off x="8860409" y="5992042"/>
            <a:ext cx="146649" cy="17136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아래쪽 화살표 24"/>
          <p:cNvSpPr/>
          <p:nvPr/>
        </p:nvSpPr>
        <p:spPr>
          <a:xfrm>
            <a:off x="8860408" y="5557693"/>
            <a:ext cx="146649" cy="17136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아래쪽 화살표 25"/>
          <p:cNvSpPr/>
          <p:nvPr/>
        </p:nvSpPr>
        <p:spPr>
          <a:xfrm>
            <a:off x="8860408" y="5785547"/>
            <a:ext cx="146649" cy="17136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아래쪽 화살표 26"/>
          <p:cNvSpPr/>
          <p:nvPr/>
        </p:nvSpPr>
        <p:spPr>
          <a:xfrm>
            <a:off x="10281759" y="5777406"/>
            <a:ext cx="146649" cy="17136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0281758" y="5407570"/>
            <a:ext cx="146649" cy="628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8860407" y="5407570"/>
            <a:ext cx="146649" cy="628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881441" y="4421295"/>
            <a:ext cx="2320274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25.08.14 07</a:t>
            </a:r>
            <a:r>
              <a:rPr lang="ko-KR" altLang="en-US" sz="1200" dirty="0"/>
              <a:t>시 수위 예측 그래프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729" y="4662643"/>
            <a:ext cx="2316986" cy="136163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027" y="4667178"/>
            <a:ext cx="2272906" cy="13571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9534" y="2583500"/>
            <a:ext cx="2352698" cy="142142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8294" y="2568642"/>
            <a:ext cx="2262121" cy="142588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058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D166AF-DCA1-4C87-979D-322526BAD0C7}"/>
              </a:ext>
            </a:extLst>
          </p:cNvPr>
          <p:cNvSpPr txBox="1"/>
          <p:nvPr/>
        </p:nvSpPr>
        <p:spPr>
          <a:xfrm>
            <a:off x="1703193" y="143621"/>
            <a:ext cx="387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38A1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3200" dirty="0">
              <a:solidFill>
                <a:srgbClr val="38A1D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1F779-D4C2-4745-84BE-5CBD1F9CDFEE}"/>
              </a:ext>
            </a:extLst>
          </p:cNvPr>
          <p:cNvSpPr txBox="1"/>
          <p:nvPr/>
        </p:nvSpPr>
        <p:spPr>
          <a:xfrm>
            <a:off x="2129276" y="205177"/>
            <a:ext cx="673113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dirty="0" err="1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자문내용</a:t>
            </a:r>
            <a:endParaRPr lang="ko-KR" altLang="en-US" sz="240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4B87D59-FE34-4DD0-807A-93226D56591F}"/>
              </a:ext>
            </a:extLst>
          </p:cNvPr>
          <p:cNvSpPr txBox="1"/>
          <p:nvPr/>
        </p:nvSpPr>
        <p:spPr>
          <a:xfrm>
            <a:off x="8664283" y="66677"/>
            <a:ext cx="1926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II. </a:t>
            </a:r>
            <a:r>
              <a:rPr lang="ko-KR" altLang="en-US" sz="1200" b="1" spc="-150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자문사항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263A66D-B5F1-4758-ABB5-B4207FB3346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168" y="414886"/>
            <a:ext cx="1326615" cy="288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CF7C82-F397-404E-AC28-B7EDE04DC121}"/>
              </a:ext>
            </a:extLst>
          </p:cNvPr>
          <p:cNvSpPr txBox="1"/>
          <p:nvPr/>
        </p:nvSpPr>
        <p:spPr>
          <a:xfrm>
            <a:off x="1588294" y="845799"/>
            <a:ext cx="9006082" cy="766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4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자문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탄천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하류 수위 예측 성능 편차를 줄일 방안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상류 지점인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지점이 하류 지점인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지점보다 낮은 예측 정확도를 보이고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상류 지점의 정확도가 상대적으로 낮은 원인과 해결 방법 탐색 필요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754950" y="5094037"/>
            <a:ext cx="4209265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Case 3) 25.07.16 18</a:t>
            </a:r>
            <a:r>
              <a:rPr lang="ko-KR" altLang="en-US" sz="1200" dirty="0"/>
              <a:t>시 수위 예측 그래프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745785" y="3500845"/>
            <a:ext cx="4209265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Case 2) 25.07.16 17</a:t>
            </a:r>
            <a:r>
              <a:rPr lang="ko-KR" altLang="en-US" sz="1200" dirty="0"/>
              <a:t>시 수위 예측 그래프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745784" y="1920137"/>
            <a:ext cx="4209265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Case 1) 25.07.16 16</a:t>
            </a:r>
            <a:r>
              <a:rPr lang="ko-KR" altLang="en-US" sz="1200" dirty="0"/>
              <a:t>시 수위 예측 그래프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6091336" y="2163700"/>
          <a:ext cx="4447513" cy="1257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359">
                  <a:extLst>
                    <a:ext uri="{9D8B030D-6E8A-4147-A177-3AD203B41FA5}">
                      <a16:colId xmlns:a16="http://schemas.microsoft.com/office/drawing/2014/main" val="3797636380"/>
                    </a:ext>
                  </a:extLst>
                </a:gridCol>
                <a:gridCol w="635359">
                  <a:extLst>
                    <a:ext uri="{9D8B030D-6E8A-4147-A177-3AD203B41FA5}">
                      <a16:colId xmlns:a16="http://schemas.microsoft.com/office/drawing/2014/main" val="814751292"/>
                    </a:ext>
                  </a:extLst>
                </a:gridCol>
                <a:gridCol w="635359">
                  <a:extLst>
                    <a:ext uri="{9D8B030D-6E8A-4147-A177-3AD203B41FA5}">
                      <a16:colId xmlns:a16="http://schemas.microsoft.com/office/drawing/2014/main" val="129201381"/>
                    </a:ext>
                  </a:extLst>
                </a:gridCol>
                <a:gridCol w="635359">
                  <a:extLst>
                    <a:ext uri="{9D8B030D-6E8A-4147-A177-3AD203B41FA5}">
                      <a16:colId xmlns:a16="http://schemas.microsoft.com/office/drawing/2014/main" val="3805792555"/>
                    </a:ext>
                  </a:extLst>
                </a:gridCol>
                <a:gridCol w="635359">
                  <a:extLst>
                    <a:ext uri="{9D8B030D-6E8A-4147-A177-3AD203B41FA5}">
                      <a16:colId xmlns:a16="http://schemas.microsoft.com/office/drawing/2014/main" val="3208189328"/>
                    </a:ext>
                  </a:extLst>
                </a:gridCol>
                <a:gridCol w="635359">
                  <a:extLst>
                    <a:ext uri="{9D8B030D-6E8A-4147-A177-3AD203B41FA5}">
                      <a16:colId xmlns:a16="http://schemas.microsoft.com/office/drawing/2014/main" val="3544272886"/>
                    </a:ext>
                  </a:extLst>
                </a:gridCol>
                <a:gridCol w="635359">
                  <a:extLst>
                    <a:ext uri="{9D8B030D-6E8A-4147-A177-3AD203B41FA5}">
                      <a16:colId xmlns:a16="http://schemas.microsoft.com/office/drawing/2014/main" val="152661995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Case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 1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Case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 2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Case 3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534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궁내교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대곡교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궁내교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대곡교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궁내교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effectLst/>
                        </a:rPr>
                        <a:t>대곡교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03554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R2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0.760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0.902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0.452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0.882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0.677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0.860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65305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MSE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0.033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0.057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0.054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0.054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0.032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0.044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973824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MAE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0.146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0.166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0.173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0.185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0.157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0.181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15757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RMSE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0.182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0.240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0.234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0.233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0.180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0.210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666528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950" y="5340104"/>
            <a:ext cx="4209265" cy="124354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784" y="3759396"/>
            <a:ext cx="4209265" cy="123551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4950" y="2185488"/>
            <a:ext cx="4209265" cy="1235513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091336" y="1905150"/>
            <a:ext cx="4447513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Case </a:t>
            </a:r>
            <a:r>
              <a:rPr lang="ko-KR" altLang="en-US" sz="1200" dirty="0"/>
              <a:t>별 상</a:t>
            </a:r>
            <a:r>
              <a:rPr lang="en-US" altLang="ko-KR" sz="1200" dirty="0"/>
              <a:t>-</a:t>
            </a:r>
            <a:r>
              <a:rPr lang="ko-KR" altLang="en-US" sz="1200" dirty="0"/>
              <a:t>하류 예측 성능 비교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6291" y="3759396"/>
            <a:ext cx="3217601" cy="2776391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6697125" y="3504731"/>
            <a:ext cx="3226767" cy="258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탄천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소유역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티센망도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8096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52146" y="3105834"/>
            <a:ext cx="508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j-ea"/>
                <a:ea typeface="+mj-ea"/>
              </a:rPr>
              <a:t>학습 결과</a:t>
            </a:r>
            <a:endParaRPr lang="ko-KR" altLang="en-US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36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641971"/>
              </p:ext>
            </p:extLst>
          </p:nvPr>
        </p:nvGraphicFramePr>
        <p:xfrm>
          <a:off x="1140458" y="241932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64257" y="179110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064257" y="3817651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652323"/>
              </p:ext>
            </p:extLst>
          </p:nvPr>
        </p:nvGraphicFramePr>
        <p:xfrm>
          <a:off x="1140458" y="4427438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546838" y="5619425"/>
            <a:ext cx="11937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 </a:t>
            </a:r>
            <a:r>
              <a:rPr lang="en-US" altLang="ko-KR" dirty="0"/>
              <a:t>( 2014 </a:t>
            </a:r>
            <a:r>
              <a:rPr lang="ko-KR" altLang="en-US" dirty="0"/>
              <a:t>년 강우이벤트를 </a:t>
            </a:r>
            <a:r>
              <a:rPr lang="en-US" altLang="ko-KR" dirty="0"/>
              <a:t>Train</a:t>
            </a:r>
            <a:r>
              <a:rPr lang="ko-KR" altLang="en-US" dirty="0"/>
              <a:t>에서 </a:t>
            </a:r>
            <a:r>
              <a:rPr lang="en-US" altLang="ko-KR" dirty="0"/>
              <a:t>Test</a:t>
            </a:r>
            <a:r>
              <a:rPr lang="ko-KR" altLang="en-US" dirty="0"/>
              <a:t>로 이동 </a:t>
            </a:r>
            <a:r>
              <a:rPr lang="en-US" altLang="ko-KR" dirty="0"/>
              <a:t>) </a:t>
            </a:r>
          </a:p>
          <a:p>
            <a:br>
              <a:rPr lang="en-US" altLang="ko-KR" dirty="0"/>
            </a:br>
            <a:r>
              <a:rPr lang="ko-KR" altLang="en-US" dirty="0"/>
              <a:t>예측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625228" y="6577502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DFA71-0F64-4693-A096-6AF2723A7B9B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0.0005 </a:t>
            </a:r>
            <a:r>
              <a:rPr lang="ko-KR" altLang="en-US" b="1" dirty="0">
                <a:latin typeface="+mj-ea"/>
              </a:rPr>
              <a:t>→</a:t>
            </a:r>
            <a:r>
              <a:rPr lang="en-US" altLang="ko-KR" b="1" dirty="0">
                <a:latin typeface="+mj-ea"/>
              </a:rPr>
              <a:t> 0.0001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344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47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9B83AEC-78DC-4360-A863-01F81D187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197360"/>
              </p:ext>
            </p:extLst>
          </p:nvPr>
        </p:nvGraphicFramePr>
        <p:xfrm>
          <a:off x="970095" y="1718010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20230711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08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09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-0.26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23E1F8AA-F986-41DF-8AB1-0C8D19F288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1290704"/>
              </p:ext>
            </p:extLst>
          </p:nvPr>
        </p:nvGraphicFramePr>
        <p:xfrm>
          <a:off x="4473576" y="88917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A22B7C75-0B5C-46A0-8DD5-1253C3EA1E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253084"/>
              </p:ext>
            </p:extLst>
          </p:nvPr>
        </p:nvGraphicFramePr>
        <p:xfrm>
          <a:off x="8171922" y="88917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3BF3D94B-875C-4D4C-94EF-ED04C47C6C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828217"/>
              </p:ext>
            </p:extLst>
          </p:nvPr>
        </p:nvGraphicFramePr>
        <p:xfrm>
          <a:off x="4353456" y="385542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8BD79857-B1A5-4D77-888D-80308FB23A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376813"/>
              </p:ext>
            </p:extLst>
          </p:nvPr>
        </p:nvGraphicFramePr>
        <p:xfrm>
          <a:off x="8171922" y="385542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B69BF9FF-E3B3-4610-9B4D-614545F1F526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</p:spTree>
    <p:extLst>
      <p:ext uri="{BB962C8B-B14F-4D97-AF65-F5344CB8AC3E}">
        <p14:creationId xmlns:p14="http://schemas.microsoft.com/office/powerpoint/2010/main" val="307577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0AE669-691B-49D9-AA20-2737160C7409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9758E58F-5D42-4043-8BA1-5A105EF74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731728"/>
              </p:ext>
            </p:extLst>
          </p:nvPr>
        </p:nvGraphicFramePr>
        <p:xfrm>
          <a:off x="970095" y="1605582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20250814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04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0.07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05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06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0.39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0.47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6A661D92-44DA-4498-839E-7431995C1A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103220"/>
              </p:ext>
            </p:extLst>
          </p:nvPr>
        </p:nvGraphicFramePr>
        <p:xfrm>
          <a:off x="4099615" y="8849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E859B1ED-3057-4D92-B17A-F691C17F6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54353"/>
              </p:ext>
            </p:extLst>
          </p:nvPr>
        </p:nvGraphicFramePr>
        <p:xfrm>
          <a:off x="8002748" y="8849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86D88965-D4E6-49B9-B31E-F7223D0B8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7694226"/>
              </p:ext>
            </p:extLst>
          </p:nvPr>
        </p:nvGraphicFramePr>
        <p:xfrm>
          <a:off x="4099615" y="3619719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DE53E125-79E3-4C53-A0FB-2245E37E1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59772"/>
              </p:ext>
            </p:extLst>
          </p:nvPr>
        </p:nvGraphicFramePr>
        <p:xfrm>
          <a:off x="8002748" y="37805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4876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420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81AA2FEF-D23A-43E7-A9F2-FA3D6B652B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6652727"/>
              </p:ext>
            </p:extLst>
          </p:nvPr>
        </p:nvGraphicFramePr>
        <p:xfrm>
          <a:off x="4405843" y="874312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B0AD09EE-216F-4DB1-8745-EE16FCD855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824490"/>
              </p:ext>
            </p:extLst>
          </p:nvPr>
        </p:nvGraphicFramePr>
        <p:xfrm>
          <a:off x="8129589" y="874312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85737A34-F4C2-4750-BDF2-CDCC070A61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766447"/>
              </p:ext>
            </p:extLst>
          </p:nvPr>
        </p:nvGraphicFramePr>
        <p:xfrm>
          <a:off x="4405843" y="3783414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F87F8B4C-689E-437B-B8D0-4577988505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4561137"/>
              </p:ext>
            </p:extLst>
          </p:nvPr>
        </p:nvGraphicFramePr>
        <p:xfrm>
          <a:off x="8163456" y="3783414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C5407E1-18F6-46C9-B821-777F6B866E7E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0D1020D-2DC7-41B2-A939-AB4D91194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418228"/>
              </p:ext>
            </p:extLst>
          </p:nvPr>
        </p:nvGraphicFramePr>
        <p:xfrm>
          <a:off x="970095" y="1646004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20230711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0.41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0.51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08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0.30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09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64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465D928E-B84E-4DE5-9AED-5616D7ED17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256552"/>
              </p:ext>
            </p:extLst>
          </p:nvPr>
        </p:nvGraphicFramePr>
        <p:xfrm>
          <a:off x="3965044" y="909109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18914A89-33A3-441D-BCF2-365153CEE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484654"/>
              </p:ext>
            </p:extLst>
          </p:nvPr>
        </p:nvGraphicFramePr>
        <p:xfrm>
          <a:off x="7944378" y="909109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3CB21322-AAB9-46FA-8A2B-4635A1917C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9693381"/>
              </p:ext>
            </p:extLst>
          </p:nvPr>
        </p:nvGraphicFramePr>
        <p:xfrm>
          <a:off x="3965044" y="3720042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9F85A48A-C3C2-4D31-B70D-DFC2F5F585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228621"/>
              </p:ext>
            </p:extLst>
          </p:nvPr>
        </p:nvGraphicFramePr>
        <p:xfrm>
          <a:off x="7944377" y="3720042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F511B93-DEE7-4918-9BC8-0A4939ED9C24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3F3938A1-12A9-472B-9C9B-0316BA521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20161"/>
              </p:ext>
            </p:extLst>
          </p:nvPr>
        </p:nvGraphicFramePr>
        <p:xfrm>
          <a:off x="970095" y="1582632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20250814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04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05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06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14551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2188</TotalTime>
  <Words>932</Words>
  <Application>Microsoft Office PowerPoint</Application>
  <PresentationFormat>와이드스크린</PresentationFormat>
  <Paragraphs>454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KoPub돋움체 Medium</vt:lpstr>
      <vt:lpstr>나눔고딕</vt:lpstr>
      <vt:lpstr>나눔명조</vt:lpstr>
      <vt:lpstr>나눔스퀘어 Bold</vt:lpstr>
      <vt:lpstr>맑은 고딕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353</cp:revision>
  <dcterms:created xsi:type="dcterms:W3CDTF">2025-11-18T00:02:37Z</dcterms:created>
  <dcterms:modified xsi:type="dcterms:W3CDTF">2025-12-15T07:07:03Z</dcterms:modified>
</cp:coreProperties>
</file>