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6" r:id="rId2"/>
    <p:sldId id="417" r:id="rId3"/>
    <p:sldId id="448" r:id="rId4"/>
    <p:sldId id="410" r:id="rId5"/>
    <p:sldId id="414" r:id="rId6"/>
    <p:sldId id="366" r:id="rId7"/>
    <p:sldId id="356" r:id="rId8"/>
    <p:sldId id="389" r:id="rId9"/>
    <p:sldId id="391" r:id="rId10"/>
    <p:sldId id="398" r:id="rId11"/>
    <p:sldId id="374" r:id="rId12"/>
    <p:sldId id="447" r:id="rId13"/>
    <p:sldId id="438" r:id="rId14"/>
    <p:sldId id="406" r:id="rId15"/>
    <p:sldId id="421" r:id="rId16"/>
    <p:sldId id="445" r:id="rId17"/>
    <p:sldId id="409" r:id="rId18"/>
    <p:sldId id="430" r:id="rId19"/>
    <p:sldId id="432" r:id="rId20"/>
    <p:sldId id="423" r:id="rId21"/>
    <p:sldId id="4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1539346" y="3105835"/>
            <a:ext cx="8927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관심 이상 강우 이벤트 전부 학습으로 사용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5527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학습데이터 순서 변경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5B805-F240-47A3-9716-5E255C3C26B3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)_3</a:t>
            </a:r>
            <a:endParaRPr lang="ko-KR" altLang="en-US" sz="1050" dirty="0">
              <a:latin typeface="+mj-ea"/>
            </a:endParaRPr>
          </a:p>
        </p:txBody>
      </p:sp>
      <p:sp>
        <p:nvSpPr>
          <p:cNvPr id="4" name="곱하기 기호 3">
            <a:extLst>
              <a:ext uri="{FF2B5EF4-FFF2-40B4-BE49-F238E27FC236}">
                <a16:creationId xmlns:a16="http://schemas.microsoft.com/office/drawing/2014/main" id="{03DEB6C1-3E29-40C5-85D5-F73A3DE5D08B}"/>
              </a:ext>
            </a:extLst>
          </p:cNvPr>
          <p:cNvSpPr/>
          <p:nvPr/>
        </p:nvSpPr>
        <p:spPr>
          <a:xfrm>
            <a:off x="-938306" y="732864"/>
            <a:ext cx="6293223" cy="5392270"/>
          </a:xfrm>
          <a:prstGeom prst="mathMultiply">
            <a:avLst>
              <a:gd name="adj1" fmla="val 1370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불가능</a:t>
            </a:r>
          </a:p>
        </p:txBody>
      </p:sp>
    </p:spTree>
    <p:extLst>
      <p:ext uri="{BB962C8B-B14F-4D97-AF65-F5344CB8AC3E}">
        <p14:creationId xmlns:p14="http://schemas.microsoft.com/office/powerpoint/2010/main" val="148788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-3.7460557062787814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0.18831587329869987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0.37048792507913375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0.43395376861907753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0.7858148103033311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0.059937791720316914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0.17798842834101786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0.24482195922816424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0.3947407285994061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0.06072095512751068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0.19081864602035944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0.24641622334479255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-0.056341420985954516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0.07447427089080348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0.2094912936952379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0.27289974512777304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3716"/>
            <a:ext cx="3083619" cy="161737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005" y="4329260"/>
            <a:ext cx="3079593" cy="162489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3338"/>
            <a:ext cx="3007577" cy="158046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835" y="1971487"/>
            <a:ext cx="3025501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MSE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18980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828835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학습데이터 순서 복구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7:2:1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비율 복구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5B805-F240-47A3-9716-5E255C3C26B3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)3_1</a:t>
            </a:r>
            <a:endParaRPr lang="ko-KR" altLang="en-US" sz="1050" dirty="0">
              <a:latin typeface="+mj-ea"/>
            </a:endParaRPr>
          </a:p>
        </p:txBody>
      </p:sp>
      <p:sp>
        <p:nvSpPr>
          <p:cNvPr id="4" name="곱하기 기호 3">
            <a:extLst>
              <a:ext uri="{FF2B5EF4-FFF2-40B4-BE49-F238E27FC236}">
                <a16:creationId xmlns:a16="http://schemas.microsoft.com/office/drawing/2014/main" id="{294AAAB9-723F-443A-9DEB-DA22A05CDF74}"/>
              </a:ext>
            </a:extLst>
          </p:cNvPr>
          <p:cNvSpPr/>
          <p:nvPr/>
        </p:nvSpPr>
        <p:spPr>
          <a:xfrm>
            <a:off x="-938306" y="732864"/>
            <a:ext cx="6293223" cy="5392270"/>
          </a:xfrm>
          <a:prstGeom prst="mathMultiply">
            <a:avLst>
              <a:gd name="adj1" fmla="val 1370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불가능</a:t>
            </a:r>
          </a:p>
        </p:txBody>
      </p:sp>
    </p:spTree>
    <p:extLst>
      <p:ext uri="{BB962C8B-B14F-4D97-AF65-F5344CB8AC3E}">
        <p14:creationId xmlns:p14="http://schemas.microsoft.com/office/powerpoint/2010/main" val="98774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40949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-3.7460557062787814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0.18831587329869987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0.37048792507913375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0.43395376861907753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0.7858148103033311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0.059937791720316914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0.17798842834101786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0.24482195922816424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0.3947407285994061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0.06072095512751068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0.19081864602035944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0.24641622334479255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-0.056341420985954516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0.07447427089080348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0.2094912936952379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0.27289974512777304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3716"/>
            <a:ext cx="3083619" cy="161737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005" y="4329260"/>
            <a:ext cx="3079593" cy="162489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3338"/>
            <a:ext cx="3007577" cy="158046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835" y="1971487"/>
            <a:ext cx="3025501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MSE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8653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accent5"/>
                </a:solidFill>
              </a:rPr>
              <a:t>Loss Function : MAPE (%)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E772B-B49F-4BB5-86D0-E8C8013A6532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mape</a:t>
            </a:r>
            <a:endParaRPr lang="ko-KR" altLang="en-US" sz="1050" dirty="0">
              <a:latin typeface="+mj-ea"/>
            </a:endParaRPr>
          </a:p>
        </p:txBody>
      </p:sp>
      <p:sp>
        <p:nvSpPr>
          <p:cNvPr id="6" name="곱하기 기호 5">
            <a:extLst>
              <a:ext uri="{FF2B5EF4-FFF2-40B4-BE49-F238E27FC236}">
                <a16:creationId xmlns:a16="http://schemas.microsoft.com/office/drawing/2014/main" id="{F7C96722-A8E7-4840-A537-A1927A49E763}"/>
              </a:ext>
            </a:extLst>
          </p:cNvPr>
          <p:cNvSpPr/>
          <p:nvPr/>
        </p:nvSpPr>
        <p:spPr>
          <a:xfrm>
            <a:off x="-938306" y="732864"/>
            <a:ext cx="6293223" cy="5392270"/>
          </a:xfrm>
          <a:prstGeom prst="mathMultiply">
            <a:avLst>
              <a:gd name="adj1" fmla="val 1370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불가능</a:t>
            </a:r>
          </a:p>
        </p:txBody>
      </p:sp>
    </p:spTree>
    <p:extLst>
      <p:ext uri="{BB962C8B-B14F-4D97-AF65-F5344CB8AC3E}">
        <p14:creationId xmlns:p14="http://schemas.microsoft.com/office/powerpoint/2010/main" val="4017078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-40.30121120544763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1.6387657747376347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0.9424280889973873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1.280142872783204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-5.705601368884521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1.8765020064033087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0.890655833081239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1.3698547391615319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-9.178691934208373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1.0211489941551932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0.6335310859481492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1.0105191706025143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-22.70733371491017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1.6714164171797394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0.8478909284538693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1.2928327104384927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3192"/>
            <a:ext cx="3083619" cy="161842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29260"/>
            <a:ext cx="3089860" cy="162489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3258"/>
            <a:ext cx="3007577" cy="158062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309" y="1971487"/>
            <a:ext cx="3032554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MAPE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07005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106612" y="3105834"/>
            <a:ext cx="7978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영향 없는 관측소 및 컬럼 빼기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/dg)_none</a:t>
            </a:r>
            <a:endParaRPr lang="ko-KR" altLang="en-US" sz="1050" dirty="0">
              <a:latin typeface="+mj-ea"/>
            </a:endParaRPr>
          </a:p>
        </p:txBody>
      </p:sp>
      <p:sp>
        <p:nvSpPr>
          <p:cNvPr id="5" name="곱하기 기호 4">
            <a:extLst>
              <a:ext uri="{FF2B5EF4-FFF2-40B4-BE49-F238E27FC236}">
                <a16:creationId xmlns:a16="http://schemas.microsoft.com/office/drawing/2014/main" id="{B7108C0D-479C-4DE7-89FE-92D25ADFCCC3}"/>
              </a:ext>
            </a:extLst>
          </p:cNvPr>
          <p:cNvSpPr/>
          <p:nvPr/>
        </p:nvSpPr>
        <p:spPr>
          <a:xfrm>
            <a:off x="-938306" y="732864"/>
            <a:ext cx="6293223" cy="5392270"/>
          </a:xfrm>
          <a:prstGeom prst="mathMultiply">
            <a:avLst>
              <a:gd name="adj1" fmla="val 1370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불가능</a:t>
            </a:r>
          </a:p>
        </p:txBody>
      </p:sp>
    </p:spTree>
    <p:extLst>
      <p:ext uri="{BB962C8B-B14F-4D97-AF65-F5344CB8AC3E}">
        <p14:creationId xmlns:p14="http://schemas.microsoft.com/office/powerpoint/2010/main" val="1941902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779027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-2.6245451181948463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0.14381613311879415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0.3180192591084374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0.37923097594842403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0.45603772333825565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0.15222293235323595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0.34441678457789954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0.39015757374839716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0.07746982769549693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0.0925502769526373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0.2464591088559892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0.3042207700875095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-0.0717979251904115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0.07556398663826813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0.2238872608873579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0.27488904423106447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268" y="4331864"/>
            <a:ext cx="3036353" cy="162107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43" y="4332287"/>
            <a:ext cx="3087318" cy="161884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190" y="1977994"/>
            <a:ext cx="2996079" cy="157115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158" y="1978310"/>
            <a:ext cx="3042856" cy="159552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74528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1954212" y="3167502"/>
            <a:ext cx="828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5"/>
                </a:solidFill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</a:rPr>
              <a:t> : 48 </a:t>
            </a:r>
            <a:r>
              <a:rPr lang="ko-KR" altLang="en-US" sz="3600" b="1" dirty="0">
                <a:solidFill>
                  <a:schemeClr val="accent5"/>
                </a:solidFill>
              </a:rPr>
              <a:t>이 가장 좋음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22263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-2.560335156943706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0.14126838490937313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0.32217343224419487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0.3758568675830909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0.825501108212527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0.0488319395295068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0.16682389676570894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0.22097950024721025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0.7542307880110747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0.024656113500533407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0.12436577856540677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0.15702265282606012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0.19244131198133563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0.056934569919249195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0.185254346927007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0.23860966015492582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608" y="4330501"/>
            <a:ext cx="3075673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181" y="4326463"/>
            <a:ext cx="3081241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053" y="1970948"/>
            <a:ext cx="2984353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309" y="1971487"/>
            <a:ext cx="3032554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: 48 </a:t>
            </a:r>
          </a:p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31828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1954212" y="3167502"/>
            <a:ext cx="828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5"/>
                </a:solidFill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</a:rPr>
              <a:t> : 6 </a:t>
            </a:r>
            <a:r>
              <a:rPr lang="ko-KR" altLang="en-US" sz="3600" b="1" dirty="0">
                <a:solidFill>
                  <a:schemeClr val="accent5"/>
                </a:solidFill>
              </a:rPr>
              <a:t>이 가장 좋음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2616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-6.008283559926514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0.27807744379538046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0.4701462470160591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0.5273304882096052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0.711225808358022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0.08081085054177745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0.19579490615261927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0.2842724934667043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0.592291528540601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0.040902219875632376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0.13294452905654908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0.20224297237637795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0.6348395741793602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0.025744570771242228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0.1266696121957567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0.1604511476158467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383" y="4330501"/>
            <a:ext cx="3066122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203" y="4326686"/>
            <a:ext cx="3047197" cy="163004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797" y="1981476"/>
            <a:ext cx="2952865" cy="156418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130" y="1974667"/>
            <a:ext cx="3040913" cy="160281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=6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76013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1539346" y="3105835"/>
            <a:ext cx="8927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여기부터 강우 이벤트 전부 학습으로 사용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643F6E-BD64-4342-AFE6-3BF9252CCCEF}"/>
              </a:ext>
            </a:extLst>
          </p:cNvPr>
          <p:cNvSpPr txBox="1"/>
          <p:nvPr/>
        </p:nvSpPr>
        <p:spPr>
          <a:xfrm>
            <a:off x="2215092" y="3752165"/>
            <a:ext cx="7575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>
                <a:solidFill>
                  <a:srgbClr val="FF0000"/>
                </a:solidFill>
                <a:latin typeface="+mj-ea"/>
              </a:rPr>
              <a:t>결측치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 누락으로 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test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에 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5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개 부족</a:t>
            </a:r>
            <a:endParaRPr lang="en-US" altLang="ko-KR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3728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551837"/>
            <a:ext cx="7575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강우 이벤트 전부 학습으로 사용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,</a:t>
            </a:r>
          </a:p>
          <a:p>
            <a:pPr algn="ctr"/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조정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: </a:t>
            </a:r>
          </a:p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기존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12 , 18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비슷한 성능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85263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0.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=12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79588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0.2819461768473639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0.028491223270634754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0.1405930160151588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0.16879343373080233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0.7775425245477174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0.062252716208667874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0.17482565687762364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0.24950494225299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0.8592693835000157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0.014118408181981755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0.09755011134677463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0.11882090801698898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0.7044438615885542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0.020837323499961948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0.11466785464021895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0.14435138897829125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268" y="4330501"/>
            <a:ext cx="3036353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43" y="4326463"/>
            <a:ext cx="3087318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190" y="1970948"/>
            <a:ext cx="2996079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8310"/>
            <a:ext cx="3043441" cy="159552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73274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2.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=18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/dg)_18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84093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0.3346054367651323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0.026401788351959294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0.13436633851793073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0.16248627127225024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0.7815566267629285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0.06112940594216386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0.1701013848516676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0.24724361658526972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0.78572611048365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0.021496432760479148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0.12670835547977022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0.14661661829574146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0.8621027839342135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0.009722041018504752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0.07590294844574397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0.09860041084348864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30501"/>
            <a:ext cx="3035115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019" y="4326463"/>
            <a:ext cx="3059566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140" y="1970948"/>
            <a:ext cx="2998178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7329"/>
            <a:ext cx="3043441" cy="15974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59754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274838"/>
            <a:ext cx="7575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강우 이벤트 전부 학습으로 사용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,</a:t>
            </a:r>
          </a:p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영향 없는 관측소 및 컬럼 빼기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: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기존보다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22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년 성능은 향상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, </a:t>
            </a:r>
          </a:p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나머지 성능이 조금 하락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all_none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47118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0.6183725611506388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0.015142364285060553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0.0959299246470133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0.12305431436995841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0.7409383899519266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0.07249605282130708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0.20018566151460013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0.2692509105301356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0.6758801545804565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0.032516423158811765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0.1282569737566842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0.18032310766735296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0.5985093638956797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0.02830592628417979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0.1281632967789968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0.1682436515419818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6932"/>
            <a:ext cx="3083619" cy="161094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31464"/>
            <a:ext cx="3089860" cy="162048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361" y="1970948"/>
            <a:ext cx="2995736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80342"/>
            <a:ext cx="3043441" cy="159146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4392102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3244</TotalTime>
  <Words>972</Words>
  <Application>Microsoft Office PowerPoint</Application>
  <PresentationFormat>와이드스크린</PresentationFormat>
  <Paragraphs>284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398</cp:revision>
  <dcterms:created xsi:type="dcterms:W3CDTF">2025-11-18T00:02:37Z</dcterms:created>
  <dcterms:modified xsi:type="dcterms:W3CDTF">2025-12-23T00:53:33Z</dcterms:modified>
</cp:coreProperties>
</file>